
<file path=[Content_Types].xml><?xml version="1.0" encoding="utf-8"?>
<Types xmlns="http://schemas.openxmlformats.org/package/2006/content-types">
  <Default Extension="xml" ContentType="application/vnd.openxmlformats-package.core-properties+xml"/>
  <Default Extension="jpeg" ContentType="image/jpeg"/>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2d037770d1d40ca" /><Relationship Type="http://schemas.openxmlformats.org/officeDocument/2006/relationships/extended-properties" Target="/docProps/app.xml" Id="R825602b2d9814aa6" /><Relationship Type="http://schemas.openxmlformats.org/officeDocument/2006/relationships/officeDocument" Target="/ppt/presentation.xml" Id="R807290aca0cd4025" /></Relationships>
</file>

<file path=ppt/presentation.xml><?xml version="1.0" encoding="utf-8"?>
<p:presentation xmlns:p="http://schemas.openxmlformats.org/presentationml/2006/main" embedTrueTypeFonts="1" saveSubsetFonts="1">
  <p:sldMasterIdLst>
    <p:sldMasterId xmlns:r="http://schemas.openxmlformats.org/officeDocument/2006/relationships" id="2147483648" r:id="R458ea20d47bb429a"/>
  </p:sldMasterIdLst>
  <p:notesMasterIdLst>
    <p:notesMasterId xmlns:r="http://schemas.openxmlformats.org/officeDocument/2006/relationships" r:id="R8edc1dd62e714ddf"/>
  </p:notesMasterIdLst>
  <p:sldIdLst>
    <p:sldId xmlns:r="http://schemas.openxmlformats.org/officeDocument/2006/relationships" id="256" r:id="R5f9a10d8581c400a"/>
    <p:sldId xmlns:r="http://schemas.openxmlformats.org/officeDocument/2006/relationships" id="257" r:id="R47fe067f3f86499c"/>
    <p:sldId xmlns:r="http://schemas.openxmlformats.org/officeDocument/2006/relationships" id="258" r:id="R25e96af159ce4d7f"/>
    <p:sldId xmlns:r="http://schemas.openxmlformats.org/officeDocument/2006/relationships" id="259" r:id="R41ab393a9faf4961"/>
    <p:sldId xmlns:r="http://schemas.openxmlformats.org/officeDocument/2006/relationships" id="260" r:id="Ra0f5b0bce1084f61"/>
    <p:sldId xmlns:r="http://schemas.openxmlformats.org/officeDocument/2006/relationships" id="261" r:id="R7cd919a4504e4fec"/>
    <p:sldId xmlns:r="http://schemas.openxmlformats.org/officeDocument/2006/relationships" id="262" r:id="R7b86181877224eea"/>
    <p:sldId xmlns:r="http://schemas.openxmlformats.org/officeDocument/2006/relationships" id="263" r:id="R1ce90dea5fd34bee"/>
    <p:sldId xmlns:r="http://schemas.openxmlformats.org/officeDocument/2006/relationships" id="264" r:id="R67b53c751a5d470e"/>
    <p:sldId xmlns:r="http://schemas.openxmlformats.org/officeDocument/2006/relationships" id="265" r:id="R79087e6113da4c00"/>
  </p:sldIdLst>
  <p:sldSz cx="9144000" cy="6858000"/>
  <p:notesSz cx="6858000" cy="9144000"/>
  <p:embeddedFontLst>
    <p:embeddedFont>
      <p:font typeface="Libre Franklin"/>
      <p:regular xmlns:r="http://schemas.openxmlformats.org/officeDocument/2006/relationships" r:id="Rff2f83cf375d404e"/>
      <p:bold xmlns:r="http://schemas.openxmlformats.org/officeDocument/2006/relationships" r:id="Rc16f73817d524833"/>
      <p:italic xmlns:r="http://schemas.openxmlformats.org/officeDocument/2006/relationships" r:id="R1098ca54bd6a4f01"/>
      <p:boldItalic xmlns:r="http://schemas.openxmlformats.org/officeDocument/2006/relationships" r:id="R2ea4fdca8e464d55"/>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113EF894-9F77-477B-84B9-D12A6EE2603A}">
  <a:tblStyle styleId="{113EF894-9F77-477B-84B9-D12A6EE2603A}" styleName="Table_0">
    <a:wholeTbl>
      <a:tcTxStyle b="off" i="off">
        <a:font>
          <a:latin typeface="Franklin Gothic Book"/>
          <a:ea typeface="Franklin Gothic Book"/>
          <a:cs typeface="Franklin Gothic Book"/>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chemeClr val="accent5"/>
              </a:solidFill>
              <a:prstDash val="solid"/>
              <a:round/>
              <a:headEnd type="none" w="sm" len="sm"/>
              <a:tailEnd type="none" w="sm" len="sm"/>
            </a:ln>
          </a:top>
          <a:bottom>
            <a:ln w="12700" cap="flat" cmpd="sng">
              <a:solidFill>
                <a:schemeClr val="accent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chemeClr val="accent5">
              <a:alpha val="20000"/>
            </a:schemeClr>
          </a:solidFill>
        </a:fill>
      </a:tcStyle>
    </a:band1H>
    <a:band2H>
      <a:tcTxStyle b="off" i="off"/>
      <a:tcStyle>
        <a:tcBdr/>
      </a:tcStyle>
    </a:band2H>
    <a:band1V>
      <a:tcTxStyle b="off" i="off"/>
      <a:tcStyle>
        <a:tcBdr/>
        <a:fill>
          <a:solidFill>
            <a:schemeClr val="accent5">
              <a:alpha val="20000"/>
            </a:scheme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chemeClr val="accent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chemeClr val="accent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253f6d17f394d54" /><Relationship Type="http://schemas.openxmlformats.org/officeDocument/2006/relationships/slideMaster" Target="/ppt/slideMasters/slideMaster1.xml" Id="R458ea20d47bb429a" /><Relationship Type="http://schemas.openxmlformats.org/officeDocument/2006/relationships/notesMaster" Target="/ppt/notesMasters/notesMaster1.xml" Id="R8edc1dd62e714ddf" /><Relationship Type="http://schemas.openxmlformats.org/officeDocument/2006/relationships/presProps" Target="/ppt/presProps.xml" Id="Rd41c3806944b4660" /><Relationship Type="http://schemas.openxmlformats.org/officeDocument/2006/relationships/viewProps" Target="/ppt/viewProps.xml" Id="R6c3549d79ba14d6e" /><Relationship Type="http://schemas.openxmlformats.org/officeDocument/2006/relationships/tableStyles" Target="/ppt/tableStyles.xml" Id="R0f578a2fdb404789" /><Relationship Type="http://schemas.openxmlformats.org/officeDocument/2006/relationships/font" Target="/ppt/fonts/font.dat" Id="Rff2f83cf375d404e" /><Relationship Type="http://schemas.openxmlformats.org/officeDocument/2006/relationships/font" Target="/ppt/fonts/font2.dat" Id="Rc16f73817d524833" /><Relationship Type="http://schemas.openxmlformats.org/officeDocument/2006/relationships/font" Target="/ppt/fonts/font3.dat" Id="R1098ca54bd6a4f01" /><Relationship Type="http://schemas.openxmlformats.org/officeDocument/2006/relationships/font" Target="/ppt/fonts/font4.dat" Id="R2ea4fdca8e464d55" /><Relationship Type="http://schemas.openxmlformats.org/officeDocument/2006/relationships/slide" Target="/ppt/slides/slide1.xml" Id="R5f9a10d8581c400a" /><Relationship Type="http://schemas.openxmlformats.org/officeDocument/2006/relationships/slide" Target="/ppt/slides/slide2.xml" Id="R47fe067f3f86499c" /><Relationship Type="http://schemas.openxmlformats.org/officeDocument/2006/relationships/slide" Target="/ppt/slides/slide3.xml" Id="R25e96af159ce4d7f" /><Relationship Type="http://schemas.openxmlformats.org/officeDocument/2006/relationships/slide" Target="/ppt/slides/slide4.xml" Id="R41ab393a9faf4961" /><Relationship Type="http://schemas.openxmlformats.org/officeDocument/2006/relationships/slide" Target="/ppt/slides/slide5.xml" Id="Ra0f5b0bce1084f61" /><Relationship Type="http://schemas.openxmlformats.org/officeDocument/2006/relationships/slide" Target="/ppt/slides/slide6.xml" Id="R7cd919a4504e4fec" /><Relationship Type="http://schemas.openxmlformats.org/officeDocument/2006/relationships/slide" Target="/ppt/slides/slide7.xml" Id="R7b86181877224eea" /><Relationship Type="http://schemas.openxmlformats.org/officeDocument/2006/relationships/slide" Target="/ppt/slides/slide8.xml" Id="R1ce90dea5fd34bee" /><Relationship Type="http://schemas.openxmlformats.org/officeDocument/2006/relationships/slide" Target="/ppt/slides/slide9.xml" Id="R67b53c751a5d470e" /><Relationship Type="http://schemas.openxmlformats.org/officeDocument/2006/relationships/slide" Target="/ppt/slides/slide10.xml" Id="R79087e6113da4c0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bfbcabc5b5a410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b1d851dda654336" /><Relationship Type="http://schemas.openxmlformats.org/officeDocument/2006/relationships/notesMaster" Target="/ppt/notesMasters/notesMaster1.xml" Id="Rb2abbf82e21b43d2" /></Relationships>
</file>

<file path=ppt/notesSlides/_rels/notesSlide2.xml.rels>&#65279;<?xml version="1.0" encoding="utf-8"?><Relationships xmlns="http://schemas.openxmlformats.org/package/2006/relationships"><Relationship Type="http://schemas.openxmlformats.org/officeDocument/2006/relationships/slide" Target="/ppt/slides/slide2.xml" Id="R1a05734738594b07" /><Relationship Type="http://schemas.openxmlformats.org/officeDocument/2006/relationships/notesMaster" Target="/ppt/notesMasters/notesMaster1.xml" Id="Rfdd4a70976d644f6" /></Relationships>
</file>

<file path=ppt/notesSlides/_rels/notesSlide3.xml.rels>&#65279;<?xml version="1.0" encoding="utf-8"?><Relationships xmlns="http://schemas.openxmlformats.org/package/2006/relationships"><Relationship Type="http://schemas.openxmlformats.org/officeDocument/2006/relationships/slide" Target="/ppt/slides/slide3.xml" Id="Ra81f6be1343f4416" /><Relationship Type="http://schemas.openxmlformats.org/officeDocument/2006/relationships/notesMaster" Target="/ppt/notesMasters/notesMaster1.xml" Id="R5c26d910ac504b7d" /></Relationships>
</file>

<file path=ppt/notesSlides/_rels/notesSlide4.xml.rels>&#65279;<?xml version="1.0" encoding="utf-8"?><Relationships xmlns="http://schemas.openxmlformats.org/package/2006/relationships"><Relationship Type="http://schemas.openxmlformats.org/officeDocument/2006/relationships/slide" Target="/ppt/slides/slide4.xml" Id="Rbcdfe56c811b4bd4" /><Relationship Type="http://schemas.openxmlformats.org/officeDocument/2006/relationships/notesMaster" Target="/ppt/notesMasters/notesMaster1.xml" Id="R1c5fd73b8a674fde" /></Relationships>
</file>

<file path=ppt/notesSlides/_rels/notesSlide5.xml.rels>&#65279;<?xml version="1.0" encoding="utf-8"?><Relationships xmlns="http://schemas.openxmlformats.org/package/2006/relationships"><Relationship Type="http://schemas.openxmlformats.org/officeDocument/2006/relationships/slide" Target="/ppt/slides/slide5.xml" Id="Rd6465c6b12e54116" /><Relationship Type="http://schemas.openxmlformats.org/officeDocument/2006/relationships/notesMaster" Target="/ppt/notesMasters/notesMaster1.xml" Id="R9a604d82cfa846c9" /></Relationships>
</file>

<file path=ppt/notesSlides/_rels/notesSlide6.xml.rels>&#65279;<?xml version="1.0" encoding="utf-8"?><Relationships xmlns="http://schemas.openxmlformats.org/package/2006/relationships"><Relationship Type="http://schemas.openxmlformats.org/officeDocument/2006/relationships/slide" Target="/ppt/slides/slide6.xml" Id="Rdd9a5344822c4500" /><Relationship Type="http://schemas.openxmlformats.org/officeDocument/2006/relationships/notesMaster" Target="/ppt/notesMasters/notesMaster1.xml" Id="Rf5fa0ad9d2a14a62" /></Relationships>
</file>

<file path=ppt/notesSlides/_rels/notesSlide7.xml.rels>&#65279;<?xml version="1.0" encoding="utf-8"?><Relationships xmlns="http://schemas.openxmlformats.org/package/2006/relationships"><Relationship Type="http://schemas.openxmlformats.org/officeDocument/2006/relationships/slide" Target="/ppt/slides/slide7.xml" Id="Rec28b00b6f4c4ba1" /><Relationship Type="http://schemas.openxmlformats.org/officeDocument/2006/relationships/notesMaster" Target="/ppt/notesMasters/notesMaster1.xml" Id="Ra4d8ebe3fd024694" /></Relationships>
</file>

<file path=ppt/notesSlides/_rels/notesSlide8.xml.rels>&#65279;<?xml version="1.0" encoding="utf-8"?><Relationships xmlns="http://schemas.openxmlformats.org/package/2006/relationships"><Relationship Type="http://schemas.openxmlformats.org/officeDocument/2006/relationships/slide" Target="/ppt/slides/slide8.xml" Id="R3cba00ca72f64d08" /><Relationship Type="http://schemas.openxmlformats.org/officeDocument/2006/relationships/notesMaster" Target="/ppt/notesMasters/notesMaster1.xml" Id="R9a2e05e2b01f4e92" /></Relationships>
</file>

<file path=ppt/notesSlides/_rels/notesSlide9.xml.rels>&#65279;<?xml version="1.0" encoding="utf-8"?><Relationships xmlns="http://schemas.openxmlformats.org/package/2006/relationships"><Relationship Type="http://schemas.openxmlformats.org/officeDocument/2006/relationships/slide" Target="/ppt/slides/slide9.xml" Id="Rb2259f148e9c4f60" /><Relationship Type="http://schemas.openxmlformats.org/officeDocument/2006/relationships/notesMaster" Target="/ppt/notesMasters/notesMaster1.xml" Id="Rc09260bf5f424b2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919950a42a947a6" /><Relationship Type="http://schemas.openxmlformats.org/officeDocument/2006/relationships/notesMaster" Target="/ppt/notesMasters/notesMaster1.xml" Id="R1708cc3cea7d498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Open the talk. Introduce yourself as the lead of small engineering teams across TKG, mainly at Remington in Lonoke. Introduce Wesley Siharath and his path from software intern to engineer through Remington Vision. Set the purpose: show how engineering reaches the floor, demonstrate the system together, and meet people who want to build the future.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Honor Remington’s history and Lonoke’s place in it. The world of manufacturing has changed. State the ambition clearly: Remington and The Kinetic Group intend to write the rules for the future of manufacturing for decades to come by building capabilities that work on the floor.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Explain the system simply: machines sense what is happening; software turns signals into a decision; people or equipment act. Small teams across TKG, primarily at Remington, build, test, and improve the full chain with the people who use it. Keep details for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Explain why you love the work. You began as one of the first software interns and carried Remington Vision into your engineering role. Talk about variety, AI and machines, freedom to explore, ownership, and unexpected opportunities. WESLEY GAP (30–45 seconds): one concrete public example of a problem, what you tried, and what you learned.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 WESLEY: Lead the live demonstration together. Brad introduces the camera-to-decision flow and shows the first Gatorade bottle. Wesley points to the on-screen sorting result and shows a different bottle. Brad invites the audience to predict the result and closes with sense, decide, act. If useful, show another feature. The sorting decision is on screen; this setup does not control a production 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 BRAD: Wesley explains variation, timing, and reliability using what the audience just saw. WESLEY GAP (20–30 seconds): one concrete challenge or test. Brad explains why a result must keep working in real manufacturing conditions. Connect the work to the ambition to write the rules for the future of manufacturing.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Invite talent across Remington and TKG. Mention mechanical engineering, controls, software, and testing as examples; curiosity and persistence matter too. Direct job applications to the official careers page. Ask students what they have built and want to try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Run the separate 4Founders interactive challenge. Ask audience to scan QR or use the URL and event PIN, then draw, test, and change. Allow about three minutes. 4Founders is an independent project platform; company job applications go through TKG careers.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Invite interests beyond the disciplines shown. Ask what students want to pursue. If a real fit emerges, explore a first step together; in the right situation the organization might become their first customer. This is a possibility, not a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Give email, official careers page, and independent 4Founders path. WESLEY: Invite engineering questions and student projects. BRAD: Close with the on-screen line: “Our history was made on the factory floor. The future will be, too. Come build and fight with us. Turn AI into action.” Hold this slide for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c29844aaffe47ca" /><Relationship Type="http://schemas.openxmlformats.org/officeDocument/2006/relationships/image" Target="/ppt/media/image.jpeg" Id="R7850a1a2361d4977" /><Relationship Type="http://schemas.openxmlformats.org/officeDocument/2006/relationships/image" Target="/ppt/media/image2.jpeg" Id="Rc20e8fea47a949d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44ee97048a345dd" /><Relationship Type="http://schemas.openxmlformats.org/officeDocument/2006/relationships/image" Target="/ppt/media/image.jpeg" Id="Rb9c9ac1ff134468d" /><Relationship Type="http://schemas.openxmlformats.org/officeDocument/2006/relationships/image" Target="/ppt/media/image3.jpeg" Id="Re86002d6618f4bd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27af1dedc504361" /><Relationship Type="http://schemas.openxmlformats.org/officeDocument/2006/relationships/image" Target="/ppt/media/image4.jpeg" Id="R5ed239c0771e401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a78dcb521a24894" /><Relationship Type="http://schemas.openxmlformats.org/officeDocument/2006/relationships/image" Target="/ppt/media/image5.jpeg" Id="R70496f4e96874b7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e37f5212dc2479e" /><Relationship Type="http://schemas.openxmlformats.org/officeDocument/2006/relationships/image" Target="/ppt/media/image6.jpeg" Id="Rd4d01e86f7ab464d" /></Relationships>
</file>

<file path=ppt/slideLayouts/slideLayout1.xml><?xml version="1.0" encoding="utf-8"?>
<p:sldLayout xmlns:p="http://schemas.openxmlformats.org/presentationml/2006/main" matchingName="2_Title Slide - Lifestyle">
  <p:cSld name="2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1" name="Google Shape;11;p14">
            <a:extLst xmlns:a="http://schemas.openxmlformats.org/drawingml/2006/main">
              <a:ext uri="{FF2B5EF4-FFF2-40B4-BE49-F238E27FC236}">
                <a16:creationId xmlns:a16="http://schemas.microsoft.com/office/drawing/2014/main" id="{13EAE8A3-004D-4795-825B-C88C8018D960}"/>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7850a1a2361d4977">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2" name="Google Shape;12;p14">
            <a:extLst xmlns:a="http://schemas.openxmlformats.org/drawingml/2006/main">
              <a:ext uri="{FF2B5EF4-FFF2-40B4-BE49-F238E27FC236}">
                <a16:creationId xmlns:a16="http://schemas.microsoft.com/office/drawing/2014/main" id="{25586D5E-CFD7-471D-8786-A5BDD5636DCA}"/>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c20e8fea47a949d9">
            <a:alphaModFix/>
          </a:blip>
          <a:srcRect xmlns:a="http://schemas.openxmlformats.org/drawingml/2006/main" l="159" t="0" r="169" b="0"/>
          <a:stretch xmlns:a="http://schemas.openxmlformats.org/drawingml/2006/main"/>
        </p:blipFill>
        <p:spPr>
          <a:xfrm xmlns:a="http://schemas.openxmlformats.org/drawingml/2006/main">
            <a:off x="0" y="9427"/>
            <a:ext cx="9143997" cy="6858000"/>
          </a:xfrm>
          <a:prstGeom xmlns:a="http://schemas.openxmlformats.org/drawingml/2006/main" prst="rect">
            <a:avLst/>
          </a:prstGeom>
          <a:ln xmlns:a="http://schemas.openxmlformats.org/drawingml/2006/main">
            <a:noFill/>
          </a:ln>
        </p:spPr>
      </p:pic>
      <p:sp>
        <p:nvSpPr>
          <p:cNvPr id="13" name="Google Shape;13;p14">
            <a:extLst xmlns:a="http://schemas.openxmlformats.org/drawingml/2006/main">
              <a:ext uri="{FF2B5EF4-FFF2-40B4-BE49-F238E27FC236}">
                <a16:creationId xmlns:a16="http://schemas.microsoft.com/office/drawing/2014/main" id="{C534555D-0BE6-439E-9D43-20F646697BF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matchingName="1_Title Slide - Lifestyle">
  <p:cSld name="1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5" name="Google Shape;15;p13">
            <a:extLst xmlns:a="http://schemas.openxmlformats.org/drawingml/2006/main">
              <a:ext uri="{FF2B5EF4-FFF2-40B4-BE49-F238E27FC236}">
                <a16:creationId xmlns:a16="http://schemas.microsoft.com/office/drawing/2014/main" id="{20218C7A-614E-4070-B7A1-121E1140AA8B}"/>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b9c9ac1ff134468d">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6" name="Google Shape;16;p13">
            <a:extLst xmlns:a="http://schemas.openxmlformats.org/drawingml/2006/main">
              <a:ext uri="{FF2B5EF4-FFF2-40B4-BE49-F238E27FC236}">
                <a16:creationId xmlns:a16="http://schemas.microsoft.com/office/drawing/2014/main" id="{69DCE2BD-EB95-4B05-966A-D6B5FBD2500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86002d6618f4bd3">
            <a:alphaModFix/>
          </a:blip>
          <a:srcRect xmlns:a="http://schemas.openxmlformats.org/drawingml/2006/main" l="159" t="0" r="169" b="0"/>
          <a:stretch xmlns:a="http://schemas.openxmlformats.org/drawingml/2006/main"/>
        </p:blipFill>
        <p:spPr>
          <a:xfrm xmlns:a="http://schemas.openxmlformats.org/drawingml/2006/main">
            <a:off x="0" y="0"/>
            <a:ext cx="9143997" cy="6858000"/>
          </a:xfrm>
          <a:prstGeom xmlns:a="http://schemas.openxmlformats.org/drawingml/2006/main" prst="rect">
            <a:avLst/>
          </a:prstGeom>
          <a:ln xmlns:a="http://schemas.openxmlformats.org/drawingml/2006/main">
            <a:noFill/>
          </a:ln>
        </p:spPr>
      </p:pic>
      <p:sp>
        <p:nvSpPr>
          <p:cNvPr id="17" name="Google Shape;17;p13">
            <a:extLst xmlns:a="http://schemas.openxmlformats.org/drawingml/2006/main">
              <a:ext uri="{FF2B5EF4-FFF2-40B4-BE49-F238E27FC236}">
                <a16:creationId xmlns:a16="http://schemas.microsoft.com/office/drawing/2014/main" id="{563D718D-5500-479B-BF78-E451A8DF4F4C}"/>
              </a:ext>
            </a:extLst>
          </p:cNvPr>
          <p:cNvSpPr>
            <a:spLocks xmlns:a="http://schemas.openxmlformats.org/drawingml/2006/main" noGrp="1"/>
          </p:cNvSpPr>
          <p:nvPr>
            <p:ph type="body" idx="1"/>
          </p:nvPr>
        </p:nvSpPr>
        <p:spPr>
          <a:xfrm xmlns:a="http://schemas.openxmlformats.org/drawingml/2006/main">
            <a:off x="711175" y="2660097"/>
            <a:ext cx="7721700" cy="868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ctr">
              <a:lnSpc>
                <a:spcPct val="110000"/>
              </a:lnSpc>
              <a:spcBef>
                <a:spcPts val="225"/>
              </a:spcBef>
              <a:spcAft>
                <a:spcPts val="0"/>
              </a:spcAft>
              <a:buClr>
                <a:srgbClr val="FFFFFF"/>
              </a:buClr>
              <a:buSzPts val="3443"/>
              <a:buFont typeface="Arial"/>
              <a:buNone/>
              <a:defRPr sz="4050" b="0" i="0" u="none" strike="noStrike" cap="none">
                <a:solidFill>
                  <a:srgbClr val="FFFFFF"/>
                </a:solidFill>
                <a:latin typeface="Arial"/>
                <a:ea typeface="Arial"/>
                <a:cs typeface="Arial"/>
              </a:defRPr>
            </a:lvl1pPr>
            <a:lvl2pPr marL="914400" marR="0" indent="-228600" algn="l">
              <a:lnSpc>
                <a:spcPct val="110000"/>
              </a:lnSpc>
              <a:spcBef>
                <a:spcPts val="225"/>
              </a:spcBef>
              <a:spcAft>
                <a:spcPts val="0"/>
              </a:spcAft>
              <a:buClr>
                <a:srgbClr val="FFFFFF"/>
              </a:buClr>
              <a:buSzPts val="1339"/>
              <a:buFont typeface="Arial"/>
              <a:buNone/>
              <a:defRPr sz="1575" b="0" i="0" u="none" strike="noStrike" cap="none">
                <a:solidFill>
                  <a:srgbClr val="FFFFFF"/>
                </a:solidFill>
                <a:latin typeface="Libre Franklin"/>
                <a:ea typeface="Libre Franklin"/>
                <a:cs typeface="Libre Franklin"/>
              </a:defRPr>
            </a:lvl2pPr>
            <a:lvl3pPr marL="1371600" marR="0" indent="-228600" algn="l">
              <a:lnSpc>
                <a:spcPct val="110000"/>
              </a:lnSpc>
              <a:spcBef>
                <a:spcPts val="225"/>
              </a:spcBef>
              <a:spcAft>
                <a:spcPts val="0"/>
              </a:spcAft>
              <a:buClr>
                <a:srgbClr val="FFFFFF"/>
              </a:buClr>
              <a:buSzPts val="1148"/>
              <a:buFont typeface="Arial"/>
              <a:buNone/>
              <a:defRPr sz="1350" b="0" i="0" u="none" strike="noStrike" cap="none">
                <a:solidFill>
                  <a:srgbClr val="FFFFFF"/>
                </a:solidFill>
                <a:latin typeface="Libre Franklin"/>
                <a:ea typeface="Libre Franklin"/>
                <a:cs typeface="Libre Franklin"/>
              </a:defRPr>
            </a:lvl3pPr>
            <a:lvl4pPr marL="18288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4pPr>
            <a:lvl5pPr marL="22860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5pPr>
            <a:lvl6pPr marL="27432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6pPr>
            <a:lvl7pPr marL="32004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7pPr>
            <a:lvl8pPr marL="36576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8pPr>
            <a:lvl9pPr marL="41148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9pPr>
          </a:lstStyle>
          <a:p xmlns:a="http://schemas.openxmlformats.org/drawingml/2006/main">
            <a:endParaRPr/>
          </a:p>
        </p:txBody>
      </p:sp>
      <p:sp>
        <p:nvSpPr>
          <p:cNvPr id="18" name="Google Shape;18;p13">
            <a:extLst xmlns:a="http://schemas.openxmlformats.org/drawingml/2006/main">
              <a:ext uri="{FF2B5EF4-FFF2-40B4-BE49-F238E27FC236}">
                <a16:creationId xmlns:a16="http://schemas.microsoft.com/office/drawing/2014/main" id="{1F967B58-207E-4CAF-9987-7B403E079CCE}"/>
              </a:ext>
            </a:extLst>
          </p:cNvPr>
          <p:cNvSpPr>
            <a:spLocks xmlns:a="http://schemas.openxmlformats.org/drawingml/2006/main" noGrp="1"/>
          </p:cNvSpPr>
          <p:nvPr>
            <p:ph type="sldNum" idx="12"/>
          </p:nvPr>
        </p:nvSpPr>
        <p:spPr>
          <a:xfrm xmlns:a="http://schemas.openxmlformats.org/drawingml/2006/main">
            <a:off x="59342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1pPr>
            <a:lvl2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2pPr>
            <a:lvl3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3pPr>
            <a:lvl4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4pPr>
            <a:lvl5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5pPr>
            <a:lvl6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6pPr>
            <a:lvl7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7pPr>
            <a:lvl8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8pPr>
            <a:lvl9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9pPr>
          </a:lstStyle>
          <a:p xmlns:a="http://schemas.openxmlformats.org/drawingml/2006/main">
            <a:pPr marL="0" lvl="0" indent="0" algn="r">
              <a:spcBef>
                <a:spcPts val="0"/>
              </a:spcBef>
              <a:spcAft>
                <a:spcPts val="0"/>
              </a:spcAft>
              <a:buNone/>
            </a:pPr>
            <a:fld id="{00000000-1234-1234-1234-123412341234}" type="slidenum">
              <a:t>‹#›</a:t>
            </a:fld>
            <a:endParaRPr/>
          </a:p>
        </p:txBody>
      </p:sp>
      <p:sp>
        <p:nvSpPr>
          <p:cNvPr id="19" name="Google Shape;19;p13">
            <a:extLst xmlns:a="http://schemas.openxmlformats.org/drawingml/2006/main">
              <a:ext uri="{FF2B5EF4-FFF2-40B4-BE49-F238E27FC236}">
                <a16:creationId xmlns:a16="http://schemas.microsoft.com/office/drawing/2014/main" id="{96E36342-DEC2-4516-8412-06DDB1DDDC3F}"/>
              </a:ext>
            </a:extLst>
          </p:cNvPr>
          <p:cNvSpPr>
            <a:spLocks xmlns:a="http://schemas.openxmlformats.org/drawingml/2006/main" noGrp="1"/>
          </p:cNvSpPr>
          <p:nvPr>
            <p:ph type="sldNum" idx="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Slide - Light">
  <p:cSld name="Title Slide - Light">
    <p:bg>
      <p:bgPr>
        <a:blipFill xmlns:a="http://schemas.openxmlformats.org/drawingml/2006/main">
          <a:blip xmlns:r="http://schemas.openxmlformats.org/officeDocument/2006/relationships" r:embed="R5ed239c0771e401f">
            <a:alphaModFix/>
          </a:blip>
          <a:stretch>
            <a:fillRect l="0" t="0" r="0" b="0"/>
          </a:stretch>
        </a:blipFill>
      </p:bgPr>
    </p:bg>
    <p:spTree>
      <p:nvGrpSpPr>
        <p:cNvPr id="1" name=""/>
        <p:cNvGrpSpPr/>
        <p:nvPr/>
      </p:nvGrpSpPr>
      <p:grpSpPr>
        <a:xfrm xmlns:a="http://schemas.openxmlformats.org/drawingml/2006/main"/>
      </p:grpSpPr>
      <p:cxnSp>
        <p:nvCxnSpPr>
          <p:cNvPr id="21" name="Google Shape;21;p18">
            <a:extLst xmlns:a="http://schemas.openxmlformats.org/drawingml/2006/main">
              <a:ext uri="{FF2B5EF4-FFF2-40B4-BE49-F238E27FC236}">
                <a16:creationId xmlns:a16="http://schemas.microsoft.com/office/drawing/2014/main" id="{729116B9-9B4E-4972-9AB4-D4ADDEBF76E3}"/>
              </a:ext>
            </a:extLst>
          </p:cNvPr>
          <p:cNvCxnSpPr/>
          <p:nvPr/>
        </p:nvCxnSpPr>
        <p:spPr>
          <a:xfrm xmlns:a="http://schemas.openxmlformats.org/drawingml/2006/main">
            <a:off x="676064" y="2229763"/>
            <a:ext cx="7713961" cy="0"/>
          </a:xfrm>
          <a:prstGeom xmlns:a="http://schemas.openxmlformats.org/drawingml/2006/main" prst="straightConnector1">
            <a:avLst/>
          </a:prstGeom>
          <a:ln xmlns:a="http://schemas.openxmlformats.org/drawingml/2006/main" w="9525" cap="flat">
            <a:solidFill>
              <a:srgbClr val="9D7C2F"/>
            </a:solidFill>
            <a:prstDash val="solid"/>
            <a:miter/>
            <a:headEnd type="none" w="sm" len="sm"/>
            <a:tailEnd type="none" w="sm" len="sm"/>
          </a:ln>
        </p:spPr>
      </p:cxnSp>
      <p:sp>
        <p:nvSpPr>
          <p:cNvPr id="22" name="Google Shape;22;p18">
            <a:extLst xmlns:a="http://schemas.openxmlformats.org/drawingml/2006/main">
              <a:ext uri="{FF2B5EF4-FFF2-40B4-BE49-F238E27FC236}">
                <a16:creationId xmlns:a16="http://schemas.microsoft.com/office/drawing/2014/main" id="{7129C11B-35BB-45DF-B0B0-ED8240199D70}"/>
              </a:ext>
            </a:extLst>
          </p:cNvPr>
          <p:cNvSpPr>
            <a:spLocks xmlns:a="http://schemas.openxmlformats.org/drawingml/2006/main" noGrp="1"/>
          </p:cNvSpPr>
          <p:nvPr>
            <p:ph type="body" idx="1"/>
          </p:nvPr>
        </p:nvSpPr>
        <p:spPr>
          <a:xfrm xmlns:a="http://schemas.openxmlformats.org/drawingml/2006/main">
            <a:off x="600437" y="1553047"/>
            <a:ext cx="7713961" cy="6839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l">
              <a:lnSpc>
                <a:spcPct val="110000"/>
              </a:lnSpc>
              <a:spcBef>
                <a:spcPts val="225"/>
              </a:spcBef>
              <a:spcAft>
                <a:spcPts val="0"/>
              </a:spcAft>
              <a:buClr>
                <a:schemeClr val="accent1"/>
              </a:buClr>
              <a:buSzPts val="2550"/>
              <a:buFont typeface="Arial"/>
              <a:buNone/>
              <a:defRPr sz="3000" b="0" i="0" u="none" strike="noStrike" cap="none">
                <a:solidFill>
                  <a:schemeClr val="lt1"/>
                </a:solidFill>
                <a:latin typeface="Arial"/>
                <a:ea typeface="Arial"/>
                <a:cs typeface="Arial"/>
              </a:defRPr>
            </a:lvl1pPr>
            <a:lvl2pPr marL="914400" marR="0" indent="-228600" algn="l">
              <a:lnSpc>
                <a:spcPct val="110000"/>
              </a:lnSpc>
              <a:spcBef>
                <a:spcPts val="225"/>
              </a:spcBef>
              <a:spcAft>
                <a:spcPts val="0"/>
              </a:spcAft>
              <a:buClr>
                <a:schemeClr val="accent1"/>
              </a:buClr>
              <a:buSzPts val="1339"/>
              <a:buFont typeface="Arial"/>
              <a:buNone/>
              <a:defRPr sz="1575" b="0" i="0" u="none" strike="noStrike" cap="none">
                <a:solidFill>
                  <a:srgbClr val="3F3F3F"/>
                </a:solidFill>
                <a:latin typeface="Libre Franklin"/>
                <a:ea typeface="Libre Franklin"/>
                <a:cs typeface="Libre Franklin"/>
              </a:defRPr>
            </a:lvl2pPr>
            <a:lvl3pPr marL="1371600" marR="0" indent="-228600" algn="l">
              <a:lnSpc>
                <a:spcPct val="110000"/>
              </a:lnSpc>
              <a:spcBef>
                <a:spcPts val="225"/>
              </a:spcBef>
              <a:spcAft>
                <a:spcPts val="0"/>
              </a:spcAft>
              <a:buClr>
                <a:schemeClr val="accent1"/>
              </a:buClr>
              <a:buSzPts val="1148"/>
              <a:buFont typeface="Arial"/>
              <a:buNone/>
              <a:defRPr sz="1350" b="0" i="0" u="none" strike="noStrike" cap="none">
                <a:solidFill>
                  <a:srgbClr val="3F3F3F"/>
                </a:solidFill>
                <a:latin typeface="Libre Franklin"/>
                <a:ea typeface="Libre Franklin"/>
                <a:cs typeface="Libre Franklin"/>
              </a:defRPr>
            </a:lvl3pPr>
            <a:lvl4pPr marL="18288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4pPr>
            <a:lvl5pPr marL="22860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3" name="Google Shape;23;p18">
            <a:extLst xmlns:a="http://schemas.openxmlformats.org/drawingml/2006/main">
              <a:ext uri="{FF2B5EF4-FFF2-40B4-BE49-F238E27FC236}">
                <a16:creationId xmlns:a16="http://schemas.microsoft.com/office/drawing/2014/main" id="{A48C26F2-D76D-4483-AE24-E5B0A2D93169}"/>
              </a:ext>
            </a:extLst>
          </p:cNvPr>
          <p:cNvSpPr>
            <a:spLocks xmlns:a="http://schemas.openxmlformats.org/drawingml/2006/main" noGrp="1"/>
          </p:cNvSpPr>
          <p:nvPr>
            <p:ph type="body" idx="2"/>
          </p:nvPr>
        </p:nvSpPr>
        <p:spPr>
          <a:xfrm xmlns:a="http://schemas.openxmlformats.org/drawingml/2006/main">
            <a:off x="711201" y="2459516"/>
            <a:ext cx="5995988" cy="192560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93370"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1pPr>
            <a:lvl2pPr marL="914400" marR="0" indent="-293369"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2pPr>
            <a:lvl3pPr marL="1371600" marR="0" indent="-277177" algn="l">
              <a:lnSpc>
                <a:spcPct val="110000"/>
              </a:lnSpc>
              <a:spcBef>
                <a:spcPts val="225"/>
              </a:spcBef>
              <a:spcAft>
                <a:spcPts val="0"/>
              </a:spcAft>
              <a:buClr>
                <a:srgbClr val="9D7C2F"/>
              </a:buClr>
              <a:buSzPts val="765"/>
              <a:buFont typeface="Arial"/>
              <a:buChar char="•"/>
              <a:defRPr sz="900" b="0" i="0" u="none" strike="noStrike" cap="none">
                <a:solidFill>
                  <a:schemeClr val="lt1"/>
                </a:solidFill>
                <a:latin typeface="Arial"/>
                <a:ea typeface="Arial"/>
                <a:cs typeface="Arial"/>
              </a:defRPr>
            </a:lvl3pPr>
            <a:lvl4pPr marL="18288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4pPr>
            <a:lvl5pPr marL="22860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4" name="Google Shape;24;p18">
            <a:extLst xmlns:a="http://schemas.openxmlformats.org/drawingml/2006/main">
              <a:ext uri="{FF2B5EF4-FFF2-40B4-BE49-F238E27FC236}">
                <a16:creationId xmlns:a16="http://schemas.microsoft.com/office/drawing/2014/main" id="{ADDBBC79-D57B-4D27-AA97-809BD180B626}"/>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8_Title Slide - Light">
  <p:cSld name="8_Title Slide - Light">
    <p:bg>
      <p:bgPr>
        <a:blipFill xmlns:a="http://schemas.openxmlformats.org/drawingml/2006/main">
          <a:blip xmlns:r="http://schemas.openxmlformats.org/officeDocument/2006/relationships" r:embed="R70496f4e96874b78">
            <a:alphaModFix/>
          </a:blip>
          <a:stretch>
            <a:fillRect l="0" t="0" r="0" b="0"/>
          </a:stretch>
        </a:blipFill>
      </p:bgPr>
    </p:bg>
    <p:spTree>
      <p:nvGrpSpPr>
        <p:cNvPr id="1" name=""/>
        <p:cNvGrpSpPr/>
        <p:nvPr/>
      </p:nvGrpSpPr>
      <p:grpSpPr>
        <a:xfrm xmlns:a="http://schemas.openxmlformats.org/drawingml/2006/main"/>
      </p:grpSpPr>
      <p:sp>
        <p:nvSpPr>
          <p:cNvPr id="62" name="Google Shape;62;p24">
            <a:extLst xmlns:a="http://schemas.openxmlformats.org/drawingml/2006/main">
              <a:ext uri="{FF2B5EF4-FFF2-40B4-BE49-F238E27FC236}">
                <a16:creationId xmlns:a16="http://schemas.microsoft.com/office/drawing/2014/main" id="{F686CD9C-EE87-4E4C-87CD-096DE578C56E}"/>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9_Title Slide - Light">
  <p:cSld name="9_Title Slide - Light">
    <p:bg>
      <p:bgPr>
        <a:blipFill xmlns:a="http://schemas.openxmlformats.org/drawingml/2006/main">
          <a:blip xmlns:r="http://schemas.openxmlformats.org/officeDocument/2006/relationships" r:embed="Rd4d01e86f7ab464d">
            <a:alphaModFix/>
          </a:blip>
          <a:stretch>
            <a:fillRect l="0" t="0" r="0" b="0"/>
          </a:stretch>
        </a:blipFill>
      </p:bgPr>
    </p:bg>
    <p:spTree>
      <p:nvGrpSpPr>
        <p:cNvPr id="1" name=""/>
        <p:cNvGrpSpPr/>
        <p:nvPr/>
      </p:nvGrpSpPr>
      <p:grpSpPr>
        <a:xfrm xmlns:a="http://schemas.openxmlformats.org/drawingml/2006/main"/>
      </p:grpSpPr>
      <p:sp>
        <p:nvSpPr>
          <p:cNvPr id="64" name="Google Shape;64;p25">
            <a:extLst xmlns:a="http://schemas.openxmlformats.org/drawingml/2006/main">
              <a:ext uri="{FF2B5EF4-FFF2-40B4-BE49-F238E27FC236}">
                <a16:creationId xmlns:a16="http://schemas.microsoft.com/office/drawing/2014/main" id="{05B34F6B-D3D8-489F-94DA-594A28D31DB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f883f81285c443a" /><Relationship Type="http://schemas.openxmlformats.org/officeDocument/2006/relationships/slideLayout" Target="/ppt/slideLayouts/slideLayout1.xml" Id="R00cf53ddc9394f8f" /><Relationship Type="http://schemas.openxmlformats.org/officeDocument/2006/relationships/slideLayout" Target="/ppt/slideLayouts/slideLayout2.xml" Id="R5edc0bc1e6c94d9c" /><Relationship Type="http://schemas.openxmlformats.org/officeDocument/2006/relationships/slideLayout" Target="/ppt/slideLayouts/slideLayout3.xml" Id="Re5689a3dd50342cf" /><Relationship Type="http://schemas.openxmlformats.org/officeDocument/2006/relationships/slideLayout" Target="/ppt/slideLayouts/slideLayout4.xml" Id="R79ee15febe0148ba" /><Relationship Type="http://schemas.openxmlformats.org/officeDocument/2006/relationships/slideLayout" Target="/ppt/slideLayouts/slideLayout5.xml" Id="R9948e70101564c11"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00cf53ddc9394f8f"/>
    <p:sldLayoutId xmlns:r="http://schemas.openxmlformats.org/officeDocument/2006/relationships" id="2147483650" r:id="R5edc0bc1e6c94d9c"/>
    <p:sldLayoutId xmlns:r="http://schemas.openxmlformats.org/officeDocument/2006/relationships" id="2147483651" r:id="Re5689a3dd50342cf"/>
    <p:sldLayoutId xmlns:r="http://schemas.openxmlformats.org/officeDocument/2006/relationships" id="2147483652" r:id="R79ee15febe0148ba"/>
    <p:sldLayoutId xmlns:r="http://schemas.openxmlformats.org/officeDocument/2006/relationships" id="2147483653" r:id="R9948e70101564c11"/>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55b421e2270741b9" /><Relationship Type="http://schemas.openxmlformats.org/officeDocument/2006/relationships/notesSlide" Target="/ppt/notesSlides/notesSlide1.xml" Id="R8d64dccdad084b94"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3391afe8c21a4f22" /><Relationship Type="http://schemas.openxmlformats.org/officeDocument/2006/relationships/notesSlide" Target="/ppt/notesSlides/notesSlide2.xml" Id="R48b4a4b82f714d99"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00e2111c193f42a8" /><Relationship Type="http://schemas.openxmlformats.org/officeDocument/2006/relationships/notesSlide" Target="/ppt/notesSlides/notesSlide3.xml" Id="R52bb3a3d1e83445f"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6c0ae8f07d2748be" /><Relationship Type="http://schemas.openxmlformats.org/officeDocument/2006/relationships/notesSlide" Target="/ppt/notesSlides/notesSlide4.xml" Id="Ra462d4ee00914e13"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bb4bfc8f7eae47d5" /><Relationship Type="http://schemas.openxmlformats.org/officeDocument/2006/relationships/notesSlide" Target="/ppt/notesSlides/notesSlide5.xml" Id="R288134a4e29349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75e435fce5e6465c" /><Relationship Type="http://schemas.openxmlformats.org/officeDocument/2006/relationships/notesSlide" Target="/ppt/notesSlides/notesSlide6.xml" Id="Re87d46b97f614a3d"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5cbdf0d131bf40e4" /><Relationship Type="http://schemas.openxmlformats.org/officeDocument/2006/relationships/notesSlide" Target="/ppt/notesSlides/notesSlide7.xml" Id="R12be16ee13db437c"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7a00056589f2473a" /><Relationship Type="http://schemas.openxmlformats.org/officeDocument/2006/relationships/image" Target="/ppt/media/image.png" Id="Rf8a64b07a55347e6" /><Relationship Type="http://schemas.openxmlformats.org/officeDocument/2006/relationships/notesSlide" Target="/ppt/notesSlides/notesSlide8.xml" Id="Rb70d8e79a94a41b7"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4783984905fd428d" /><Relationship Type="http://schemas.openxmlformats.org/officeDocument/2006/relationships/notesSlide" Target="/ppt/notesSlides/notesSlide9.xml" Id="Rc5de7439f773444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573cb0f02d334036" /><Relationship Type="http://schemas.openxmlformats.org/officeDocument/2006/relationships/notesSlide" Target="/ppt/notesSlides/notesSlide10.xml" Id="Ra195058414214386"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DE87B26-18C7-45F5-93FF-53ED48BFE142}"/>
              </a:ext>
            </a:extLst>
          </p:cNvPr>
          <p:cNvSpPr>
            <a:spLocks xmlns:a="http://schemas.openxmlformats.org/drawingml/2006/main" noGrp="1"/>
          </p:cNvSpPr>
          <p:nvPr/>
        </p:nvSpPr>
        <p:spPr>
          <a:xfrm xmlns:a="http://schemas.openxmlformats.org/drawingml/2006/main">
            <a:off x="904875" y="2247900"/>
            <a:ext cx="7334250" cy="1362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4125" b="0" i="0">
                <a:solidFill>
                  <a:srgbClr val="FFFFFF"/>
                </a:solidFill>
              </a:defRPr>
            </a:defPPr>
            <a:lvl1pPr algn="ctr">
              <a:defRPr sz="4125" b="0" i="0">
                <a:solidFill>
                  <a:srgbClr val="FFFFFF"/>
                </a:solidFill>
              </a:defRPr>
            </a:lvl1pPr>
            <a:lvl2pPr algn="ctr">
              <a:defRPr sz="4125" b="0" i="0">
                <a:solidFill>
                  <a:srgbClr val="FFFFFF"/>
                </a:solidFill>
              </a:defRPr>
            </a:lvl2pPr>
            <a:lvl3pPr algn="ctr">
              <a:defRPr sz="4125" b="0" i="0">
                <a:solidFill>
                  <a:srgbClr val="FFFFFF"/>
                </a:solidFill>
              </a:defRPr>
            </a:lvl3pPr>
            <a:lvl4pPr algn="ctr">
              <a:defRPr sz="4125" b="0" i="0">
                <a:solidFill>
                  <a:srgbClr val="FFFFFF"/>
                </a:solidFill>
              </a:defRPr>
            </a:lvl4pPr>
            <a:lvl5pPr algn="ctr">
              <a:defRPr sz="4125" b="0" i="0">
                <a:solidFill>
                  <a:srgbClr val="FFFFFF"/>
                </a:solidFill>
              </a:defRPr>
            </a:lvl5pPr>
            <a:lvl6pPr algn="ctr">
              <a:defRPr sz="4125" b="0" i="0">
                <a:solidFill>
                  <a:srgbClr val="FFFFFF"/>
                </a:solidFill>
              </a:defRPr>
            </a:lvl6pPr>
            <a:lvl7pPr algn="ctr">
              <a:defRPr sz="4125" b="0" i="0">
                <a:solidFill>
                  <a:srgbClr val="FFFFFF"/>
                </a:solidFill>
              </a:defRPr>
            </a:lvl7pPr>
            <a:lvl8pPr algn="ctr">
              <a:defRPr sz="4125" b="0" i="0">
                <a:solidFill>
                  <a:srgbClr val="FFFFFF"/>
                </a:solidFill>
              </a:defRPr>
            </a:lvl8pPr>
            <a:lvl9pPr algn="ctr">
              <a:defRPr sz="4125" b="0" i="0">
                <a:solidFill>
                  <a:srgbClr val="FFFFFF"/>
                </a:solidFill>
              </a:defRPr>
            </a:lvl9pPr>
          </a:lstStyle>
          <a:p xmlns:a="http://schemas.openxmlformats.org/drawingml/2006/main">
            <a:pPr algn="ctr">
              <a:defRPr sz="4125" b="0" i="0">
                <a:solidFill>
                  <a:srgbClr val="FFFFFF"/>
                </a:solidFill>
              </a:defRPr>
            </a:pPr>
            <a:r>
              <a:rPr sz="4125" b="0" i="0">
                <a:solidFill>
                  <a:srgbClr val="FFFFFF"/>
                </a:solidFill>
              </a:rPr>
              <a:t>Engineering at</a:t>
            </a:r>
          </a:p>
          <a:p xmlns:a="http://schemas.openxmlformats.org/drawingml/2006/main">
            <a:pPr algn="ctr">
              <a:defRPr sz="4125" b="0" i="0">
                <a:solidFill>
                  <a:srgbClr val="FFFFFF"/>
                </a:solidFill>
              </a:defRPr>
            </a:pPr>
            <a:r>
              <a:rPr sz="4125" b="0" i="0">
                <a:solidFill>
                  <a:srgbClr val="FFFFFF"/>
                </a:solidFill>
              </a:rPr>
              <a:t>The Kinetic Group</a:t>
            </a:r>
          </a:p>
        </p:txBody>
      </p:sp>
      <p:sp>
        <p:nvSpPr>
          <p:cNvPr id="2" name="">
            <a:extLst xmlns:a="http://schemas.openxmlformats.org/drawingml/2006/main">
              <a:ext uri="{FF2B5EF4-FFF2-40B4-BE49-F238E27FC236}">
                <a16:creationId xmlns:a16="http://schemas.microsoft.com/office/drawing/2014/main" id="{4ABA60F8-29B6-4B9A-85ED-6AC64EC1527C}"/>
              </a:ext>
            </a:extLst>
          </p:cNvPr>
          <p:cNvSpPr>
            <a:spLocks xmlns:a="http://schemas.openxmlformats.org/drawingml/2006/main" noGrp="1"/>
          </p:cNvSpPr>
          <p:nvPr/>
        </p:nvSpPr>
        <p:spPr>
          <a:xfrm xmlns:a="http://schemas.openxmlformats.org/drawingml/2006/main">
            <a:off x="952500" y="4286250"/>
            <a:ext cx="7239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2250" b="0" i="0">
                <a:solidFill>
                  <a:srgbClr val="FFFFFF"/>
                </a:solidFill>
              </a:defRPr>
            </a:defPPr>
            <a:lvl1pPr algn="ctr">
              <a:defRPr sz="2250" b="0" i="0">
                <a:solidFill>
                  <a:srgbClr val="FFFFFF"/>
                </a:solidFill>
              </a:defRPr>
            </a:lvl1pPr>
            <a:lvl2pPr algn="ctr">
              <a:defRPr sz="2250" b="0" i="0">
                <a:solidFill>
                  <a:srgbClr val="FFFFFF"/>
                </a:solidFill>
              </a:defRPr>
            </a:lvl2pPr>
            <a:lvl3pPr algn="ctr">
              <a:defRPr sz="2250" b="0" i="0">
                <a:solidFill>
                  <a:srgbClr val="FFFFFF"/>
                </a:solidFill>
              </a:defRPr>
            </a:lvl3pPr>
            <a:lvl4pPr algn="ctr">
              <a:defRPr sz="2250" b="0" i="0">
                <a:solidFill>
                  <a:srgbClr val="FFFFFF"/>
                </a:solidFill>
              </a:defRPr>
            </a:lvl4pPr>
            <a:lvl5pPr algn="ctr">
              <a:defRPr sz="2250" b="0" i="0">
                <a:solidFill>
                  <a:srgbClr val="FFFFFF"/>
                </a:solidFill>
              </a:defRPr>
            </a:lvl5pPr>
            <a:lvl6pPr algn="ctr">
              <a:defRPr sz="2250" b="0" i="0">
                <a:solidFill>
                  <a:srgbClr val="FFFFFF"/>
                </a:solidFill>
              </a:defRPr>
            </a:lvl6pPr>
            <a:lvl7pPr algn="ctr">
              <a:defRPr sz="2250" b="0" i="0">
                <a:solidFill>
                  <a:srgbClr val="FFFFFF"/>
                </a:solidFill>
              </a:defRPr>
            </a:lvl7pPr>
            <a:lvl8pPr algn="ctr">
              <a:defRPr sz="2250" b="0" i="0">
                <a:solidFill>
                  <a:srgbClr val="FFFFFF"/>
                </a:solidFill>
              </a:defRPr>
            </a:lvl8pPr>
            <a:lvl9pPr algn="ctr">
              <a:defRPr sz="2250" b="0" i="0">
                <a:solidFill>
                  <a:srgbClr val="FFFFFF"/>
                </a:solidFill>
              </a:defRPr>
            </a:lvl9pPr>
          </a:lstStyle>
          <a:p xmlns:a="http://schemas.openxmlformats.org/drawingml/2006/main">
            <a:pPr algn="ctr">
              <a:defRPr sz="2250" b="0" i="0">
                <a:solidFill>
                  <a:srgbClr val="FFFFFF"/>
                </a:solidFill>
              </a:defRPr>
            </a:pPr>
            <a:r>
              <a:rPr sz="2250" b="0" i="0">
                <a:solidFill>
                  <a:srgbClr val="FFFFFF"/>
                </a:solidFill>
              </a:rPr>
              <a:t>Brad Daugherty  •  Wesley Siharath</a:t>
            </a:r>
          </a:p>
        </p:txBody>
      </p:sp>
      <p:sp>
        <p:nvSpPr>
          <p:cNvPr id="3" name="">
            <a:extLst xmlns:a="http://schemas.openxmlformats.org/drawingml/2006/main">
              <a:ext uri="{FF2B5EF4-FFF2-40B4-BE49-F238E27FC236}">
                <a16:creationId xmlns:a16="http://schemas.microsoft.com/office/drawing/2014/main" id="{7B96AC22-F9C7-4365-8E03-CDD4D7110DBE}"/>
              </a:ext>
            </a:extLst>
          </p:cNvPr>
          <p:cNvSpPr>
            <a:spLocks xmlns:a="http://schemas.openxmlformats.org/drawingml/2006/main" noGrp="1"/>
          </p:cNvSpPr>
          <p:nvPr/>
        </p:nvSpPr>
        <p:spPr>
          <a:xfrm xmlns:a="http://schemas.openxmlformats.org/drawingml/2006/main">
            <a:off x="1238250" y="5019675"/>
            <a:ext cx="666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650" b="0" i="0">
                <a:solidFill>
                  <a:srgbClr val="D5D8DA"/>
                </a:solidFill>
              </a:defRPr>
            </a:defPPr>
            <a:lvl1pPr algn="ctr">
              <a:defRPr sz="1650" b="0" i="0">
                <a:solidFill>
                  <a:srgbClr val="D5D8DA"/>
                </a:solidFill>
              </a:defRPr>
            </a:lvl1pPr>
            <a:lvl2pPr algn="ctr">
              <a:defRPr sz="1650" b="0" i="0">
                <a:solidFill>
                  <a:srgbClr val="D5D8DA"/>
                </a:solidFill>
              </a:defRPr>
            </a:lvl2pPr>
            <a:lvl3pPr algn="ctr">
              <a:defRPr sz="1650" b="0" i="0">
                <a:solidFill>
                  <a:srgbClr val="D5D8DA"/>
                </a:solidFill>
              </a:defRPr>
            </a:lvl3pPr>
            <a:lvl4pPr algn="ctr">
              <a:defRPr sz="1650" b="0" i="0">
                <a:solidFill>
                  <a:srgbClr val="D5D8DA"/>
                </a:solidFill>
              </a:defRPr>
            </a:lvl4pPr>
            <a:lvl5pPr algn="ctr">
              <a:defRPr sz="1650" b="0" i="0">
                <a:solidFill>
                  <a:srgbClr val="D5D8DA"/>
                </a:solidFill>
              </a:defRPr>
            </a:lvl5pPr>
            <a:lvl6pPr algn="ctr">
              <a:defRPr sz="1650" b="0" i="0">
                <a:solidFill>
                  <a:srgbClr val="D5D8DA"/>
                </a:solidFill>
              </a:defRPr>
            </a:lvl6pPr>
            <a:lvl7pPr algn="ctr">
              <a:defRPr sz="1650" b="0" i="0">
                <a:solidFill>
                  <a:srgbClr val="D5D8DA"/>
                </a:solidFill>
              </a:defRPr>
            </a:lvl7pPr>
            <a:lvl8pPr algn="ctr">
              <a:defRPr sz="1650" b="0" i="0">
                <a:solidFill>
                  <a:srgbClr val="D5D8DA"/>
                </a:solidFill>
              </a:defRPr>
            </a:lvl8pPr>
            <a:lvl9pPr algn="ctr">
              <a:defRPr sz="1650" b="0" i="0">
                <a:solidFill>
                  <a:srgbClr val="D5D8DA"/>
                </a:solidFill>
              </a:defRPr>
            </a:lvl9pPr>
          </a:lstStyle>
          <a:p xmlns:a="http://schemas.openxmlformats.org/drawingml/2006/main">
            <a:pPr algn="ctr">
              <a:defRPr sz="1650" b="0" i="0">
                <a:solidFill>
                  <a:srgbClr val="D5D8DA"/>
                </a:solidFill>
              </a:defRPr>
            </a:pPr>
            <a:r>
              <a:rPr sz="1650" b="0" i="0">
                <a:solidFill>
                  <a:srgbClr val="D5D8DA"/>
                </a:solidFill>
              </a:rPr>
              <a:t>Go 4th Fridays  ·  October 23, 2026</a:t>
            </a:r>
          </a:p>
        </p:txBody>
      </p:sp>
      <p:sp>
        <p:nvSpPr>
          <p:cNvPr id="4" name="">
            <a:extLst xmlns:a="http://schemas.openxmlformats.org/drawingml/2006/main">
              <a:ext uri="{FF2B5EF4-FFF2-40B4-BE49-F238E27FC236}">
                <a16:creationId xmlns:a16="http://schemas.microsoft.com/office/drawing/2014/main" id="{1675AF90-ACB1-4495-A523-4F205D0DBC90}"/>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1</a:t>
            </a:r>
          </a:p>
        </p:txBody>
      </p:sp>
    </p:spTree>
    <p:extLst>
      <p:ext uri="{BB962C8B-B14F-4D97-AF65-F5344CB8AC3E}">
        <p14:creationId xmlns:p14="http://schemas.microsoft.com/office/powerpoint/2010/main" val="66711338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AC693DC-ADB3-44BD-B760-D12C9945D0C8}"/>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Writing the next rules</a:t>
            </a:r>
          </a:p>
        </p:txBody>
      </p:sp>
      <p:sp>
        <p:nvSpPr>
          <p:cNvPr id="2" name="">
            <a:extLst xmlns:a="http://schemas.openxmlformats.org/drawingml/2006/main">
              <a:ext uri="{FF2B5EF4-FFF2-40B4-BE49-F238E27FC236}">
                <a16:creationId xmlns:a16="http://schemas.microsoft.com/office/drawing/2014/main" id="{12D3E71C-AF76-4283-BA53-B68DB0444A6C}"/>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2</a:t>
            </a:r>
          </a:p>
        </p:txBody>
      </p:sp>
      <p:sp>
        <p:nvSpPr>
          <p:cNvPr id="3" name="">
            <a:extLst xmlns:a="http://schemas.openxmlformats.org/drawingml/2006/main">
              <a:ext uri="{FF2B5EF4-FFF2-40B4-BE49-F238E27FC236}">
                <a16:creationId xmlns:a16="http://schemas.microsoft.com/office/drawing/2014/main" id="{49832774-3187-4D2C-A6F6-52F25DFA0796}"/>
              </a:ext>
            </a:extLst>
          </p:cNvPr>
          <p:cNvSpPr>
            <a:spLocks xmlns:a="http://schemas.openxmlformats.org/drawingml/2006/main" noGrp="1"/>
          </p:cNvSpPr>
          <p:nvPr/>
        </p:nvSpPr>
        <p:spPr>
          <a:xfrm xmlns:a="http://schemas.openxmlformats.org/drawingml/2006/main">
            <a:off x="7239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defRPr sz="4200" b="1" i="0">
                <a:solidFill>
                  <a:srgbClr val="BEA06A"/>
                </a:solidFill>
              </a:defRPr>
            </a:lvl1pPr>
            <a:lvl2pPr algn="l">
              <a:defRPr sz="4200" b="1" i="0">
                <a:solidFill>
                  <a:srgbClr val="BEA06A"/>
                </a:solidFill>
              </a:defRPr>
            </a:lvl2pPr>
            <a:lvl3pPr algn="l">
              <a:defRPr sz="4200" b="1" i="0">
                <a:solidFill>
                  <a:srgbClr val="BEA06A"/>
                </a:solidFill>
              </a:defRPr>
            </a:lvl3pPr>
            <a:lvl4pPr algn="l">
              <a:defRPr sz="4200" b="1" i="0">
                <a:solidFill>
                  <a:srgbClr val="BEA06A"/>
                </a:solidFill>
              </a:defRPr>
            </a:lvl4pPr>
            <a:lvl5pPr algn="l">
              <a:defRPr sz="4200" b="1" i="0">
                <a:solidFill>
                  <a:srgbClr val="BEA06A"/>
                </a:solidFill>
              </a:defRPr>
            </a:lvl5pPr>
            <a:lvl6pPr algn="l">
              <a:defRPr sz="4200" b="1" i="0">
                <a:solidFill>
                  <a:srgbClr val="BEA06A"/>
                </a:solidFill>
              </a:defRPr>
            </a:lvl6pPr>
            <a:lvl7pPr algn="l">
              <a:defRPr sz="4200" b="1" i="0">
                <a:solidFill>
                  <a:srgbClr val="BEA06A"/>
                </a:solidFill>
              </a:defRPr>
            </a:lvl7pPr>
            <a:lvl8pPr algn="l">
              <a:defRPr sz="4200" b="1" i="0">
                <a:solidFill>
                  <a:srgbClr val="BEA06A"/>
                </a:solidFill>
              </a:defRPr>
            </a:lvl8pPr>
            <a:lvl9pPr algn="l">
              <a:defRPr sz="4200" b="1" i="0">
                <a:solidFill>
                  <a:srgbClr val="BEA06A"/>
                </a:solidFill>
              </a:defRPr>
            </a:lvl9pPr>
          </a:lstStyle>
          <a:p xmlns:a="http://schemas.openxmlformats.org/drawingml/2006/main">
            <a:pPr algn="l">
              <a:defRPr sz="4200" b="1" i="0">
                <a:solidFill>
                  <a:srgbClr val="BEA06A"/>
                </a:solidFill>
              </a:defRPr>
            </a:pPr>
            <a:r>
              <a:rPr sz="4200" b="1" i="0">
                <a:solidFill>
                  <a:srgbClr val="BEA06A"/>
                </a:solidFill>
              </a:rPr>
              <a:t>1816</a:t>
            </a:r>
          </a:p>
        </p:txBody>
      </p:sp>
      <p:sp>
        <p:nvSpPr>
          <p:cNvPr id="4" name="">
            <a:extLst xmlns:a="http://schemas.openxmlformats.org/drawingml/2006/main">
              <a:ext uri="{FF2B5EF4-FFF2-40B4-BE49-F238E27FC236}">
                <a16:creationId xmlns:a16="http://schemas.microsoft.com/office/drawing/2014/main" id="{421BD8B3-06FE-4F59-B92D-DF17072E027D}"/>
              </a:ext>
            </a:extLst>
          </p:cNvPr>
          <p:cNvSpPr>
            <a:spLocks xmlns:a="http://schemas.openxmlformats.org/drawingml/2006/main" noGrp="1"/>
          </p:cNvSpPr>
          <p:nvPr/>
        </p:nvSpPr>
        <p:spPr>
          <a:xfrm xmlns:a="http://schemas.openxmlformats.org/drawingml/2006/main">
            <a:off x="7239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Remington</a:t>
            </a:r>
          </a:p>
        </p:txBody>
      </p:sp>
      <p:sp>
        <p:nvSpPr>
          <p:cNvPr id="5" name="">
            <a:extLst xmlns:a="http://schemas.openxmlformats.org/drawingml/2006/main">
              <a:ext uri="{FF2B5EF4-FFF2-40B4-BE49-F238E27FC236}">
                <a16:creationId xmlns:a16="http://schemas.microsoft.com/office/drawing/2014/main" id="{764AA312-8600-4239-839A-62BFEBAC26C2}"/>
              </a:ext>
            </a:extLst>
          </p:cNvPr>
          <p:cNvSpPr>
            <a:spLocks xmlns:a="http://schemas.openxmlformats.org/drawingml/2006/main" noGrp="1"/>
          </p:cNvSpPr>
          <p:nvPr/>
        </p:nvSpPr>
        <p:spPr>
          <a:xfrm xmlns:a="http://schemas.openxmlformats.org/drawingml/2006/main">
            <a:off x="34290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defRPr sz="4200" b="1" i="0">
                <a:solidFill>
                  <a:srgbClr val="BEA06A"/>
                </a:solidFill>
              </a:defRPr>
            </a:lvl1pPr>
            <a:lvl2pPr algn="l">
              <a:defRPr sz="4200" b="1" i="0">
                <a:solidFill>
                  <a:srgbClr val="BEA06A"/>
                </a:solidFill>
              </a:defRPr>
            </a:lvl2pPr>
            <a:lvl3pPr algn="l">
              <a:defRPr sz="4200" b="1" i="0">
                <a:solidFill>
                  <a:srgbClr val="BEA06A"/>
                </a:solidFill>
              </a:defRPr>
            </a:lvl3pPr>
            <a:lvl4pPr algn="l">
              <a:defRPr sz="4200" b="1" i="0">
                <a:solidFill>
                  <a:srgbClr val="BEA06A"/>
                </a:solidFill>
              </a:defRPr>
            </a:lvl4pPr>
            <a:lvl5pPr algn="l">
              <a:defRPr sz="4200" b="1" i="0">
                <a:solidFill>
                  <a:srgbClr val="BEA06A"/>
                </a:solidFill>
              </a:defRPr>
            </a:lvl5pPr>
            <a:lvl6pPr algn="l">
              <a:defRPr sz="4200" b="1" i="0">
                <a:solidFill>
                  <a:srgbClr val="BEA06A"/>
                </a:solidFill>
              </a:defRPr>
            </a:lvl6pPr>
            <a:lvl7pPr algn="l">
              <a:defRPr sz="4200" b="1" i="0">
                <a:solidFill>
                  <a:srgbClr val="BEA06A"/>
                </a:solidFill>
              </a:defRPr>
            </a:lvl7pPr>
            <a:lvl8pPr algn="l">
              <a:defRPr sz="4200" b="1" i="0">
                <a:solidFill>
                  <a:srgbClr val="BEA06A"/>
                </a:solidFill>
              </a:defRPr>
            </a:lvl8pPr>
            <a:lvl9pPr algn="l">
              <a:defRPr sz="4200" b="1" i="0">
                <a:solidFill>
                  <a:srgbClr val="BEA06A"/>
                </a:solidFill>
              </a:defRPr>
            </a:lvl9pPr>
          </a:lstStyle>
          <a:p xmlns:a="http://schemas.openxmlformats.org/drawingml/2006/main">
            <a:pPr algn="l">
              <a:defRPr sz="4200" b="1" i="0">
                <a:solidFill>
                  <a:srgbClr val="BEA06A"/>
                </a:solidFill>
              </a:defRPr>
            </a:pPr>
            <a:r>
              <a:rPr sz="4200" b="1" i="0">
                <a:solidFill>
                  <a:srgbClr val="BEA06A"/>
                </a:solidFill>
              </a:rPr>
              <a:t>1969</a:t>
            </a:r>
          </a:p>
        </p:txBody>
      </p:sp>
      <p:sp>
        <p:nvSpPr>
          <p:cNvPr id="6" name="">
            <a:extLst xmlns:a="http://schemas.openxmlformats.org/drawingml/2006/main">
              <a:ext uri="{FF2B5EF4-FFF2-40B4-BE49-F238E27FC236}">
                <a16:creationId xmlns:a16="http://schemas.microsoft.com/office/drawing/2014/main" id="{20E15801-E743-4600-BC18-DB830F99A579}"/>
              </a:ext>
            </a:extLst>
          </p:cNvPr>
          <p:cNvSpPr>
            <a:spLocks xmlns:a="http://schemas.openxmlformats.org/drawingml/2006/main" noGrp="1"/>
          </p:cNvSpPr>
          <p:nvPr/>
        </p:nvSpPr>
        <p:spPr>
          <a:xfrm xmlns:a="http://schemas.openxmlformats.org/drawingml/2006/main">
            <a:off x="34290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Lonoke, Arkansas</a:t>
            </a:r>
          </a:p>
        </p:txBody>
      </p:sp>
      <p:sp>
        <p:nvSpPr>
          <p:cNvPr id="7" name="">
            <a:extLst xmlns:a="http://schemas.openxmlformats.org/drawingml/2006/main">
              <a:ext uri="{FF2B5EF4-FFF2-40B4-BE49-F238E27FC236}">
                <a16:creationId xmlns:a16="http://schemas.microsoft.com/office/drawing/2014/main" id="{D177DCFC-C46C-479B-87AD-CF5C7CAB4F2F}"/>
              </a:ext>
            </a:extLst>
          </p:cNvPr>
          <p:cNvSpPr>
            <a:spLocks xmlns:a="http://schemas.openxmlformats.org/drawingml/2006/main" noGrp="1"/>
          </p:cNvSpPr>
          <p:nvPr/>
        </p:nvSpPr>
        <p:spPr>
          <a:xfrm xmlns:a="http://schemas.openxmlformats.org/drawingml/2006/main">
            <a:off x="62103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defRPr sz="4200" b="1" i="0">
                <a:solidFill>
                  <a:srgbClr val="BEA06A"/>
                </a:solidFill>
              </a:defRPr>
            </a:lvl1pPr>
            <a:lvl2pPr algn="l">
              <a:defRPr sz="4200" b="1" i="0">
                <a:solidFill>
                  <a:srgbClr val="BEA06A"/>
                </a:solidFill>
              </a:defRPr>
            </a:lvl2pPr>
            <a:lvl3pPr algn="l">
              <a:defRPr sz="4200" b="1" i="0">
                <a:solidFill>
                  <a:srgbClr val="BEA06A"/>
                </a:solidFill>
              </a:defRPr>
            </a:lvl3pPr>
            <a:lvl4pPr algn="l">
              <a:defRPr sz="4200" b="1" i="0">
                <a:solidFill>
                  <a:srgbClr val="BEA06A"/>
                </a:solidFill>
              </a:defRPr>
            </a:lvl4pPr>
            <a:lvl5pPr algn="l">
              <a:defRPr sz="4200" b="1" i="0">
                <a:solidFill>
                  <a:srgbClr val="BEA06A"/>
                </a:solidFill>
              </a:defRPr>
            </a:lvl5pPr>
            <a:lvl6pPr algn="l">
              <a:defRPr sz="4200" b="1" i="0">
                <a:solidFill>
                  <a:srgbClr val="BEA06A"/>
                </a:solidFill>
              </a:defRPr>
            </a:lvl6pPr>
            <a:lvl7pPr algn="l">
              <a:defRPr sz="4200" b="1" i="0">
                <a:solidFill>
                  <a:srgbClr val="BEA06A"/>
                </a:solidFill>
              </a:defRPr>
            </a:lvl7pPr>
            <a:lvl8pPr algn="l">
              <a:defRPr sz="4200" b="1" i="0">
                <a:solidFill>
                  <a:srgbClr val="BEA06A"/>
                </a:solidFill>
              </a:defRPr>
            </a:lvl8pPr>
            <a:lvl9pPr algn="l">
              <a:defRPr sz="4200" b="1" i="0">
                <a:solidFill>
                  <a:srgbClr val="BEA06A"/>
                </a:solidFill>
              </a:defRPr>
            </a:lvl9pPr>
          </a:lstStyle>
          <a:p xmlns:a="http://schemas.openxmlformats.org/drawingml/2006/main">
            <a:pPr algn="l">
              <a:defRPr sz="4200" b="1" i="0">
                <a:solidFill>
                  <a:srgbClr val="BEA06A"/>
                </a:solidFill>
              </a:defRPr>
            </a:pPr>
            <a:r>
              <a:rPr sz="4200" b="1" i="0">
                <a:solidFill>
                  <a:srgbClr val="BEA06A"/>
                </a:solidFill>
              </a:rPr>
              <a:t>NEXT</a:t>
            </a:r>
          </a:p>
        </p:txBody>
      </p:sp>
      <p:sp>
        <p:nvSpPr>
          <p:cNvPr id="8" name="">
            <a:extLst xmlns:a="http://schemas.openxmlformats.org/drawingml/2006/main">
              <a:ext uri="{FF2B5EF4-FFF2-40B4-BE49-F238E27FC236}">
                <a16:creationId xmlns:a16="http://schemas.microsoft.com/office/drawing/2014/main" id="{C3484B32-C19C-486F-BA3A-43B81D9CF873}"/>
              </a:ext>
            </a:extLst>
          </p:cNvPr>
          <p:cNvSpPr>
            <a:spLocks xmlns:a="http://schemas.openxmlformats.org/drawingml/2006/main" noGrp="1"/>
          </p:cNvSpPr>
          <p:nvPr/>
        </p:nvSpPr>
        <p:spPr>
          <a:xfrm xmlns:a="http://schemas.openxmlformats.org/drawingml/2006/main">
            <a:off x="62103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Remington + TKG</a:t>
            </a:r>
          </a:p>
        </p:txBody>
      </p:sp>
      <p:sp>
        <p:nvSpPr>
          <p:cNvPr id="9" name="">
            <a:extLst xmlns:a="http://schemas.openxmlformats.org/drawingml/2006/main">
              <a:ext uri="{FF2B5EF4-FFF2-40B4-BE49-F238E27FC236}">
                <a16:creationId xmlns:a16="http://schemas.microsoft.com/office/drawing/2014/main" id="{E4838EB9-11B7-4449-9E65-E46A7DE866D0}"/>
              </a:ext>
            </a:extLst>
          </p:cNvPr>
          <p:cNvSpPr>
            <a:spLocks xmlns:a="http://schemas.openxmlformats.org/drawingml/2006/main" noGrp="1"/>
          </p:cNvSpPr>
          <p:nvPr/>
        </p:nvSpPr>
        <p:spPr>
          <a:xfrm xmlns:a="http://schemas.openxmlformats.org/drawingml/2006/main">
            <a:off x="723900" y="5124450"/>
            <a:ext cx="7858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i="0">
                <a:solidFill>
                  <a:srgbClr val="FFFFFF"/>
                </a:solidFill>
              </a:defRPr>
            </a:defPPr>
            <a:lvl1pPr algn="l">
              <a:defRPr sz="2550" b="1" i="0">
                <a:solidFill>
                  <a:srgbClr val="FFFFFF"/>
                </a:solidFill>
              </a:defRPr>
            </a:lvl1pPr>
            <a:lvl2pPr algn="l">
              <a:defRPr sz="2550" b="1" i="0">
                <a:solidFill>
                  <a:srgbClr val="FFFFFF"/>
                </a:solidFill>
              </a:defRPr>
            </a:lvl2pPr>
            <a:lvl3pPr algn="l">
              <a:defRPr sz="2550" b="1" i="0">
                <a:solidFill>
                  <a:srgbClr val="FFFFFF"/>
                </a:solidFill>
              </a:defRPr>
            </a:lvl3pPr>
            <a:lvl4pPr algn="l">
              <a:defRPr sz="2550" b="1" i="0">
                <a:solidFill>
                  <a:srgbClr val="FFFFFF"/>
                </a:solidFill>
              </a:defRPr>
            </a:lvl4pPr>
            <a:lvl5pPr algn="l">
              <a:defRPr sz="2550" b="1" i="0">
                <a:solidFill>
                  <a:srgbClr val="FFFFFF"/>
                </a:solidFill>
              </a:defRPr>
            </a:lvl5pPr>
            <a:lvl6pPr algn="l">
              <a:defRPr sz="2550" b="1" i="0">
                <a:solidFill>
                  <a:srgbClr val="FFFFFF"/>
                </a:solidFill>
              </a:defRPr>
            </a:lvl6pPr>
            <a:lvl7pPr algn="l">
              <a:defRPr sz="2550" b="1" i="0">
                <a:solidFill>
                  <a:srgbClr val="FFFFFF"/>
                </a:solidFill>
              </a:defRPr>
            </a:lvl7pPr>
            <a:lvl8pPr algn="l">
              <a:defRPr sz="2550" b="1" i="0">
                <a:solidFill>
                  <a:srgbClr val="FFFFFF"/>
                </a:solidFill>
              </a:defRPr>
            </a:lvl8pPr>
            <a:lvl9pPr algn="l">
              <a:defRPr sz="2550" b="1" i="0">
                <a:solidFill>
                  <a:srgbClr val="FFFFFF"/>
                </a:solidFill>
              </a:defRPr>
            </a:lvl9pPr>
          </a:lstStyle>
          <a:p xmlns:a="http://schemas.openxmlformats.org/drawingml/2006/main">
            <a:pPr algn="l">
              <a:defRPr sz="2550" b="1" i="0">
                <a:solidFill>
                  <a:srgbClr val="FFFFFF"/>
                </a:solidFill>
              </a:defRPr>
            </a:pPr>
            <a:r>
              <a:rPr sz="2550" b="1" i="0">
                <a:solidFill>
                  <a:srgbClr val="FFFFFF"/>
                </a:solidFill>
              </a:rPr>
              <a:t>Keep writing the rules for decades to come.</a:t>
            </a:r>
          </a:p>
        </p:txBody>
      </p:sp>
    </p:spTree>
    <p:extLst>
      <p:ext uri="{BB962C8B-B14F-4D97-AF65-F5344CB8AC3E}">
        <p14:creationId xmlns:p14="http://schemas.microsoft.com/office/powerpoint/2010/main" val="155408109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0F38884-198E-4A16-8A86-C1862F382EE2}"/>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Engineering that reaches the floor</a:t>
            </a:r>
          </a:p>
        </p:txBody>
      </p:sp>
      <p:sp>
        <p:nvSpPr>
          <p:cNvPr id="2" name="">
            <a:extLst xmlns:a="http://schemas.openxmlformats.org/drawingml/2006/main">
              <a:ext uri="{FF2B5EF4-FFF2-40B4-BE49-F238E27FC236}">
                <a16:creationId xmlns:a16="http://schemas.microsoft.com/office/drawing/2014/main" id="{FBBC7091-D511-4C55-BC16-67368151C20D}"/>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3</a:t>
            </a:r>
          </a:p>
        </p:txBody>
      </p:sp>
      <p:sp>
        <p:nvSpPr>
          <p:cNvPr id="3" name="">
            <a:extLst xmlns:a="http://schemas.openxmlformats.org/drawingml/2006/main">
              <a:ext uri="{FF2B5EF4-FFF2-40B4-BE49-F238E27FC236}">
                <a16:creationId xmlns:a16="http://schemas.microsoft.com/office/drawing/2014/main" id="{397AAB4E-702C-4357-88ED-A71219DCD0B1}"/>
              </a:ext>
            </a:extLst>
          </p:cNvPr>
          <p:cNvSpPr>
            <a:spLocks xmlns:a="http://schemas.openxmlformats.org/drawingml/2006/main" noGrp="1"/>
          </p:cNvSpPr>
          <p:nvPr/>
        </p:nvSpPr>
        <p:spPr>
          <a:xfrm xmlns:a="http://schemas.openxmlformats.org/drawingml/2006/main">
            <a:off x="723900"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defRPr sz="2625" b="1" i="0">
                <a:solidFill>
                  <a:srgbClr val="BEA06A"/>
                </a:solidFill>
              </a:defRPr>
            </a:lvl1pPr>
            <a:lvl2pPr algn="l">
              <a:defRPr sz="2625" b="1" i="0">
                <a:solidFill>
                  <a:srgbClr val="BEA06A"/>
                </a:solidFill>
              </a:defRPr>
            </a:lvl2pPr>
            <a:lvl3pPr algn="l">
              <a:defRPr sz="2625" b="1" i="0">
                <a:solidFill>
                  <a:srgbClr val="BEA06A"/>
                </a:solidFill>
              </a:defRPr>
            </a:lvl3pPr>
            <a:lvl4pPr algn="l">
              <a:defRPr sz="2625" b="1" i="0">
                <a:solidFill>
                  <a:srgbClr val="BEA06A"/>
                </a:solidFill>
              </a:defRPr>
            </a:lvl4pPr>
            <a:lvl5pPr algn="l">
              <a:defRPr sz="2625" b="1" i="0">
                <a:solidFill>
                  <a:srgbClr val="BEA06A"/>
                </a:solidFill>
              </a:defRPr>
            </a:lvl5pPr>
            <a:lvl6pPr algn="l">
              <a:defRPr sz="2625" b="1" i="0">
                <a:solidFill>
                  <a:srgbClr val="BEA06A"/>
                </a:solidFill>
              </a:defRPr>
            </a:lvl6pPr>
            <a:lvl7pPr algn="l">
              <a:defRPr sz="2625" b="1" i="0">
                <a:solidFill>
                  <a:srgbClr val="BEA06A"/>
                </a:solidFill>
              </a:defRPr>
            </a:lvl7pPr>
            <a:lvl8pPr algn="l">
              <a:defRPr sz="2625" b="1" i="0">
                <a:solidFill>
                  <a:srgbClr val="BEA06A"/>
                </a:solidFill>
              </a:defRPr>
            </a:lvl8pPr>
            <a:lvl9pPr algn="l">
              <a:defRPr sz="2625" b="1" i="0">
                <a:solidFill>
                  <a:srgbClr val="BEA06A"/>
                </a:solidFill>
              </a:defRPr>
            </a:lvl9pPr>
          </a:lstStyle>
          <a:p xmlns:a="http://schemas.openxmlformats.org/drawingml/2006/main">
            <a:pPr algn="l">
              <a:defRPr sz="2625" b="1" i="0">
                <a:solidFill>
                  <a:srgbClr val="BEA06A"/>
                </a:solidFill>
              </a:defRPr>
            </a:pPr>
            <a:r>
              <a:rPr sz="2625" b="1" i="0">
                <a:solidFill>
                  <a:srgbClr val="BEA06A"/>
                </a:solidFill>
              </a:rPr>
              <a:t>SENSE</a:t>
            </a:r>
          </a:p>
        </p:txBody>
      </p:sp>
      <p:sp>
        <p:nvSpPr>
          <p:cNvPr id="4" name="">
            <a:extLst xmlns:a="http://schemas.openxmlformats.org/drawingml/2006/main">
              <a:ext uri="{FF2B5EF4-FFF2-40B4-BE49-F238E27FC236}">
                <a16:creationId xmlns:a16="http://schemas.microsoft.com/office/drawing/2014/main" id="{A34BA23E-0CD2-4E38-8F37-7AAB56C38762}"/>
              </a:ext>
            </a:extLst>
          </p:cNvPr>
          <p:cNvSpPr>
            <a:spLocks xmlns:a="http://schemas.openxmlformats.org/drawingml/2006/main" noGrp="1"/>
          </p:cNvSpPr>
          <p:nvPr/>
        </p:nvSpPr>
        <p:spPr>
          <a:xfrm xmlns:a="http://schemas.openxmlformats.org/drawingml/2006/main">
            <a:off x="723900"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Machines capture</a:t>
            </a:r>
          </a:p>
          <a:p xmlns:a="http://schemas.openxmlformats.org/drawingml/2006/main">
            <a:pPr algn="l">
              <a:defRPr sz="1875" b="0" i="0">
                <a:solidFill>
                  <a:srgbClr val="FFFFFF"/>
                </a:solidFill>
              </a:defRPr>
            </a:pPr>
            <a:r>
              <a:rPr sz="1875" b="0" i="0">
                <a:solidFill>
                  <a:srgbClr val="FFFFFF"/>
                </a:solidFill>
              </a:rPr>
              <a:t>what is happening</a:t>
            </a:r>
          </a:p>
        </p:txBody>
      </p:sp>
      <p:sp>
        <p:nvSpPr>
          <p:cNvPr id="5" name="">
            <a:extLst xmlns:a="http://schemas.openxmlformats.org/drawingml/2006/main">
              <a:ext uri="{FF2B5EF4-FFF2-40B4-BE49-F238E27FC236}">
                <a16:creationId xmlns:a16="http://schemas.microsoft.com/office/drawing/2014/main" id="{74EF2072-0F5B-4869-B3C8-B8EF0150DF55}"/>
              </a:ext>
            </a:extLst>
          </p:cNvPr>
          <p:cNvSpPr>
            <a:spLocks xmlns:a="http://schemas.openxmlformats.org/drawingml/2006/main" noGrp="1"/>
          </p:cNvSpPr>
          <p:nvPr/>
        </p:nvSpPr>
        <p:spPr>
          <a:xfrm xmlns:a="http://schemas.openxmlformats.org/drawingml/2006/main">
            <a:off x="3419475"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defRPr sz="2625" b="1" i="0">
                <a:solidFill>
                  <a:srgbClr val="BEA06A"/>
                </a:solidFill>
              </a:defRPr>
            </a:lvl1pPr>
            <a:lvl2pPr algn="l">
              <a:defRPr sz="2625" b="1" i="0">
                <a:solidFill>
                  <a:srgbClr val="BEA06A"/>
                </a:solidFill>
              </a:defRPr>
            </a:lvl2pPr>
            <a:lvl3pPr algn="l">
              <a:defRPr sz="2625" b="1" i="0">
                <a:solidFill>
                  <a:srgbClr val="BEA06A"/>
                </a:solidFill>
              </a:defRPr>
            </a:lvl3pPr>
            <a:lvl4pPr algn="l">
              <a:defRPr sz="2625" b="1" i="0">
                <a:solidFill>
                  <a:srgbClr val="BEA06A"/>
                </a:solidFill>
              </a:defRPr>
            </a:lvl4pPr>
            <a:lvl5pPr algn="l">
              <a:defRPr sz="2625" b="1" i="0">
                <a:solidFill>
                  <a:srgbClr val="BEA06A"/>
                </a:solidFill>
              </a:defRPr>
            </a:lvl5pPr>
            <a:lvl6pPr algn="l">
              <a:defRPr sz="2625" b="1" i="0">
                <a:solidFill>
                  <a:srgbClr val="BEA06A"/>
                </a:solidFill>
              </a:defRPr>
            </a:lvl6pPr>
            <a:lvl7pPr algn="l">
              <a:defRPr sz="2625" b="1" i="0">
                <a:solidFill>
                  <a:srgbClr val="BEA06A"/>
                </a:solidFill>
              </a:defRPr>
            </a:lvl7pPr>
            <a:lvl8pPr algn="l">
              <a:defRPr sz="2625" b="1" i="0">
                <a:solidFill>
                  <a:srgbClr val="BEA06A"/>
                </a:solidFill>
              </a:defRPr>
            </a:lvl8pPr>
            <a:lvl9pPr algn="l">
              <a:defRPr sz="2625" b="1" i="0">
                <a:solidFill>
                  <a:srgbClr val="BEA06A"/>
                </a:solidFill>
              </a:defRPr>
            </a:lvl9pPr>
          </a:lstStyle>
          <a:p xmlns:a="http://schemas.openxmlformats.org/drawingml/2006/main">
            <a:pPr algn="l">
              <a:defRPr sz="2625" b="1" i="0">
                <a:solidFill>
                  <a:srgbClr val="BEA06A"/>
                </a:solidFill>
              </a:defRPr>
            </a:pPr>
            <a:r>
              <a:rPr sz="2625" b="1" i="0">
                <a:solidFill>
                  <a:srgbClr val="BEA06A"/>
                </a:solidFill>
              </a:rPr>
              <a:t>DECIDE</a:t>
            </a:r>
          </a:p>
        </p:txBody>
      </p:sp>
      <p:sp>
        <p:nvSpPr>
          <p:cNvPr id="6" name="">
            <a:extLst xmlns:a="http://schemas.openxmlformats.org/drawingml/2006/main">
              <a:ext uri="{FF2B5EF4-FFF2-40B4-BE49-F238E27FC236}">
                <a16:creationId xmlns:a16="http://schemas.microsoft.com/office/drawing/2014/main" id="{578E9F30-B97B-4D21-9887-533D7D1E5D39}"/>
              </a:ext>
            </a:extLst>
          </p:cNvPr>
          <p:cNvSpPr>
            <a:spLocks xmlns:a="http://schemas.openxmlformats.org/drawingml/2006/main" noGrp="1"/>
          </p:cNvSpPr>
          <p:nvPr/>
        </p:nvSpPr>
        <p:spPr>
          <a:xfrm xmlns:a="http://schemas.openxmlformats.org/drawingml/2006/main">
            <a:off x="3419475"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Software turns signals</a:t>
            </a:r>
          </a:p>
          <a:p xmlns:a="http://schemas.openxmlformats.org/drawingml/2006/main">
            <a:pPr algn="l">
              <a:defRPr sz="1875" b="0" i="0">
                <a:solidFill>
                  <a:srgbClr val="FFFFFF"/>
                </a:solidFill>
              </a:defRPr>
            </a:pPr>
            <a:r>
              <a:rPr sz="1875" b="0" i="0">
                <a:solidFill>
                  <a:srgbClr val="FFFFFF"/>
                </a:solidFill>
              </a:rPr>
              <a:t>into a decision</a:t>
            </a:r>
          </a:p>
        </p:txBody>
      </p:sp>
      <p:sp>
        <p:nvSpPr>
          <p:cNvPr id="7" name="">
            <a:extLst xmlns:a="http://schemas.openxmlformats.org/drawingml/2006/main">
              <a:ext uri="{FF2B5EF4-FFF2-40B4-BE49-F238E27FC236}">
                <a16:creationId xmlns:a16="http://schemas.microsoft.com/office/drawing/2014/main" id="{3644D645-77AD-4BEA-B186-DA1B65F1C548}"/>
              </a:ext>
            </a:extLst>
          </p:cNvPr>
          <p:cNvSpPr>
            <a:spLocks xmlns:a="http://schemas.openxmlformats.org/drawingml/2006/main" noGrp="1"/>
          </p:cNvSpPr>
          <p:nvPr/>
        </p:nvSpPr>
        <p:spPr>
          <a:xfrm xmlns:a="http://schemas.openxmlformats.org/drawingml/2006/main">
            <a:off x="6229350"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defRPr sz="2625" b="1" i="0">
                <a:solidFill>
                  <a:srgbClr val="BEA06A"/>
                </a:solidFill>
              </a:defRPr>
            </a:lvl1pPr>
            <a:lvl2pPr algn="l">
              <a:defRPr sz="2625" b="1" i="0">
                <a:solidFill>
                  <a:srgbClr val="BEA06A"/>
                </a:solidFill>
              </a:defRPr>
            </a:lvl2pPr>
            <a:lvl3pPr algn="l">
              <a:defRPr sz="2625" b="1" i="0">
                <a:solidFill>
                  <a:srgbClr val="BEA06A"/>
                </a:solidFill>
              </a:defRPr>
            </a:lvl3pPr>
            <a:lvl4pPr algn="l">
              <a:defRPr sz="2625" b="1" i="0">
                <a:solidFill>
                  <a:srgbClr val="BEA06A"/>
                </a:solidFill>
              </a:defRPr>
            </a:lvl4pPr>
            <a:lvl5pPr algn="l">
              <a:defRPr sz="2625" b="1" i="0">
                <a:solidFill>
                  <a:srgbClr val="BEA06A"/>
                </a:solidFill>
              </a:defRPr>
            </a:lvl5pPr>
            <a:lvl6pPr algn="l">
              <a:defRPr sz="2625" b="1" i="0">
                <a:solidFill>
                  <a:srgbClr val="BEA06A"/>
                </a:solidFill>
              </a:defRPr>
            </a:lvl6pPr>
            <a:lvl7pPr algn="l">
              <a:defRPr sz="2625" b="1" i="0">
                <a:solidFill>
                  <a:srgbClr val="BEA06A"/>
                </a:solidFill>
              </a:defRPr>
            </a:lvl7pPr>
            <a:lvl8pPr algn="l">
              <a:defRPr sz="2625" b="1" i="0">
                <a:solidFill>
                  <a:srgbClr val="BEA06A"/>
                </a:solidFill>
              </a:defRPr>
            </a:lvl8pPr>
            <a:lvl9pPr algn="l">
              <a:defRPr sz="2625" b="1" i="0">
                <a:solidFill>
                  <a:srgbClr val="BEA06A"/>
                </a:solidFill>
              </a:defRPr>
            </a:lvl9pPr>
          </a:lstStyle>
          <a:p xmlns:a="http://schemas.openxmlformats.org/drawingml/2006/main">
            <a:pPr algn="l">
              <a:defRPr sz="2625" b="1" i="0">
                <a:solidFill>
                  <a:srgbClr val="BEA06A"/>
                </a:solidFill>
              </a:defRPr>
            </a:pPr>
            <a:r>
              <a:rPr sz="2625" b="1" i="0">
                <a:solidFill>
                  <a:srgbClr val="BEA06A"/>
                </a:solidFill>
              </a:rPr>
              <a:t>ACT</a:t>
            </a:r>
          </a:p>
        </p:txBody>
      </p:sp>
      <p:sp>
        <p:nvSpPr>
          <p:cNvPr id="8" name="">
            <a:extLst xmlns:a="http://schemas.openxmlformats.org/drawingml/2006/main">
              <a:ext uri="{FF2B5EF4-FFF2-40B4-BE49-F238E27FC236}">
                <a16:creationId xmlns:a16="http://schemas.microsoft.com/office/drawing/2014/main" id="{8CD4209B-EEAA-49CF-B1CF-B1BCE1C02033}"/>
              </a:ext>
            </a:extLst>
          </p:cNvPr>
          <p:cNvSpPr>
            <a:spLocks xmlns:a="http://schemas.openxmlformats.org/drawingml/2006/main" noGrp="1"/>
          </p:cNvSpPr>
          <p:nvPr/>
        </p:nvSpPr>
        <p:spPr>
          <a:xfrm xmlns:a="http://schemas.openxmlformats.org/drawingml/2006/main">
            <a:off x="6229350"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People and equipment</a:t>
            </a:r>
          </a:p>
          <a:p xmlns:a="http://schemas.openxmlformats.org/drawingml/2006/main">
            <a:pPr algn="l">
              <a:defRPr sz="1875" b="0" i="0">
                <a:solidFill>
                  <a:srgbClr val="FFFFFF"/>
                </a:solidFill>
              </a:defRPr>
            </a:pPr>
            <a:r>
              <a:rPr sz="1875" b="0" i="0">
                <a:solidFill>
                  <a:srgbClr val="FFFFFF"/>
                </a:solidFill>
              </a:rPr>
              <a:t>respond</a:t>
            </a:r>
          </a:p>
        </p:txBody>
      </p:sp>
      <p:sp>
        <p:nvSpPr>
          <p:cNvPr id="9" name="">
            <a:extLst xmlns:a="http://schemas.openxmlformats.org/drawingml/2006/main">
              <a:ext uri="{FF2B5EF4-FFF2-40B4-BE49-F238E27FC236}">
                <a16:creationId xmlns:a16="http://schemas.microsoft.com/office/drawing/2014/main" id="{EFEC76D1-80FD-4BC8-AFC9-1E585F89C1B7}"/>
              </a:ext>
            </a:extLst>
          </p:cNvPr>
          <p:cNvSpPr>
            <a:spLocks xmlns:a="http://schemas.openxmlformats.org/drawingml/2006/main" noGrp="1"/>
          </p:cNvSpPr>
          <p:nvPr/>
        </p:nvSpPr>
        <p:spPr>
          <a:xfrm xmlns:a="http://schemas.openxmlformats.org/drawingml/2006/main">
            <a:off x="723900" y="5362575"/>
            <a:ext cx="7429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i="0">
                <a:solidFill>
                  <a:srgbClr val="FFFFFF"/>
                </a:solidFill>
              </a:defRPr>
            </a:defPPr>
            <a:lvl1pPr algn="l">
              <a:defRPr sz="2550" b="1" i="0">
                <a:solidFill>
                  <a:srgbClr val="FFFFFF"/>
                </a:solidFill>
              </a:defRPr>
            </a:lvl1pPr>
            <a:lvl2pPr algn="l">
              <a:defRPr sz="2550" b="1" i="0">
                <a:solidFill>
                  <a:srgbClr val="FFFFFF"/>
                </a:solidFill>
              </a:defRPr>
            </a:lvl2pPr>
            <a:lvl3pPr algn="l">
              <a:defRPr sz="2550" b="1" i="0">
                <a:solidFill>
                  <a:srgbClr val="FFFFFF"/>
                </a:solidFill>
              </a:defRPr>
            </a:lvl3pPr>
            <a:lvl4pPr algn="l">
              <a:defRPr sz="2550" b="1" i="0">
                <a:solidFill>
                  <a:srgbClr val="FFFFFF"/>
                </a:solidFill>
              </a:defRPr>
            </a:lvl4pPr>
            <a:lvl5pPr algn="l">
              <a:defRPr sz="2550" b="1" i="0">
                <a:solidFill>
                  <a:srgbClr val="FFFFFF"/>
                </a:solidFill>
              </a:defRPr>
            </a:lvl5pPr>
            <a:lvl6pPr algn="l">
              <a:defRPr sz="2550" b="1" i="0">
                <a:solidFill>
                  <a:srgbClr val="FFFFFF"/>
                </a:solidFill>
              </a:defRPr>
            </a:lvl6pPr>
            <a:lvl7pPr algn="l">
              <a:defRPr sz="2550" b="1" i="0">
                <a:solidFill>
                  <a:srgbClr val="FFFFFF"/>
                </a:solidFill>
              </a:defRPr>
            </a:lvl7pPr>
            <a:lvl8pPr algn="l">
              <a:defRPr sz="2550" b="1" i="0">
                <a:solidFill>
                  <a:srgbClr val="FFFFFF"/>
                </a:solidFill>
              </a:defRPr>
            </a:lvl8pPr>
            <a:lvl9pPr algn="l">
              <a:defRPr sz="2550" b="1" i="0">
                <a:solidFill>
                  <a:srgbClr val="FFFFFF"/>
                </a:solidFill>
              </a:defRPr>
            </a:lvl9pPr>
          </a:lstStyle>
          <a:p xmlns:a="http://schemas.openxmlformats.org/drawingml/2006/main">
            <a:pPr algn="l">
              <a:defRPr sz="2550" b="1" i="0">
                <a:solidFill>
                  <a:srgbClr val="FFFFFF"/>
                </a:solidFill>
              </a:defRPr>
            </a:pPr>
            <a:r>
              <a:rPr sz="2550" b="1" i="0">
                <a:solidFill>
                  <a:srgbClr val="FFFFFF"/>
                </a:solidFill>
              </a:rPr>
              <a:t>Build. Test. Improve.</a:t>
            </a:r>
          </a:p>
        </p:txBody>
      </p:sp>
    </p:spTree>
    <p:extLst>
      <p:ext uri="{BB962C8B-B14F-4D97-AF65-F5344CB8AC3E}">
        <p14:creationId xmlns:p14="http://schemas.microsoft.com/office/powerpoint/2010/main" val="102264667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A85AD2-4C6D-41EF-BDC8-64159D097DF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Why we love this work</a:t>
            </a:r>
          </a:p>
        </p:txBody>
      </p:sp>
      <p:sp>
        <p:nvSpPr>
          <p:cNvPr id="2" name="">
            <a:extLst xmlns:a="http://schemas.openxmlformats.org/drawingml/2006/main">
              <a:ext uri="{FF2B5EF4-FFF2-40B4-BE49-F238E27FC236}">
                <a16:creationId xmlns:a16="http://schemas.microsoft.com/office/drawing/2014/main" id="{F977F1D9-1B3B-4F10-BB61-ACD7FD77573F}"/>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4</a:t>
            </a:r>
          </a:p>
        </p:txBody>
      </p:sp>
      <p:sp>
        <p:nvSpPr>
          <p:cNvPr id="3" name="">
            <a:extLst xmlns:a="http://schemas.openxmlformats.org/drawingml/2006/main">
              <a:ext uri="{FF2B5EF4-FFF2-40B4-BE49-F238E27FC236}">
                <a16:creationId xmlns:a16="http://schemas.microsoft.com/office/drawing/2014/main" id="{1D6CBC50-C279-4861-87F5-D957614B2EA6}"/>
              </a:ext>
            </a:extLst>
          </p:cNvPr>
          <p:cNvSpPr>
            <a:spLocks xmlns:a="http://schemas.openxmlformats.org/drawingml/2006/main" noGrp="1"/>
          </p:cNvSpPr>
          <p:nvPr/>
        </p:nvSpPr>
        <p:spPr>
          <a:xfrm xmlns:a="http://schemas.openxmlformats.org/drawingml/2006/main">
            <a:off x="723900" y="26860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VARIETY</a:t>
            </a:r>
          </a:p>
        </p:txBody>
      </p:sp>
      <p:sp>
        <p:nvSpPr>
          <p:cNvPr id="4" name="">
            <a:extLst xmlns:a="http://schemas.openxmlformats.org/drawingml/2006/main">
              <a:ext uri="{FF2B5EF4-FFF2-40B4-BE49-F238E27FC236}">
                <a16:creationId xmlns:a16="http://schemas.microsoft.com/office/drawing/2014/main" id="{F4E9C001-20D1-4DD6-BBCD-4FCD600D1E5B}"/>
              </a:ext>
            </a:extLst>
          </p:cNvPr>
          <p:cNvSpPr>
            <a:spLocks xmlns:a="http://schemas.openxmlformats.org/drawingml/2006/main" noGrp="1"/>
          </p:cNvSpPr>
          <p:nvPr/>
        </p:nvSpPr>
        <p:spPr>
          <a:xfrm xmlns:a="http://schemas.openxmlformats.org/drawingml/2006/main">
            <a:off x="723900" y="32194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defRPr sz="1800" b="0" i="0">
                <a:solidFill>
                  <a:srgbClr val="FFFFFF"/>
                </a:solidFill>
              </a:defRPr>
            </a:lvl1pPr>
            <a:lvl2pPr algn="l">
              <a:defRPr sz="1800" b="0" i="0">
                <a:solidFill>
                  <a:srgbClr val="FFFFFF"/>
                </a:solidFill>
              </a:defRPr>
            </a:lvl2pPr>
            <a:lvl3pPr algn="l">
              <a:defRPr sz="1800" b="0" i="0">
                <a:solidFill>
                  <a:srgbClr val="FFFFFF"/>
                </a:solidFill>
              </a:defRPr>
            </a:lvl3pPr>
            <a:lvl4pPr algn="l">
              <a:defRPr sz="1800" b="0" i="0">
                <a:solidFill>
                  <a:srgbClr val="FFFFFF"/>
                </a:solidFill>
              </a:defRPr>
            </a:lvl4pPr>
            <a:lvl5pPr algn="l">
              <a:defRPr sz="1800" b="0" i="0">
                <a:solidFill>
                  <a:srgbClr val="FFFFFF"/>
                </a:solidFill>
              </a:defRPr>
            </a:lvl5pPr>
            <a:lvl6pPr algn="l">
              <a:defRPr sz="1800" b="0" i="0">
                <a:solidFill>
                  <a:srgbClr val="FFFFFF"/>
                </a:solidFill>
              </a:defRPr>
            </a:lvl6pPr>
            <a:lvl7pPr algn="l">
              <a:defRPr sz="1800" b="0" i="0">
                <a:solidFill>
                  <a:srgbClr val="FFFFFF"/>
                </a:solidFill>
              </a:defRPr>
            </a:lvl7pPr>
            <a:lvl8pPr algn="l">
              <a:defRPr sz="1800" b="0" i="0">
                <a:solidFill>
                  <a:srgbClr val="FFFFFF"/>
                </a:solidFill>
              </a:defRPr>
            </a:lvl8pPr>
            <a:lvl9pPr algn="l">
              <a:defRPr sz="1800" b="0" i="0">
                <a:solidFill>
                  <a:srgbClr val="FFFFFF"/>
                </a:solidFill>
              </a:defRPr>
            </a:lvl9pPr>
          </a:lstStyle>
          <a:p xmlns:a="http://schemas.openxmlformats.org/drawingml/2006/main">
            <a:pPr algn="l">
              <a:defRPr sz="1800" b="0" i="0">
                <a:solidFill>
                  <a:srgbClr val="FFFFFF"/>
                </a:solidFill>
              </a:defRPr>
            </a:pPr>
            <a:r>
              <a:rPr sz="1800" b="0" i="0">
                <a:solidFill>
                  <a:srgbClr val="FFFFFF"/>
                </a:solidFill>
              </a:rPr>
              <a:t>AI, software, machines</a:t>
            </a:r>
          </a:p>
        </p:txBody>
      </p:sp>
      <p:sp>
        <p:nvSpPr>
          <p:cNvPr id="5" name="">
            <a:extLst xmlns:a="http://schemas.openxmlformats.org/drawingml/2006/main">
              <a:ext uri="{FF2B5EF4-FFF2-40B4-BE49-F238E27FC236}">
                <a16:creationId xmlns:a16="http://schemas.microsoft.com/office/drawing/2014/main" id="{84EAA43C-6C73-4ACF-881D-7CB0D03E84AE}"/>
              </a:ext>
            </a:extLst>
          </p:cNvPr>
          <p:cNvSpPr>
            <a:spLocks xmlns:a="http://schemas.openxmlformats.org/drawingml/2006/main" noGrp="1"/>
          </p:cNvSpPr>
          <p:nvPr/>
        </p:nvSpPr>
        <p:spPr>
          <a:xfrm xmlns:a="http://schemas.openxmlformats.org/drawingml/2006/main">
            <a:off x="4857750" y="26860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FREEDOM</a:t>
            </a:r>
          </a:p>
        </p:txBody>
      </p:sp>
      <p:sp>
        <p:nvSpPr>
          <p:cNvPr id="6" name="">
            <a:extLst xmlns:a="http://schemas.openxmlformats.org/drawingml/2006/main">
              <a:ext uri="{FF2B5EF4-FFF2-40B4-BE49-F238E27FC236}">
                <a16:creationId xmlns:a16="http://schemas.microsoft.com/office/drawing/2014/main" id="{78523446-C2A7-486D-A964-356B4DB41418}"/>
              </a:ext>
            </a:extLst>
          </p:cNvPr>
          <p:cNvSpPr>
            <a:spLocks xmlns:a="http://schemas.openxmlformats.org/drawingml/2006/main" noGrp="1"/>
          </p:cNvSpPr>
          <p:nvPr/>
        </p:nvSpPr>
        <p:spPr>
          <a:xfrm xmlns:a="http://schemas.openxmlformats.org/drawingml/2006/main">
            <a:off x="4857750" y="32194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defRPr sz="1800" b="0" i="0">
                <a:solidFill>
                  <a:srgbClr val="FFFFFF"/>
                </a:solidFill>
              </a:defRPr>
            </a:lvl1pPr>
            <a:lvl2pPr algn="l">
              <a:defRPr sz="1800" b="0" i="0">
                <a:solidFill>
                  <a:srgbClr val="FFFFFF"/>
                </a:solidFill>
              </a:defRPr>
            </a:lvl2pPr>
            <a:lvl3pPr algn="l">
              <a:defRPr sz="1800" b="0" i="0">
                <a:solidFill>
                  <a:srgbClr val="FFFFFF"/>
                </a:solidFill>
              </a:defRPr>
            </a:lvl3pPr>
            <a:lvl4pPr algn="l">
              <a:defRPr sz="1800" b="0" i="0">
                <a:solidFill>
                  <a:srgbClr val="FFFFFF"/>
                </a:solidFill>
              </a:defRPr>
            </a:lvl4pPr>
            <a:lvl5pPr algn="l">
              <a:defRPr sz="1800" b="0" i="0">
                <a:solidFill>
                  <a:srgbClr val="FFFFFF"/>
                </a:solidFill>
              </a:defRPr>
            </a:lvl5pPr>
            <a:lvl6pPr algn="l">
              <a:defRPr sz="1800" b="0" i="0">
                <a:solidFill>
                  <a:srgbClr val="FFFFFF"/>
                </a:solidFill>
              </a:defRPr>
            </a:lvl6pPr>
            <a:lvl7pPr algn="l">
              <a:defRPr sz="1800" b="0" i="0">
                <a:solidFill>
                  <a:srgbClr val="FFFFFF"/>
                </a:solidFill>
              </a:defRPr>
            </a:lvl7pPr>
            <a:lvl8pPr algn="l">
              <a:defRPr sz="1800" b="0" i="0">
                <a:solidFill>
                  <a:srgbClr val="FFFFFF"/>
                </a:solidFill>
              </a:defRPr>
            </a:lvl8pPr>
            <a:lvl9pPr algn="l">
              <a:defRPr sz="1800" b="0" i="0">
                <a:solidFill>
                  <a:srgbClr val="FFFFFF"/>
                </a:solidFill>
              </a:defRPr>
            </a:lvl9pPr>
          </a:lstStyle>
          <a:p xmlns:a="http://schemas.openxmlformats.org/drawingml/2006/main">
            <a:pPr algn="l">
              <a:defRPr sz="1800" b="0" i="0">
                <a:solidFill>
                  <a:srgbClr val="FFFFFF"/>
                </a:solidFill>
              </a:defRPr>
            </a:pPr>
            <a:r>
              <a:rPr sz="1800" b="0" i="0">
                <a:solidFill>
                  <a:srgbClr val="FFFFFF"/>
                </a:solidFill>
              </a:rPr>
              <a:t>Room to explore ideas</a:t>
            </a:r>
          </a:p>
        </p:txBody>
      </p:sp>
      <p:sp>
        <p:nvSpPr>
          <p:cNvPr id="7" name="">
            <a:extLst xmlns:a="http://schemas.openxmlformats.org/drawingml/2006/main">
              <a:ext uri="{FF2B5EF4-FFF2-40B4-BE49-F238E27FC236}">
                <a16:creationId xmlns:a16="http://schemas.microsoft.com/office/drawing/2014/main" id="{29E64668-D269-420C-98DD-9FAD60EEE8CC}"/>
              </a:ext>
            </a:extLst>
          </p:cNvPr>
          <p:cNvSpPr>
            <a:spLocks xmlns:a="http://schemas.openxmlformats.org/drawingml/2006/main" noGrp="1"/>
          </p:cNvSpPr>
          <p:nvPr/>
        </p:nvSpPr>
        <p:spPr>
          <a:xfrm xmlns:a="http://schemas.openxmlformats.org/drawingml/2006/main">
            <a:off x="723900" y="43624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OWNERSHIP</a:t>
            </a:r>
          </a:p>
        </p:txBody>
      </p:sp>
      <p:sp>
        <p:nvSpPr>
          <p:cNvPr id="8" name="">
            <a:extLst xmlns:a="http://schemas.openxmlformats.org/drawingml/2006/main">
              <a:ext uri="{FF2B5EF4-FFF2-40B4-BE49-F238E27FC236}">
                <a16:creationId xmlns:a16="http://schemas.microsoft.com/office/drawing/2014/main" id="{5BE92EAC-3DBA-4E31-9DE2-09E6E99F4B15}"/>
              </a:ext>
            </a:extLst>
          </p:cNvPr>
          <p:cNvSpPr>
            <a:spLocks xmlns:a="http://schemas.openxmlformats.org/drawingml/2006/main" noGrp="1"/>
          </p:cNvSpPr>
          <p:nvPr/>
        </p:nvSpPr>
        <p:spPr>
          <a:xfrm xmlns:a="http://schemas.openxmlformats.org/drawingml/2006/main">
            <a:off x="723900" y="48958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defRPr sz="1800" b="0" i="0">
                <a:solidFill>
                  <a:srgbClr val="FFFFFF"/>
                </a:solidFill>
              </a:defRPr>
            </a:lvl1pPr>
            <a:lvl2pPr algn="l">
              <a:defRPr sz="1800" b="0" i="0">
                <a:solidFill>
                  <a:srgbClr val="FFFFFF"/>
                </a:solidFill>
              </a:defRPr>
            </a:lvl2pPr>
            <a:lvl3pPr algn="l">
              <a:defRPr sz="1800" b="0" i="0">
                <a:solidFill>
                  <a:srgbClr val="FFFFFF"/>
                </a:solidFill>
              </a:defRPr>
            </a:lvl3pPr>
            <a:lvl4pPr algn="l">
              <a:defRPr sz="1800" b="0" i="0">
                <a:solidFill>
                  <a:srgbClr val="FFFFFF"/>
                </a:solidFill>
              </a:defRPr>
            </a:lvl4pPr>
            <a:lvl5pPr algn="l">
              <a:defRPr sz="1800" b="0" i="0">
                <a:solidFill>
                  <a:srgbClr val="FFFFFF"/>
                </a:solidFill>
              </a:defRPr>
            </a:lvl5pPr>
            <a:lvl6pPr algn="l">
              <a:defRPr sz="1800" b="0" i="0">
                <a:solidFill>
                  <a:srgbClr val="FFFFFF"/>
                </a:solidFill>
              </a:defRPr>
            </a:lvl6pPr>
            <a:lvl7pPr algn="l">
              <a:defRPr sz="1800" b="0" i="0">
                <a:solidFill>
                  <a:srgbClr val="FFFFFF"/>
                </a:solidFill>
              </a:defRPr>
            </a:lvl7pPr>
            <a:lvl8pPr algn="l">
              <a:defRPr sz="1800" b="0" i="0">
                <a:solidFill>
                  <a:srgbClr val="FFFFFF"/>
                </a:solidFill>
              </a:defRPr>
            </a:lvl8pPr>
            <a:lvl9pPr algn="l">
              <a:defRPr sz="1800" b="0" i="0">
                <a:solidFill>
                  <a:srgbClr val="FFFFFF"/>
                </a:solidFill>
              </a:defRPr>
            </a:lvl9pPr>
          </a:lstStyle>
          <a:p xmlns:a="http://schemas.openxmlformats.org/drawingml/2006/main">
            <a:pPr algn="l">
              <a:defRPr sz="1800" b="0" i="0">
                <a:solidFill>
                  <a:srgbClr val="FFFFFF"/>
                </a:solidFill>
              </a:defRPr>
            </a:pPr>
            <a:r>
              <a:rPr sz="1800" b="0" i="0">
                <a:solidFill>
                  <a:srgbClr val="FFFFFF"/>
                </a:solidFill>
              </a:rPr>
              <a:t>Carry ideas into use</a:t>
            </a:r>
          </a:p>
        </p:txBody>
      </p:sp>
      <p:sp>
        <p:nvSpPr>
          <p:cNvPr id="9" name="">
            <a:extLst xmlns:a="http://schemas.openxmlformats.org/drawingml/2006/main">
              <a:ext uri="{FF2B5EF4-FFF2-40B4-BE49-F238E27FC236}">
                <a16:creationId xmlns:a16="http://schemas.microsoft.com/office/drawing/2014/main" id="{529696B3-7E61-48F8-8669-C7D99D87BC1D}"/>
              </a:ext>
            </a:extLst>
          </p:cNvPr>
          <p:cNvSpPr>
            <a:spLocks xmlns:a="http://schemas.openxmlformats.org/drawingml/2006/main" noGrp="1"/>
          </p:cNvSpPr>
          <p:nvPr/>
        </p:nvSpPr>
        <p:spPr>
          <a:xfrm xmlns:a="http://schemas.openxmlformats.org/drawingml/2006/main">
            <a:off x="4857750" y="43624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GROWTH</a:t>
            </a:r>
          </a:p>
        </p:txBody>
      </p:sp>
      <p:sp>
        <p:nvSpPr>
          <p:cNvPr id="10" name="">
            <a:extLst xmlns:a="http://schemas.openxmlformats.org/drawingml/2006/main">
              <a:ext uri="{FF2B5EF4-FFF2-40B4-BE49-F238E27FC236}">
                <a16:creationId xmlns:a16="http://schemas.microsoft.com/office/drawing/2014/main" id="{FBA41055-B537-4BAD-9716-3374AA39CB9D}"/>
              </a:ext>
            </a:extLst>
          </p:cNvPr>
          <p:cNvSpPr>
            <a:spLocks xmlns:a="http://schemas.openxmlformats.org/drawingml/2006/main" noGrp="1"/>
          </p:cNvSpPr>
          <p:nvPr/>
        </p:nvSpPr>
        <p:spPr>
          <a:xfrm xmlns:a="http://schemas.openxmlformats.org/drawingml/2006/main">
            <a:off x="4857750" y="48958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defRPr sz="1800" b="0" i="0">
                <a:solidFill>
                  <a:srgbClr val="FFFFFF"/>
                </a:solidFill>
              </a:defRPr>
            </a:lvl1pPr>
            <a:lvl2pPr algn="l">
              <a:defRPr sz="1800" b="0" i="0">
                <a:solidFill>
                  <a:srgbClr val="FFFFFF"/>
                </a:solidFill>
              </a:defRPr>
            </a:lvl2pPr>
            <a:lvl3pPr algn="l">
              <a:defRPr sz="1800" b="0" i="0">
                <a:solidFill>
                  <a:srgbClr val="FFFFFF"/>
                </a:solidFill>
              </a:defRPr>
            </a:lvl3pPr>
            <a:lvl4pPr algn="l">
              <a:defRPr sz="1800" b="0" i="0">
                <a:solidFill>
                  <a:srgbClr val="FFFFFF"/>
                </a:solidFill>
              </a:defRPr>
            </a:lvl4pPr>
            <a:lvl5pPr algn="l">
              <a:defRPr sz="1800" b="0" i="0">
                <a:solidFill>
                  <a:srgbClr val="FFFFFF"/>
                </a:solidFill>
              </a:defRPr>
            </a:lvl5pPr>
            <a:lvl6pPr algn="l">
              <a:defRPr sz="1800" b="0" i="0">
                <a:solidFill>
                  <a:srgbClr val="FFFFFF"/>
                </a:solidFill>
              </a:defRPr>
            </a:lvl6pPr>
            <a:lvl7pPr algn="l">
              <a:defRPr sz="1800" b="0" i="0">
                <a:solidFill>
                  <a:srgbClr val="FFFFFF"/>
                </a:solidFill>
              </a:defRPr>
            </a:lvl7pPr>
            <a:lvl8pPr algn="l">
              <a:defRPr sz="1800" b="0" i="0">
                <a:solidFill>
                  <a:srgbClr val="FFFFFF"/>
                </a:solidFill>
              </a:defRPr>
            </a:lvl8pPr>
            <a:lvl9pPr algn="l">
              <a:defRPr sz="1800" b="0" i="0">
                <a:solidFill>
                  <a:srgbClr val="FFFFFF"/>
                </a:solidFill>
              </a:defRPr>
            </a:lvl9pPr>
          </a:lstStyle>
          <a:p xmlns:a="http://schemas.openxmlformats.org/drawingml/2006/main">
            <a:pPr algn="l">
              <a:defRPr sz="1800" b="0" i="0">
                <a:solidFill>
                  <a:srgbClr val="FFFFFF"/>
                </a:solidFill>
              </a:defRPr>
            </a:pPr>
            <a:r>
              <a:rPr sz="1800" b="0" i="0">
                <a:solidFill>
                  <a:srgbClr val="FFFFFF"/>
                </a:solidFill>
              </a:rPr>
              <a:t>Unexpected opportunities</a:t>
            </a:r>
          </a:p>
        </p:txBody>
      </p:sp>
    </p:spTree>
    <p:extLst>
      <p:ext uri="{BB962C8B-B14F-4D97-AF65-F5344CB8AC3E}">
        <p14:creationId xmlns:p14="http://schemas.microsoft.com/office/powerpoint/2010/main" val="63961946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4F53755-D18B-494F-91B3-4A8CF82CB40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Live demonstration</a:t>
            </a:r>
          </a:p>
        </p:txBody>
      </p:sp>
      <p:sp>
        <p:nvSpPr>
          <p:cNvPr id="2" name="">
            <a:extLst xmlns:a="http://schemas.openxmlformats.org/drawingml/2006/main">
              <a:ext uri="{FF2B5EF4-FFF2-40B4-BE49-F238E27FC236}">
                <a16:creationId xmlns:a16="http://schemas.microsoft.com/office/drawing/2014/main" id="{53B10451-B5D7-47AF-BD80-1C675D94DD64}"/>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5</a:t>
            </a:r>
          </a:p>
        </p:txBody>
      </p:sp>
      <p:sp>
        <p:nvSpPr>
          <p:cNvPr id="3" name="">
            <a:extLst xmlns:a="http://schemas.openxmlformats.org/drawingml/2006/main">
              <a:ext uri="{FF2B5EF4-FFF2-40B4-BE49-F238E27FC236}">
                <a16:creationId xmlns:a16="http://schemas.microsoft.com/office/drawing/2014/main" id="{6C991B4C-C3C7-4221-B8C0-A3450B46C642}"/>
              </a:ext>
            </a:extLst>
          </p:cNvPr>
          <p:cNvSpPr>
            <a:spLocks xmlns:a="http://schemas.openxmlformats.org/drawingml/2006/main" noGrp="1"/>
          </p:cNvSpPr>
          <p:nvPr/>
        </p:nvSpPr>
        <p:spPr>
          <a:xfrm xmlns:a="http://schemas.openxmlformats.org/drawingml/2006/main">
            <a:off x="723900" y="3067050"/>
            <a:ext cx="7810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600" b="1" i="0">
                <a:solidFill>
                  <a:srgbClr val="FFFFFF"/>
                </a:solidFill>
              </a:defRPr>
            </a:defPPr>
            <a:lvl1pPr algn="l">
              <a:defRPr sz="3600" b="1" i="0">
                <a:solidFill>
                  <a:srgbClr val="FFFFFF"/>
                </a:solidFill>
              </a:defRPr>
            </a:lvl1pPr>
            <a:lvl2pPr algn="l">
              <a:defRPr sz="3600" b="1" i="0">
                <a:solidFill>
                  <a:srgbClr val="FFFFFF"/>
                </a:solidFill>
              </a:defRPr>
            </a:lvl2pPr>
            <a:lvl3pPr algn="l">
              <a:defRPr sz="3600" b="1" i="0">
                <a:solidFill>
                  <a:srgbClr val="FFFFFF"/>
                </a:solidFill>
              </a:defRPr>
            </a:lvl3pPr>
            <a:lvl4pPr algn="l">
              <a:defRPr sz="3600" b="1" i="0">
                <a:solidFill>
                  <a:srgbClr val="FFFFFF"/>
                </a:solidFill>
              </a:defRPr>
            </a:lvl4pPr>
            <a:lvl5pPr algn="l">
              <a:defRPr sz="3600" b="1" i="0">
                <a:solidFill>
                  <a:srgbClr val="FFFFFF"/>
                </a:solidFill>
              </a:defRPr>
            </a:lvl5pPr>
            <a:lvl6pPr algn="l">
              <a:defRPr sz="3600" b="1" i="0">
                <a:solidFill>
                  <a:srgbClr val="FFFFFF"/>
                </a:solidFill>
              </a:defRPr>
            </a:lvl6pPr>
            <a:lvl7pPr algn="l">
              <a:defRPr sz="3600" b="1" i="0">
                <a:solidFill>
                  <a:srgbClr val="FFFFFF"/>
                </a:solidFill>
              </a:defRPr>
            </a:lvl7pPr>
            <a:lvl8pPr algn="l">
              <a:defRPr sz="3600" b="1" i="0">
                <a:solidFill>
                  <a:srgbClr val="FFFFFF"/>
                </a:solidFill>
              </a:defRPr>
            </a:lvl8pPr>
            <a:lvl9pPr algn="l">
              <a:defRPr sz="3600" b="1" i="0">
                <a:solidFill>
                  <a:srgbClr val="FFFFFF"/>
                </a:solidFill>
              </a:defRPr>
            </a:lvl9pPr>
          </a:lstStyle>
          <a:p xmlns:a="http://schemas.openxmlformats.org/drawingml/2006/main">
            <a:pPr algn="l">
              <a:defRPr sz="3600" b="1" i="0">
                <a:solidFill>
                  <a:srgbClr val="FFFFFF"/>
                </a:solidFill>
              </a:defRPr>
            </a:pPr>
            <a:r>
              <a:rPr sz="3600" b="1" i="0">
                <a:solidFill>
                  <a:srgbClr val="FFFFFF"/>
                </a:solidFill>
              </a:rPr>
              <a:t>CAMERA  →  AI  →  ACTION</a:t>
            </a:r>
          </a:p>
        </p:txBody>
      </p:sp>
      <p:sp>
        <p:nvSpPr>
          <p:cNvPr id="4" name="">
            <a:extLst xmlns:a="http://schemas.openxmlformats.org/drawingml/2006/main">
              <a:ext uri="{FF2B5EF4-FFF2-40B4-BE49-F238E27FC236}">
                <a16:creationId xmlns:a16="http://schemas.microsoft.com/office/drawing/2014/main" id="{6D1BD60B-FA35-47C3-B6E1-5A7A523CA7B8}"/>
              </a:ext>
            </a:extLst>
          </p:cNvPr>
          <p:cNvSpPr>
            <a:spLocks xmlns:a="http://schemas.openxmlformats.org/drawingml/2006/main" noGrp="1"/>
          </p:cNvSpPr>
          <p:nvPr/>
        </p:nvSpPr>
        <p:spPr>
          <a:xfrm xmlns:a="http://schemas.openxmlformats.org/drawingml/2006/main">
            <a:off x="733425" y="4267200"/>
            <a:ext cx="7677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xmlns:a="http://schemas.openxmlformats.org/drawingml/2006/main">
            <a:pPr algn="l">
              <a:defRPr sz="2250" b="0" i="0">
                <a:solidFill>
                  <a:srgbClr val="BEA06A"/>
                </a:solidFill>
              </a:defRPr>
            </a:pPr>
            <a:r>
              <a:rPr sz="2250" b="0" i="0">
                <a:solidFill>
                  <a:srgbClr val="BEA06A"/>
                </a:solidFill>
              </a:rPr>
              <a:t>Gatorade bottles  ·  on-screen sorting</a:t>
            </a:r>
          </a:p>
        </p:txBody>
      </p:sp>
    </p:spTree>
    <p:extLst>
      <p:ext uri="{BB962C8B-B14F-4D97-AF65-F5344CB8AC3E}">
        <p14:creationId xmlns:p14="http://schemas.microsoft.com/office/powerpoint/2010/main" val="38940956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F7533C-A063-4877-8F2C-12238601AFB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The hard problems</a:t>
            </a:r>
          </a:p>
        </p:txBody>
      </p:sp>
      <p:sp>
        <p:nvSpPr>
          <p:cNvPr id="2" name="">
            <a:extLst xmlns:a="http://schemas.openxmlformats.org/drawingml/2006/main">
              <a:ext uri="{FF2B5EF4-FFF2-40B4-BE49-F238E27FC236}">
                <a16:creationId xmlns:a16="http://schemas.microsoft.com/office/drawing/2014/main" id="{C10B698F-57F2-43CA-9802-0D85442CA123}"/>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6</a:t>
            </a:r>
          </a:p>
        </p:txBody>
      </p:sp>
      <p:sp>
        <p:nvSpPr>
          <p:cNvPr id="3" name="">
            <a:extLst xmlns:a="http://schemas.openxmlformats.org/drawingml/2006/main">
              <a:ext uri="{FF2B5EF4-FFF2-40B4-BE49-F238E27FC236}">
                <a16:creationId xmlns:a16="http://schemas.microsoft.com/office/drawing/2014/main" id="{F0958AEF-88D8-43CA-BDE1-77631A11F538}"/>
              </a:ext>
            </a:extLst>
          </p:cNvPr>
          <p:cNvSpPr>
            <a:spLocks xmlns:a="http://schemas.openxmlformats.org/drawingml/2006/main" noGrp="1"/>
          </p:cNvSpPr>
          <p:nvPr/>
        </p:nvSpPr>
        <p:spPr>
          <a:xfrm xmlns:a="http://schemas.openxmlformats.org/drawingml/2006/main">
            <a:off x="723900" y="2600325"/>
            <a:ext cx="77533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FFFFFF"/>
                </a:solidFill>
              </a:defRPr>
            </a:defPPr>
            <a:lvl1pPr algn="l">
              <a:defRPr sz="2100" b="0" i="0">
                <a:solidFill>
                  <a:srgbClr val="FFFFFF"/>
                </a:solidFill>
              </a:defRPr>
            </a:lvl1pPr>
            <a:lvl2pPr algn="l">
              <a:defRPr sz="2100" b="0" i="0">
                <a:solidFill>
                  <a:srgbClr val="FFFFFF"/>
                </a:solidFill>
              </a:defRPr>
            </a:lvl2pPr>
            <a:lvl3pPr algn="l">
              <a:defRPr sz="2100" b="0" i="0">
                <a:solidFill>
                  <a:srgbClr val="FFFFFF"/>
                </a:solidFill>
              </a:defRPr>
            </a:lvl3pPr>
            <a:lvl4pPr algn="l">
              <a:defRPr sz="2100" b="0" i="0">
                <a:solidFill>
                  <a:srgbClr val="FFFFFF"/>
                </a:solidFill>
              </a:defRPr>
            </a:lvl4pPr>
            <a:lvl5pPr algn="l">
              <a:defRPr sz="2100" b="0" i="0">
                <a:solidFill>
                  <a:srgbClr val="FFFFFF"/>
                </a:solidFill>
              </a:defRPr>
            </a:lvl5pPr>
            <a:lvl6pPr algn="l">
              <a:defRPr sz="2100" b="0" i="0">
                <a:solidFill>
                  <a:srgbClr val="FFFFFF"/>
                </a:solidFill>
              </a:defRPr>
            </a:lvl6pPr>
            <a:lvl7pPr algn="l">
              <a:defRPr sz="2100" b="0" i="0">
                <a:solidFill>
                  <a:srgbClr val="FFFFFF"/>
                </a:solidFill>
              </a:defRPr>
            </a:lvl7pPr>
            <a:lvl8pPr algn="l">
              <a:defRPr sz="2100" b="0" i="0">
                <a:solidFill>
                  <a:srgbClr val="FFFFFF"/>
                </a:solidFill>
              </a:defRPr>
            </a:lvl8pPr>
            <a:lvl9pPr algn="l">
              <a:defRPr sz="2100" b="0" i="0">
                <a:solidFill>
                  <a:srgbClr val="FFFFFF"/>
                </a:solidFill>
              </a:defRPr>
            </a:lvl9pPr>
          </a:lstStyle>
          <a:p xmlns:a="http://schemas.openxmlformats.org/drawingml/2006/main">
            <a:pPr algn="l">
              <a:defRPr sz="2100" b="0" i="0">
                <a:solidFill>
                  <a:srgbClr val="FFFFFF"/>
                </a:solidFill>
              </a:defRPr>
            </a:pPr>
            <a:r>
              <a:rPr sz="2100" b="0" i="0">
                <a:solidFill>
                  <a:srgbClr val="FFFFFF"/>
                </a:solidFill>
              </a:rPr>
              <a:t>The floor changes. The system must keep working.</a:t>
            </a:r>
          </a:p>
        </p:txBody>
      </p:sp>
      <p:sp>
        <p:nvSpPr>
          <p:cNvPr id="4" name="">
            <a:extLst xmlns:a="http://schemas.openxmlformats.org/drawingml/2006/main">
              <a:ext uri="{FF2B5EF4-FFF2-40B4-BE49-F238E27FC236}">
                <a16:creationId xmlns:a16="http://schemas.microsoft.com/office/drawing/2014/main" id="{973D8A1D-4FB8-41E9-80F1-1E41891BE0A3}"/>
              </a:ext>
            </a:extLst>
          </p:cNvPr>
          <p:cNvSpPr>
            <a:spLocks xmlns:a="http://schemas.openxmlformats.org/drawingml/2006/main" noGrp="1"/>
          </p:cNvSpPr>
          <p:nvPr/>
        </p:nvSpPr>
        <p:spPr>
          <a:xfrm xmlns:a="http://schemas.openxmlformats.org/drawingml/2006/main">
            <a:off x="723900"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VARIATION</a:t>
            </a:r>
          </a:p>
        </p:txBody>
      </p:sp>
      <p:sp>
        <p:nvSpPr>
          <p:cNvPr id="5" name="">
            <a:extLst xmlns:a="http://schemas.openxmlformats.org/drawingml/2006/main">
              <a:ext uri="{FF2B5EF4-FFF2-40B4-BE49-F238E27FC236}">
                <a16:creationId xmlns:a16="http://schemas.microsoft.com/office/drawing/2014/main" id="{CB957D22-3EC9-4AC0-ADE8-21CB7AB27045}"/>
              </a:ext>
            </a:extLst>
          </p:cNvPr>
          <p:cNvSpPr>
            <a:spLocks xmlns:a="http://schemas.openxmlformats.org/drawingml/2006/main" noGrp="1"/>
          </p:cNvSpPr>
          <p:nvPr/>
        </p:nvSpPr>
        <p:spPr>
          <a:xfrm xmlns:a="http://schemas.openxmlformats.org/drawingml/2006/main">
            <a:off x="723900"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defRPr sz="1725" b="0" i="0">
                <a:solidFill>
                  <a:srgbClr val="FFFFFF"/>
                </a:solidFill>
              </a:defRPr>
            </a:lvl1pPr>
            <a:lvl2pPr algn="l">
              <a:defRPr sz="1725" b="0" i="0">
                <a:solidFill>
                  <a:srgbClr val="FFFFFF"/>
                </a:solidFill>
              </a:defRPr>
            </a:lvl2pPr>
            <a:lvl3pPr algn="l">
              <a:defRPr sz="1725" b="0" i="0">
                <a:solidFill>
                  <a:srgbClr val="FFFFFF"/>
                </a:solidFill>
              </a:defRPr>
            </a:lvl3pPr>
            <a:lvl4pPr algn="l">
              <a:defRPr sz="1725" b="0" i="0">
                <a:solidFill>
                  <a:srgbClr val="FFFFFF"/>
                </a:solidFill>
              </a:defRPr>
            </a:lvl4pPr>
            <a:lvl5pPr algn="l">
              <a:defRPr sz="1725" b="0" i="0">
                <a:solidFill>
                  <a:srgbClr val="FFFFFF"/>
                </a:solidFill>
              </a:defRPr>
            </a:lvl5pPr>
            <a:lvl6pPr algn="l">
              <a:defRPr sz="1725" b="0" i="0">
                <a:solidFill>
                  <a:srgbClr val="FFFFFF"/>
                </a:solidFill>
              </a:defRPr>
            </a:lvl6pPr>
            <a:lvl7pPr algn="l">
              <a:defRPr sz="1725" b="0" i="0">
                <a:solidFill>
                  <a:srgbClr val="FFFFFF"/>
                </a:solidFill>
              </a:defRPr>
            </a:lvl7pPr>
            <a:lvl8pPr algn="l">
              <a:defRPr sz="1725" b="0" i="0">
                <a:solidFill>
                  <a:srgbClr val="FFFFFF"/>
                </a:solidFill>
              </a:defRPr>
            </a:lvl8pPr>
            <a:lvl9pPr algn="l">
              <a:defRPr sz="1725" b="0" i="0">
                <a:solidFill>
                  <a:srgbClr val="FFFFFF"/>
                </a:solidFill>
              </a:defRPr>
            </a:lvl9pPr>
          </a:lstStyle>
          <a:p xmlns:a="http://schemas.openxmlformats.org/drawingml/2006/main">
            <a:pPr algn="l">
              <a:defRPr sz="1725" b="0" i="0">
                <a:solidFill>
                  <a:srgbClr val="FFFFFF"/>
                </a:solidFill>
              </a:defRPr>
            </a:pPr>
            <a:r>
              <a:rPr sz="1725" b="0" i="0">
                <a:solidFill>
                  <a:srgbClr val="FFFFFF"/>
                </a:solidFill>
              </a:rPr>
              <a:t>Conditions change</a:t>
            </a:r>
          </a:p>
        </p:txBody>
      </p:sp>
      <p:sp>
        <p:nvSpPr>
          <p:cNvPr id="6" name="">
            <a:extLst xmlns:a="http://schemas.openxmlformats.org/drawingml/2006/main">
              <a:ext uri="{FF2B5EF4-FFF2-40B4-BE49-F238E27FC236}">
                <a16:creationId xmlns:a16="http://schemas.microsoft.com/office/drawing/2014/main" id="{0ACA5BE1-2F32-48F9-912B-DA8A3F95F80E}"/>
              </a:ext>
            </a:extLst>
          </p:cNvPr>
          <p:cNvSpPr>
            <a:spLocks xmlns:a="http://schemas.openxmlformats.org/drawingml/2006/main" noGrp="1"/>
          </p:cNvSpPr>
          <p:nvPr/>
        </p:nvSpPr>
        <p:spPr>
          <a:xfrm xmlns:a="http://schemas.openxmlformats.org/drawingml/2006/main">
            <a:off x="3419475"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TIMING</a:t>
            </a:r>
          </a:p>
        </p:txBody>
      </p:sp>
      <p:sp>
        <p:nvSpPr>
          <p:cNvPr id="7" name="">
            <a:extLst xmlns:a="http://schemas.openxmlformats.org/drawingml/2006/main">
              <a:ext uri="{FF2B5EF4-FFF2-40B4-BE49-F238E27FC236}">
                <a16:creationId xmlns:a16="http://schemas.microsoft.com/office/drawing/2014/main" id="{DF3BA347-B4A6-4CC0-8DF7-EAFC2872E248}"/>
              </a:ext>
            </a:extLst>
          </p:cNvPr>
          <p:cNvSpPr>
            <a:spLocks xmlns:a="http://schemas.openxmlformats.org/drawingml/2006/main" noGrp="1"/>
          </p:cNvSpPr>
          <p:nvPr/>
        </p:nvSpPr>
        <p:spPr>
          <a:xfrm xmlns:a="http://schemas.openxmlformats.org/drawingml/2006/main">
            <a:off x="3419475"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defRPr sz="1725" b="0" i="0">
                <a:solidFill>
                  <a:srgbClr val="FFFFFF"/>
                </a:solidFill>
              </a:defRPr>
            </a:lvl1pPr>
            <a:lvl2pPr algn="l">
              <a:defRPr sz="1725" b="0" i="0">
                <a:solidFill>
                  <a:srgbClr val="FFFFFF"/>
                </a:solidFill>
              </a:defRPr>
            </a:lvl2pPr>
            <a:lvl3pPr algn="l">
              <a:defRPr sz="1725" b="0" i="0">
                <a:solidFill>
                  <a:srgbClr val="FFFFFF"/>
                </a:solidFill>
              </a:defRPr>
            </a:lvl3pPr>
            <a:lvl4pPr algn="l">
              <a:defRPr sz="1725" b="0" i="0">
                <a:solidFill>
                  <a:srgbClr val="FFFFFF"/>
                </a:solidFill>
              </a:defRPr>
            </a:lvl4pPr>
            <a:lvl5pPr algn="l">
              <a:defRPr sz="1725" b="0" i="0">
                <a:solidFill>
                  <a:srgbClr val="FFFFFF"/>
                </a:solidFill>
              </a:defRPr>
            </a:lvl5pPr>
            <a:lvl6pPr algn="l">
              <a:defRPr sz="1725" b="0" i="0">
                <a:solidFill>
                  <a:srgbClr val="FFFFFF"/>
                </a:solidFill>
              </a:defRPr>
            </a:lvl6pPr>
            <a:lvl7pPr algn="l">
              <a:defRPr sz="1725" b="0" i="0">
                <a:solidFill>
                  <a:srgbClr val="FFFFFF"/>
                </a:solidFill>
              </a:defRPr>
            </a:lvl7pPr>
            <a:lvl8pPr algn="l">
              <a:defRPr sz="1725" b="0" i="0">
                <a:solidFill>
                  <a:srgbClr val="FFFFFF"/>
                </a:solidFill>
              </a:defRPr>
            </a:lvl8pPr>
            <a:lvl9pPr algn="l">
              <a:defRPr sz="1725" b="0" i="0">
                <a:solidFill>
                  <a:srgbClr val="FFFFFF"/>
                </a:solidFill>
              </a:defRPr>
            </a:lvl9pPr>
          </a:lstStyle>
          <a:p xmlns:a="http://schemas.openxmlformats.org/drawingml/2006/main">
            <a:pPr algn="l">
              <a:defRPr sz="1725" b="0" i="0">
                <a:solidFill>
                  <a:srgbClr val="FFFFFF"/>
                </a:solidFill>
              </a:defRPr>
            </a:pPr>
            <a:r>
              <a:rPr sz="1725" b="0" i="0">
                <a:solidFill>
                  <a:srgbClr val="FFFFFF"/>
                </a:solidFill>
              </a:rPr>
              <a:t>Decisions at pace</a:t>
            </a:r>
          </a:p>
        </p:txBody>
      </p:sp>
      <p:sp>
        <p:nvSpPr>
          <p:cNvPr id="8" name="">
            <a:extLst xmlns:a="http://schemas.openxmlformats.org/drawingml/2006/main">
              <a:ext uri="{FF2B5EF4-FFF2-40B4-BE49-F238E27FC236}">
                <a16:creationId xmlns:a16="http://schemas.microsoft.com/office/drawing/2014/main" id="{6EBE70AE-F7A4-4D9A-8BBE-8960AD146CEF}"/>
              </a:ext>
            </a:extLst>
          </p:cNvPr>
          <p:cNvSpPr>
            <a:spLocks xmlns:a="http://schemas.openxmlformats.org/drawingml/2006/main" noGrp="1"/>
          </p:cNvSpPr>
          <p:nvPr/>
        </p:nvSpPr>
        <p:spPr>
          <a:xfrm xmlns:a="http://schemas.openxmlformats.org/drawingml/2006/main">
            <a:off x="6229350"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RELIABILITY</a:t>
            </a:r>
          </a:p>
        </p:txBody>
      </p:sp>
      <p:sp>
        <p:nvSpPr>
          <p:cNvPr id="9" name="">
            <a:extLst xmlns:a="http://schemas.openxmlformats.org/drawingml/2006/main">
              <a:ext uri="{FF2B5EF4-FFF2-40B4-BE49-F238E27FC236}">
                <a16:creationId xmlns:a16="http://schemas.microsoft.com/office/drawing/2014/main" id="{86C1E48F-1B7B-450A-B6BD-8D16F79DE8A6}"/>
              </a:ext>
            </a:extLst>
          </p:cNvPr>
          <p:cNvSpPr>
            <a:spLocks xmlns:a="http://schemas.openxmlformats.org/drawingml/2006/main" noGrp="1"/>
          </p:cNvSpPr>
          <p:nvPr/>
        </p:nvSpPr>
        <p:spPr>
          <a:xfrm xmlns:a="http://schemas.openxmlformats.org/drawingml/2006/main">
            <a:off x="6229350"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defRPr sz="1725" b="0" i="0">
                <a:solidFill>
                  <a:srgbClr val="FFFFFF"/>
                </a:solidFill>
              </a:defRPr>
            </a:lvl1pPr>
            <a:lvl2pPr algn="l">
              <a:defRPr sz="1725" b="0" i="0">
                <a:solidFill>
                  <a:srgbClr val="FFFFFF"/>
                </a:solidFill>
              </a:defRPr>
            </a:lvl2pPr>
            <a:lvl3pPr algn="l">
              <a:defRPr sz="1725" b="0" i="0">
                <a:solidFill>
                  <a:srgbClr val="FFFFFF"/>
                </a:solidFill>
              </a:defRPr>
            </a:lvl3pPr>
            <a:lvl4pPr algn="l">
              <a:defRPr sz="1725" b="0" i="0">
                <a:solidFill>
                  <a:srgbClr val="FFFFFF"/>
                </a:solidFill>
              </a:defRPr>
            </a:lvl4pPr>
            <a:lvl5pPr algn="l">
              <a:defRPr sz="1725" b="0" i="0">
                <a:solidFill>
                  <a:srgbClr val="FFFFFF"/>
                </a:solidFill>
              </a:defRPr>
            </a:lvl5pPr>
            <a:lvl6pPr algn="l">
              <a:defRPr sz="1725" b="0" i="0">
                <a:solidFill>
                  <a:srgbClr val="FFFFFF"/>
                </a:solidFill>
              </a:defRPr>
            </a:lvl6pPr>
            <a:lvl7pPr algn="l">
              <a:defRPr sz="1725" b="0" i="0">
                <a:solidFill>
                  <a:srgbClr val="FFFFFF"/>
                </a:solidFill>
              </a:defRPr>
            </a:lvl7pPr>
            <a:lvl8pPr algn="l">
              <a:defRPr sz="1725" b="0" i="0">
                <a:solidFill>
                  <a:srgbClr val="FFFFFF"/>
                </a:solidFill>
              </a:defRPr>
            </a:lvl8pPr>
            <a:lvl9pPr algn="l">
              <a:defRPr sz="1725" b="0" i="0">
                <a:solidFill>
                  <a:srgbClr val="FFFFFF"/>
                </a:solidFill>
              </a:defRPr>
            </a:lvl9pPr>
          </a:lstStyle>
          <a:p xmlns:a="http://schemas.openxmlformats.org/drawingml/2006/main">
            <a:pPr algn="l">
              <a:defRPr sz="1725" b="0" i="0">
                <a:solidFill>
                  <a:srgbClr val="FFFFFF"/>
                </a:solidFill>
              </a:defRPr>
            </a:pPr>
            <a:r>
              <a:rPr sz="1725" b="0" i="0">
                <a:solidFill>
                  <a:srgbClr val="FFFFFF"/>
                </a:solidFill>
              </a:rPr>
              <a:t>Results people trust</a:t>
            </a:r>
          </a:p>
        </p:txBody>
      </p:sp>
      <p:sp>
        <p:nvSpPr>
          <p:cNvPr id="10" name="">
            <a:extLst xmlns:a="http://schemas.openxmlformats.org/drawingml/2006/main">
              <a:ext uri="{FF2B5EF4-FFF2-40B4-BE49-F238E27FC236}">
                <a16:creationId xmlns:a16="http://schemas.microsoft.com/office/drawing/2014/main" id="{71815047-46D8-46A0-82D0-975B70A74553}"/>
              </a:ext>
            </a:extLst>
          </p:cNvPr>
          <p:cNvSpPr>
            <a:spLocks xmlns:a="http://schemas.openxmlformats.org/drawingml/2006/main" noGrp="1"/>
          </p:cNvSpPr>
          <p:nvPr/>
        </p:nvSpPr>
        <p:spPr>
          <a:xfrm xmlns:a="http://schemas.openxmlformats.org/drawingml/2006/main">
            <a:off x="723900" y="5391150"/>
            <a:ext cx="77628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i="0">
                <a:solidFill>
                  <a:srgbClr val="FFFFFF"/>
                </a:solidFill>
              </a:defRPr>
            </a:defPPr>
            <a:lvl1pPr algn="l">
              <a:defRPr sz="2250" b="1" i="0">
                <a:solidFill>
                  <a:srgbClr val="FFFFFF"/>
                </a:solidFill>
              </a:defRPr>
            </a:lvl1pPr>
            <a:lvl2pPr algn="l">
              <a:defRPr sz="2250" b="1" i="0">
                <a:solidFill>
                  <a:srgbClr val="FFFFFF"/>
                </a:solidFill>
              </a:defRPr>
            </a:lvl2pPr>
            <a:lvl3pPr algn="l">
              <a:defRPr sz="2250" b="1" i="0">
                <a:solidFill>
                  <a:srgbClr val="FFFFFF"/>
                </a:solidFill>
              </a:defRPr>
            </a:lvl3pPr>
            <a:lvl4pPr algn="l">
              <a:defRPr sz="2250" b="1" i="0">
                <a:solidFill>
                  <a:srgbClr val="FFFFFF"/>
                </a:solidFill>
              </a:defRPr>
            </a:lvl4pPr>
            <a:lvl5pPr algn="l">
              <a:defRPr sz="2250" b="1" i="0">
                <a:solidFill>
                  <a:srgbClr val="FFFFFF"/>
                </a:solidFill>
              </a:defRPr>
            </a:lvl5pPr>
            <a:lvl6pPr algn="l">
              <a:defRPr sz="2250" b="1" i="0">
                <a:solidFill>
                  <a:srgbClr val="FFFFFF"/>
                </a:solidFill>
              </a:defRPr>
            </a:lvl6pPr>
            <a:lvl7pPr algn="l">
              <a:defRPr sz="2250" b="1" i="0">
                <a:solidFill>
                  <a:srgbClr val="FFFFFF"/>
                </a:solidFill>
              </a:defRPr>
            </a:lvl7pPr>
            <a:lvl8pPr algn="l">
              <a:defRPr sz="2250" b="1" i="0">
                <a:solidFill>
                  <a:srgbClr val="FFFFFF"/>
                </a:solidFill>
              </a:defRPr>
            </a:lvl8pPr>
            <a:lvl9pPr algn="l">
              <a:defRPr sz="2250" b="1" i="0">
                <a:solidFill>
                  <a:srgbClr val="FFFFFF"/>
                </a:solidFill>
              </a:defRPr>
            </a:lvl9pPr>
          </a:lstStyle>
          <a:p xmlns:a="http://schemas.openxmlformats.org/drawingml/2006/main">
            <a:pPr algn="l">
              <a:defRPr sz="2250" b="1" i="0">
                <a:solidFill>
                  <a:srgbClr val="FFFFFF"/>
                </a:solidFill>
              </a:defRPr>
            </a:pPr>
            <a:r>
              <a:rPr sz="2250" b="1" i="0">
                <a:solidFill>
                  <a:srgbClr val="FFFFFF"/>
                </a:solidFill>
              </a:rPr>
              <a:t>The next era has to work in real conditions.</a:t>
            </a:r>
          </a:p>
        </p:txBody>
      </p:sp>
    </p:spTree>
    <p:extLst>
      <p:ext uri="{BB962C8B-B14F-4D97-AF65-F5344CB8AC3E}">
        <p14:creationId xmlns:p14="http://schemas.microsoft.com/office/powerpoint/2010/main" val="205794037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488796-143E-4838-BB66-9457F5AADD9E}"/>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Come fight for what is next</a:t>
            </a:r>
          </a:p>
        </p:txBody>
      </p:sp>
      <p:sp>
        <p:nvSpPr>
          <p:cNvPr id="2" name="">
            <a:extLst xmlns:a="http://schemas.openxmlformats.org/drawingml/2006/main">
              <a:ext uri="{FF2B5EF4-FFF2-40B4-BE49-F238E27FC236}">
                <a16:creationId xmlns:a16="http://schemas.microsoft.com/office/drawing/2014/main" id="{D0FC48C9-D0B7-483B-8A87-01B4F6CC4A25}"/>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7</a:t>
            </a:r>
          </a:p>
        </p:txBody>
      </p:sp>
      <p:sp>
        <p:nvSpPr>
          <p:cNvPr id="3" name="">
            <a:extLst xmlns:a="http://schemas.openxmlformats.org/drawingml/2006/main">
              <a:ext uri="{FF2B5EF4-FFF2-40B4-BE49-F238E27FC236}">
                <a16:creationId xmlns:a16="http://schemas.microsoft.com/office/drawing/2014/main" id="{B89D8437-8108-4C47-9D08-B6DA72524FF5}"/>
              </a:ext>
            </a:extLst>
          </p:cNvPr>
          <p:cNvSpPr>
            <a:spLocks xmlns:a="http://schemas.openxmlformats.org/drawingml/2006/main" noGrp="1"/>
          </p:cNvSpPr>
          <p:nvPr/>
        </p:nvSpPr>
        <p:spPr>
          <a:xfrm xmlns:a="http://schemas.openxmlformats.org/drawingml/2006/main">
            <a:off x="723900" y="2609850"/>
            <a:ext cx="77819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FFFFFF"/>
                </a:solidFill>
              </a:defRPr>
            </a:defPPr>
            <a:lvl1pPr algn="l">
              <a:defRPr sz="2100" b="0" i="0">
                <a:solidFill>
                  <a:srgbClr val="FFFFFF"/>
                </a:solidFill>
              </a:defRPr>
            </a:lvl1pPr>
            <a:lvl2pPr algn="l">
              <a:defRPr sz="2100" b="0" i="0">
                <a:solidFill>
                  <a:srgbClr val="FFFFFF"/>
                </a:solidFill>
              </a:defRPr>
            </a:lvl2pPr>
            <a:lvl3pPr algn="l">
              <a:defRPr sz="2100" b="0" i="0">
                <a:solidFill>
                  <a:srgbClr val="FFFFFF"/>
                </a:solidFill>
              </a:defRPr>
            </a:lvl3pPr>
            <a:lvl4pPr algn="l">
              <a:defRPr sz="2100" b="0" i="0">
                <a:solidFill>
                  <a:srgbClr val="FFFFFF"/>
                </a:solidFill>
              </a:defRPr>
            </a:lvl4pPr>
            <a:lvl5pPr algn="l">
              <a:defRPr sz="2100" b="0" i="0">
                <a:solidFill>
                  <a:srgbClr val="FFFFFF"/>
                </a:solidFill>
              </a:defRPr>
            </a:lvl5pPr>
            <a:lvl6pPr algn="l">
              <a:defRPr sz="2100" b="0" i="0">
                <a:solidFill>
                  <a:srgbClr val="FFFFFF"/>
                </a:solidFill>
              </a:defRPr>
            </a:lvl6pPr>
            <a:lvl7pPr algn="l">
              <a:defRPr sz="2100" b="0" i="0">
                <a:solidFill>
                  <a:srgbClr val="FFFFFF"/>
                </a:solidFill>
              </a:defRPr>
            </a:lvl7pPr>
            <a:lvl8pPr algn="l">
              <a:defRPr sz="2100" b="0" i="0">
                <a:solidFill>
                  <a:srgbClr val="FFFFFF"/>
                </a:solidFill>
              </a:defRPr>
            </a:lvl8pPr>
            <a:lvl9pPr algn="l">
              <a:defRPr sz="2100" b="0" i="0">
                <a:solidFill>
                  <a:srgbClr val="FFFFFF"/>
                </a:solidFill>
              </a:defRPr>
            </a:lvl9pPr>
          </a:lstStyle>
          <a:p xmlns:a="http://schemas.openxmlformats.org/drawingml/2006/main">
            <a:pPr algn="l">
              <a:defRPr sz="2100" b="0" i="0">
                <a:solidFill>
                  <a:srgbClr val="FFFFFF"/>
                </a:solidFill>
              </a:defRPr>
            </a:pPr>
            <a:r>
              <a:rPr sz="2100" b="0" i="0">
                <a:solidFill>
                  <a:srgbClr val="FFFFFF"/>
                </a:solidFill>
              </a:rPr>
              <a:t>We are looking for talent across Remington + TKG.</a:t>
            </a:r>
          </a:p>
        </p:txBody>
      </p:sp>
      <p:sp>
        <p:nvSpPr>
          <p:cNvPr id="4" name="">
            <a:extLst xmlns:a="http://schemas.openxmlformats.org/drawingml/2006/main">
              <a:ext uri="{FF2B5EF4-FFF2-40B4-BE49-F238E27FC236}">
                <a16:creationId xmlns:a16="http://schemas.microsoft.com/office/drawing/2014/main" id="{0823013B-9193-466C-B4D6-F2501B7EA23B}"/>
              </a:ext>
            </a:extLst>
          </p:cNvPr>
          <p:cNvSpPr>
            <a:spLocks xmlns:a="http://schemas.openxmlformats.org/drawingml/2006/main" noGrp="1"/>
          </p:cNvSpPr>
          <p:nvPr/>
        </p:nvSpPr>
        <p:spPr>
          <a:xfrm xmlns:a="http://schemas.openxmlformats.org/drawingml/2006/main">
            <a:off x="723900" y="3543300"/>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Mechanical</a:t>
            </a:r>
          </a:p>
        </p:txBody>
      </p:sp>
      <p:sp>
        <p:nvSpPr>
          <p:cNvPr id="5" name="">
            <a:extLst xmlns:a="http://schemas.openxmlformats.org/drawingml/2006/main">
              <a:ext uri="{FF2B5EF4-FFF2-40B4-BE49-F238E27FC236}">
                <a16:creationId xmlns:a16="http://schemas.microsoft.com/office/drawing/2014/main" id="{D0C7D4C3-1873-4FA2-A12E-2328680CCFA0}"/>
              </a:ext>
            </a:extLst>
          </p:cNvPr>
          <p:cNvSpPr>
            <a:spLocks xmlns:a="http://schemas.openxmlformats.org/drawingml/2006/main" noGrp="1"/>
          </p:cNvSpPr>
          <p:nvPr/>
        </p:nvSpPr>
        <p:spPr>
          <a:xfrm xmlns:a="http://schemas.openxmlformats.org/drawingml/2006/main">
            <a:off x="723900" y="3981450"/>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defRPr sz="1650" b="0" i="0">
                <a:solidFill>
                  <a:srgbClr val="FFFFFF"/>
                </a:solidFill>
              </a:defRPr>
            </a:lvl1pPr>
            <a:lvl2pPr algn="l">
              <a:defRPr sz="1650" b="0" i="0">
                <a:solidFill>
                  <a:srgbClr val="FFFFFF"/>
                </a:solidFill>
              </a:defRPr>
            </a:lvl2pPr>
            <a:lvl3pPr algn="l">
              <a:defRPr sz="1650" b="0" i="0">
                <a:solidFill>
                  <a:srgbClr val="FFFFFF"/>
                </a:solidFill>
              </a:defRPr>
            </a:lvl3pPr>
            <a:lvl4pPr algn="l">
              <a:defRPr sz="1650" b="0" i="0">
                <a:solidFill>
                  <a:srgbClr val="FFFFFF"/>
                </a:solidFill>
              </a:defRPr>
            </a:lvl4pPr>
            <a:lvl5pPr algn="l">
              <a:defRPr sz="1650" b="0" i="0">
                <a:solidFill>
                  <a:srgbClr val="FFFFFF"/>
                </a:solidFill>
              </a:defRPr>
            </a:lvl5pPr>
            <a:lvl6pPr algn="l">
              <a:defRPr sz="1650" b="0" i="0">
                <a:solidFill>
                  <a:srgbClr val="FFFFFF"/>
                </a:solidFill>
              </a:defRPr>
            </a:lvl6pPr>
            <a:lvl7pPr algn="l">
              <a:defRPr sz="1650" b="0" i="0">
                <a:solidFill>
                  <a:srgbClr val="FFFFFF"/>
                </a:solidFill>
              </a:defRPr>
            </a:lvl7pPr>
            <a:lvl8pPr algn="l">
              <a:defRPr sz="1650" b="0" i="0">
                <a:solidFill>
                  <a:srgbClr val="FFFFFF"/>
                </a:solidFill>
              </a:defRPr>
            </a:lvl8pPr>
            <a:lvl9pPr algn="l">
              <a:defRPr sz="1650" b="0" i="0">
                <a:solidFill>
                  <a:srgbClr val="FFFFFF"/>
                </a:solidFill>
              </a:defRPr>
            </a:lvl9pPr>
          </a:lstStyle>
          <a:p xmlns:a="http://schemas.openxmlformats.org/drawingml/2006/main">
            <a:pPr algn="l">
              <a:defRPr sz="1650" b="0" i="0">
                <a:solidFill>
                  <a:srgbClr val="FFFFFF"/>
                </a:solidFill>
              </a:defRPr>
            </a:pPr>
            <a:r>
              <a:rPr sz="1650" b="0" i="0">
                <a:solidFill>
                  <a:srgbClr val="FFFFFF"/>
                </a:solidFill>
              </a:rPr>
              <a:t>Equipment that lasts</a:t>
            </a:r>
          </a:p>
        </p:txBody>
      </p:sp>
      <p:sp>
        <p:nvSpPr>
          <p:cNvPr id="6" name="">
            <a:extLst xmlns:a="http://schemas.openxmlformats.org/drawingml/2006/main">
              <a:ext uri="{FF2B5EF4-FFF2-40B4-BE49-F238E27FC236}">
                <a16:creationId xmlns:a16="http://schemas.microsoft.com/office/drawing/2014/main" id="{3EBAAE2A-FCF5-4D51-86AE-6AA31A5CD58F}"/>
              </a:ext>
            </a:extLst>
          </p:cNvPr>
          <p:cNvSpPr>
            <a:spLocks xmlns:a="http://schemas.openxmlformats.org/drawingml/2006/main" noGrp="1"/>
          </p:cNvSpPr>
          <p:nvPr/>
        </p:nvSpPr>
        <p:spPr>
          <a:xfrm xmlns:a="http://schemas.openxmlformats.org/drawingml/2006/main">
            <a:off x="4857750" y="3543300"/>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Controls</a:t>
            </a:r>
          </a:p>
        </p:txBody>
      </p:sp>
      <p:sp>
        <p:nvSpPr>
          <p:cNvPr id="7" name="">
            <a:extLst xmlns:a="http://schemas.openxmlformats.org/drawingml/2006/main">
              <a:ext uri="{FF2B5EF4-FFF2-40B4-BE49-F238E27FC236}">
                <a16:creationId xmlns:a16="http://schemas.microsoft.com/office/drawing/2014/main" id="{BFBA7D01-0D9F-4F08-92C7-274929419204}"/>
              </a:ext>
            </a:extLst>
          </p:cNvPr>
          <p:cNvSpPr>
            <a:spLocks xmlns:a="http://schemas.openxmlformats.org/drawingml/2006/main" noGrp="1"/>
          </p:cNvSpPr>
          <p:nvPr/>
        </p:nvSpPr>
        <p:spPr>
          <a:xfrm xmlns:a="http://schemas.openxmlformats.org/drawingml/2006/main">
            <a:off x="4857750" y="3981450"/>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defRPr sz="1650" b="0" i="0">
                <a:solidFill>
                  <a:srgbClr val="FFFFFF"/>
                </a:solidFill>
              </a:defRPr>
            </a:lvl1pPr>
            <a:lvl2pPr algn="l">
              <a:defRPr sz="1650" b="0" i="0">
                <a:solidFill>
                  <a:srgbClr val="FFFFFF"/>
                </a:solidFill>
              </a:defRPr>
            </a:lvl2pPr>
            <a:lvl3pPr algn="l">
              <a:defRPr sz="1650" b="0" i="0">
                <a:solidFill>
                  <a:srgbClr val="FFFFFF"/>
                </a:solidFill>
              </a:defRPr>
            </a:lvl3pPr>
            <a:lvl4pPr algn="l">
              <a:defRPr sz="1650" b="0" i="0">
                <a:solidFill>
                  <a:srgbClr val="FFFFFF"/>
                </a:solidFill>
              </a:defRPr>
            </a:lvl4pPr>
            <a:lvl5pPr algn="l">
              <a:defRPr sz="1650" b="0" i="0">
                <a:solidFill>
                  <a:srgbClr val="FFFFFF"/>
                </a:solidFill>
              </a:defRPr>
            </a:lvl5pPr>
            <a:lvl6pPr algn="l">
              <a:defRPr sz="1650" b="0" i="0">
                <a:solidFill>
                  <a:srgbClr val="FFFFFF"/>
                </a:solidFill>
              </a:defRPr>
            </a:lvl6pPr>
            <a:lvl7pPr algn="l">
              <a:defRPr sz="1650" b="0" i="0">
                <a:solidFill>
                  <a:srgbClr val="FFFFFF"/>
                </a:solidFill>
              </a:defRPr>
            </a:lvl7pPr>
            <a:lvl8pPr algn="l">
              <a:defRPr sz="1650" b="0" i="0">
                <a:solidFill>
                  <a:srgbClr val="FFFFFF"/>
                </a:solidFill>
              </a:defRPr>
            </a:lvl8pPr>
            <a:lvl9pPr algn="l">
              <a:defRPr sz="1650" b="0" i="0">
                <a:solidFill>
                  <a:srgbClr val="FFFFFF"/>
                </a:solidFill>
              </a:defRPr>
            </a:lvl9pPr>
          </a:lstStyle>
          <a:p xmlns:a="http://schemas.openxmlformats.org/drawingml/2006/main">
            <a:pPr algn="l">
              <a:defRPr sz="1650" b="0" i="0">
                <a:solidFill>
                  <a:srgbClr val="FFFFFF"/>
                </a:solidFill>
              </a:defRPr>
            </a:pPr>
            <a:r>
              <a:rPr sz="1650" b="0" i="0">
                <a:solidFill>
                  <a:srgbClr val="FFFFFF"/>
                </a:solidFill>
              </a:rPr>
              <a:t>Reliable response</a:t>
            </a:r>
          </a:p>
        </p:txBody>
      </p:sp>
      <p:sp>
        <p:nvSpPr>
          <p:cNvPr id="8" name="">
            <a:extLst xmlns:a="http://schemas.openxmlformats.org/drawingml/2006/main">
              <a:ext uri="{FF2B5EF4-FFF2-40B4-BE49-F238E27FC236}">
                <a16:creationId xmlns:a16="http://schemas.microsoft.com/office/drawing/2014/main" id="{13F962AE-A9AA-4D93-9C57-58AC8180D812}"/>
              </a:ext>
            </a:extLst>
          </p:cNvPr>
          <p:cNvSpPr>
            <a:spLocks xmlns:a="http://schemas.openxmlformats.org/drawingml/2006/main" noGrp="1"/>
          </p:cNvSpPr>
          <p:nvPr/>
        </p:nvSpPr>
        <p:spPr>
          <a:xfrm xmlns:a="http://schemas.openxmlformats.org/drawingml/2006/main">
            <a:off x="723900" y="4638675"/>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Software</a:t>
            </a:r>
          </a:p>
        </p:txBody>
      </p:sp>
      <p:sp>
        <p:nvSpPr>
          <p:cNvPr id="9" name="">
            <a:extLst xmlns:a="http://schemas.openxmlformats.org/drawingml/2006/main">
              <a:ext uri="{FF2B5EF4-FFF2-40B4-BE49-F238E27FC236}">
                <a16:creationId xmlns:a16="http://schemas.microsoft.com/office/drawing/2014/main" id="{D92FFE5F-371B-4111-96BB-F3AD24F5FC63}"/>
              </a:ext>
            </a:extLst>
          </p:cNvPr>
          <p:cNvSpPr>
            <a:spLocks xmlns:a="http://schemas.openxmlformats.org/drawingml/2006/main" noGrp="1"/>
          </p:cNvSpPr>
          <p:nvPr/>
        </p:nvSpPr>
        <p:spPr>
          <a:xfrm xmlns:a="http://schemas.openxmlformats.org/drawingml/2006/main">
            <a:off x="723900" y="5076825"/>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defRPr sz="1650" b="0" i="0">
                <a:solidFill>
                  <a:srgbClr val="FFFFFF"/>
                </a:solidFill>
              </a:defRPr>
            </a:lvl1pPr>
            <a:lvl2pPr algn="l">
              <a:defRPr sz="1650" b="0" i="0">
                <a:solidFill>
                  <a:srgbClr val="FFFFFF"/>
                </a:solidFill>
              </a:defRPr>
            </a:lvl2pPr>
            <a:lvl3pPr algn="l">
              <a:defRPr sz="1650" b="0" i="0">
                <a:solidFill>
                  <a:srgbClr val="FFFFFF"/>
                </a:solidFill>
              </a:defRPr>
            </a:lvl3pPr>
            <a:lvl4pPr algn="l">
              <a:defRPr sz="1650" b="0" i="0">
                <a:solidFill>
                  <a:srgbClr val="FFFFFF"/>
                </a:solidFill>
              </a:defRPr>
            </a:lvl4pPr>
            <a:lvl5pPr algn="l">
              <a:defRPr sz="1650" b="0" i="0">
                <a:solidFill>
                  <a:srgbClr val="FFFFFF"/>
                </a:solidFill>
              </a:defRPr>
            </a:lvl5pPr>
            <a:lvl6pPr algn="l">
              <a:defRPr sz="1650" b="0" i="0">
                <a:solidFill>
                  <a:srgbClr val="FFFFFF"/>
                </a:solidFill>
              </a:defRPr>
            </a:lvl6pPr>
            <a:lvl7pPr algn="l">
              <a:defRPr sz="1650" b="0" i="0">
                <a:solidFill>
                  <a:srgbClr val="FFFFFF"/>
                </a:solidFill>
              </a:defRPr>
            </a:lvl7pPr>
            <a:lvl8pPr algn="l">
              <a:defRPr sz="1650" b="0" i="0">
                <a:solidFill>
                  <a:srgbClr val="FFFFFF"/>
                </a:solidFill>
              </a:defRPr>
            </a:lvl8pPr>
            <a:lvl9pPr algn="l">
              <a:defRPr sz="1650" b="0" i="0">
                <a:solidFill>
                  <a:srgbClr val="FFFFFF"/>
                </a:solidFill>
              </a:defRPr>
            </a:lvl9pPr>
          </a:lstStyle>
          <a:p xmlns:a="http://schemas.openxmlformats.org/drawingml/2006/main">
            <a:pPr algn="l">
              <a:defRPr sz="1650" b="0" i="0">
                <a:solidFill>
                  <a:srgbClr val="FFFFFF"/>
                </a:solidFill>
              </a:defRPr>
            </a:pPr>
            <a:r>
              <a:rPr sz="1650" b="0" i="0">
                <a:solidFill>
                  <a:srgbClr val="FFFFFF"/>
                </a:solidFill>
              </a:rPr>
              <a:t>Tools for the floor</a:t>
            </a:r>
          </a:p>
        </p:txBody>
      </p:sp>
      <p:sp>
        <p:nvSpPr>
          <p:cNvPr id="10" name="">
            <a:extLst xmlns:a="http://schemas.openxmlformats.org/drawingml/2006/main">
              <a:ext uri="{FF2B5EF4-FFF2-40B4-BE49-F238E27FC236}">
                <a16:creationId xmlns:a16="http://schemas.microsoft.com/office/drawing/2014/main" id="{A2434492-DCB7-4E66-848A-AF3250C4A971}"/>
              </a:ext>
            </a:extLst>
          </p:cNvPr>
          <p:cNvSpPr>
            <a:spLocks xmlns:a="http://schemas.openxmlformats.org/drawingml/2006/main" noGrp="1"/>
          </p:cNvSpPr>
          <p:nvPr/>
        </p:nvSpPr>
        <p:spPr>
          <a:xfrm xmlns:a="http://schemas.openxmlformats.org/drawingml/2006/main">
            <a:off x="4857750" y="4638675"/>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Testing</a:t>
            </a:r>
          </a:p>
        </p:txBody>
      </p:sp>
      <p:sp>
        <p:nvSpPr>
          <p:cNvPr id="11" name="">
            <a:extLst xmlns:a="http://schemas.openxmlformats.org/drawingml/2006/main">
              <a:ext uri="{FF2B5EF4-FFF2-40B4-BE49-F238E27FC236}">
                <a16:creationId xmlns:a16="http://schemas.microsoft.com/office/drawing/2014/main" id="{B81A4699-8816-4D03-8B22-0008C50E864E}"/>
              </a:ext>
            </a:extLst>
          </p:cNvPr>
          <p:cNvSpPr>
            <a:spLocks xmlns:a="http://schemas.openxmlformats.org/drawingml/2006/main" noGrp="1"/>
          </p:cNvSpPr>
          <p:nvPr/>
        </p:nvSpPr>
        <p:spPr>
          <a:xfrm xmlns:a="http://schemas.openxmlformats.org/drawingml/2006/main">
            <a:off x="4857750" y="5076825"/>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defRPr sz="1650" b="0" i="0">
                <a:solidFill>
                  <a:srgbClr val="FFFFFF"/>
                </a:solidFill>
              </a:defRPr>
            </a:lvl1pPr>
            <a:lvl2pPr algn="l">
              <a:defRPr sz="1650" b="0" i="0">
                <a:solidFill>
                  <a:srgbClr val="FFFFFF"/>
                </a:solidFill>
              </a:defRPr>
            </a:lvl2pPr>
            <a:lvl3pPr algn="l">
              <a:defRPr sz="1650" b="0" i="0">
                <a:solidFill>
                  <a:srgbClr val="FFFFFF"/>
                </a:solidFill>
              </a:defRPr>
            </a:lvl3pPr>
            <a:lvl4pPr algn="l">
              <a:defRPr sz="1650" b="0" i="0">
                <a:solidFill>
                  <a:srgbClr val="FFFFFF"/>
                </a:solidFill>
              </a:defRPr>
            </a:lvl4pPr>
            <a:lvl5pPr algn="l">
              <a:defRPr sz="1650" b="0" i="0">
                <a:solidFill>
                  <a:srgbClr val="FFFFFF"/>
                </a:solidFill>
              </a:defRPr>
            </a:lvl5pPr>
            <a:lvl6pPr algn="l">
              <a:defRPr sz="1650" b="0" i="0">
                <a:solidFill>
                  <a:srgbClr val="FFFFFF"/>
                </a:solidFill>
              </a:defRPr>
            </a:lvl6pPr>
            <a:lvl7pPr algn="l">
              <a:defRPr sz="1650" b="0" i="0">
                <a:solidFill>
                  <a:srgbClr val="FFFFFF"/>
                </a:solidFill>
              </a:defRPr>
            </a:lvl7pPr>
            <a:lvl8pPr algn="l">
              <a:defRPr sz="1650" b="0" i="0">
                <a:solidFill>
                  <a:srgbClr val="FFFFFF"/>
                </a:solidFill>
              </a:defRPr>
            </a:lvl8pPr>
            <a:lvl9pPr algn="l">
              <a:defRPr sz="1650" b="0" i="0">
                <a:solidFill>
                  <a:srgbClr val="FFFFFF"/>
                </a:solidFill>
              </a:defRPr>
            </a:lvl9pPr>
          </a:lstStyle>
          <a:p xmlns:a="http://schemas.openxmlformats.org/drawingml/2006/main">
            <a:pPr algn="l">
              <a:defRPr sz="1650" b="0" i="0">
                <a:solidFill>
                  <a:srgbClr val="FFFFFF"/>
                </a:solidFill>
              </a:defRPr>
            </a:pPr>
            <a:r>
              <a:rPr sz="1650" b="0" i="0">
                <a:solidFill>
                  <a:srgbClr val="FFFFFF"/>
                </a:solidFill>
              </a:rPr>
              <a:t>Proof in real conditions</a:t>
            </a:r>
          </a:p>
        </p:txBody>
      </p:sp>
      <p:sp>
        <p:nvSpPr>
          <p:cNvPr id="12" name="">
            <a:extLst xmlns:a="http://schemas.openxmlformats.org/drawingml/2006/main">
              <a:ext uri="{FF2B5EF4-FFF2-40B4-BE49-F238E27FC236}">
                <a16:creationId xmlns:a16="http://schemas.microsoft.com/office/drawing/2014/main" id="{3B588707-684F-4381-B976-459C0396BABD}"/>
              </a:ext>
            </a:extLst>
          </p:cNvPr>
          <p:cNvSpPr>
            <a:spLocks xmlns:a="http://schemas.openxmlformats.org/drawingml/2006/main" noGrp="1"/>
          </p:cNvSpPr>
          <p:nvPr/>
        </p:nvSpPr>
        <p:spPr>
          <a:xfrm xmlns:a="http://schemas.openxmlformats.org/drawingml/2006/main">
            <a:off x="723900" y="5695950"/>
            <a:ext cx="7810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i="0">
                <a:solidFill>
                  <a:srgbClr val="FFFFFF"/>
                </a:solidFill>
              </a:defRPr>
            </a:defPPr>
            <a:lvl1pPr algn="l">
              <a:defRPr sz="2250" b="1" i="0">
                <a:solidFill>
                  <a:srgbClr val="FFFFFF"/>
                </a:solidFill>
              </a:defRPr>
            </a:lvl1pPr>
            <a:lvl2pPr algn="l">
              <a:defRPr sz="2250" b="1" i="0">
                <a:solidFill>
                  <a:srgbClr val="FFFFFF"/>
                </a:solidFill>
              </a:defRPr>
            </a:lvl2pPr>
            <a:lvl3pPr algn="l">
              <a:defRPr sz="2250" b="1" i="0">
                <a:solidFill>
                  <a:srgbClr val="FFFFFF"/>
                </a:solidFill>
              </a:defRPr>
            </a:lvl3pPr>
            <a:lvl4pPr algn="l">
              <a:defRPr sz="2250" b="1" i="0">
                <a:solidFill>
                  <a:srgbClr val="FFFFFF"/>
                </a:solidFill>
              </a:defRPr>
            </a:lvl4pPr>
            <a:lvl5pPr algn="l">
              <a:defRPr sz="2250" b="1" i="0">
                <a:solidFill>
                  <a:srgbClr val="FFFFFF"/>
                </a:solidFill>
              </a:defRPr>
            </a:lvl5pPr>
            <a:lvl6pPr algn="l">
              <a:defRPr sz="2250" b="1" i="0">
                <a:solidFill>
                  <a:srgbClr val="FFFFFF"/>
                </a:solidFill>
              </a:defRPr>
            </a:lvl6pPr>
            <a:lvl7pPr algn="l">
              <a:defRPr sz="2250" b="1" i="0">
                <a:solidFill>
                  <a:srgbClr val="FFFFFF"/>
                </a:solidFill>
              </a:defRPr>
            </a:lvl7pPr>
            <a:lvl8pPr algn="l">
              <a:defRPr sz="2250" b="1" i="0">
                <a:solidFill>
                  <a:srgbClr val="FFFFFF"/>
                </a:solidFill>
              </a:defRPr>
            </a:lvl8pPr>
            <a:lvl9pPr algn="l">
              <a:defRPr sz="2250" b="1" i="0">
                <a:solidFill>
                  <a:srgbClr val="FFFFFF"/>
                </a:solidFill>
              </a:defRPr>
            </a:lvl9pPr>
          </a:lstStyle>
          <a:p xmlns:a="http://schemas.openxmlformats.org/drawingml/2006/main">
            <a:pPr algn="l">
              <a:defRPr sz="2250" b="1" i="0">
                <a:solidFill>
                  <a:srgbClr val="FFFFFF"/>
                </a:solidFill>
              </a:defRPr>
            </a:pPr>
            <a:r>
              <a:rPr sz="2250" b="1" i="0">
                <a:solidFill>
                  <a:srgbClr val="FFFFFF"/>
                </a:solidFill>
              </a:rPr>
              <a:t>Help write the next rules.</a:t>
            </a:r>
          </a:p>
        </p:txBody>
      </p:sp>
    </p:spTree>
    <p:extLst>
      <p:ext uri="{BB962C8B-B14F-4D97-AF65-F5344CB8AC3E}">
        <p14:creationId xmlns:p14="http://schemas.microsoft.com/office/powerpoint/2010/main" val="170402279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87C6A6B-6B23-40C0-AEE8-90C1BFAE7CE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Try it yourself</a:t>
            </a:r>
          </a:p>
        </p:txBody>
      </p:sp>
      <p:sp>
        <p:nvSpPr>
          <p:cNvPr id="2" name="">
            <a:extLst xmlns:a="http://schemas.openxmlformats.org/drawingml/2006/main">
              <a:ext uri="{FF2B5EF4-FFF2-40B4-BE49-F238E27FC236}">
                <a16:creationId xmlns:a16="http://schemas.microsoft.com/office/drawing/2014/main" id="{EDC48AD8-F7C5-412A-8DC6-42D0167FFA0F}"/>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8</a:t>
            </a:r>
          </a:p>
        </p:txBody>
      </p:sp>
      <p:sp>
        <p:nvSpPr>
          <p:cNvPr id="3" name="">
            <a:extLst xmlns:a="http://schemas.openxmlformats.org/drawingml/2006/main">
              <a:ext uri="{FF2B5EF4-FFF2-40B4-BE49-F238E27FC236}">
                <a16:creationId xmlns:a16="http://schemas.microsoft.com/office/drawing/2014/main" id="{E76D5AFE-7436-4C33-9D1D-D8D4182FDCF0}"/>
              </a:ext>
            </a:extLst>
          </p:cNvPr>
          <p:cNvSpPr>
            <a:spLocks xmlns:a="http://schemas.openxmlformats.org/drawingml/2006/main" noGrp="1"/>
          </p:cNvSpPr>
          <p:nvPr/>
        </p:nvSpPr>
        <p:spPr>
          <a:xfrm xmlns:a="http://schemas.openxmlformats.org/drawingml/2006/main">
            <a:off x="723900" y="2876550"/>
            <a:ext cx="4648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i="0">
                <a:solidFill>
                  <a:srgbClr val="FFFFFF"/>
                </a:solidFill>
              </a:defRPr>
            </a:defPPr>
            <a:lvl1pPr algn="l">
              <a:defRPr sz="3225" b="1" i="0">
                <a:solidFill>
                  <a:srgbClr val="FFFFFF"/>
                </a:solidFill>
              </a:defRPr>
            </a:lvl1pPr>
            <a:lvl2pPr algn="l">
              <a:defRPr sz="3225" b="1" i="0">
                <a:solidFill>
                  <a:srgbClr val="FFFFFF"/>
                </a:solidFill>
              </a:defRPr>
            </a:lvl2pPr>
            <a:lvl3pPr algn="l">
              <a:defRPr sz="3225" b="1" i="0">
                <a:solidFill>
                  <a:srgbClr val="FFFFFF"/>
                </a:solidFill>
              </a:defRPr>
            </a:lvl3pPr>
            <a:lvl4pPr algn="l">
              <a:defRPr sz="3225" b="1" i="0">
                <a:solidFill>
                  <a:srgbClr val="FFFFFF"/>
                </a:solidFill>
              </a:defRPr>
            </a:lvl4pPr>
            <a:lvl5pPr algn="l">
              <a:defRPr sz="3225" b="1" i="0">
                <a:solidFill>
                  <a:srgbClr val="FFFFFF"/>
                </a:solidFill>
              </a:defRPr>
            </a:lvl5pPr>
            <a:lvl6pPr algn="l">
              <a:defRPr sz="3225" b="1" i="0">
                <a:solidFill>
                  <a:srgbClr val="FFFFFF"/>
                </a:solidFill>
              </a:defRPr>
            </a:lvl6pPr>
            <a:lvl7pPr algn="l">
              <a:defRPr sz="3225" b="1" i="0">
                <a:solidFill>
                  <a:srgbClr val="FFFFFF"/>
                </a:solidFill>
              </a:defRPr>
            </a:lvl7pPr>
            <a:lvl8pPr algn="l">
              <a:defRPr sz="3225" b="1" i="0">
                <a:solidFill>
                  <a:srgbClr val="FFFFFF"/>
                </a:solidFill>
              </a:defRPr>
            </a:lvl8pPr>
            <a:lvl9pPr algn="l">
              <a:defRPr sz="3225" b="1" i="0">
                <a:solidFill>
                  <a:srgbClr val="FFFFFF"/>
                </a:solidFill>
              </a:defRPr>
            </a:lvl9pPr>
          </a:lstStyle>
          <a:p xmlns:a="http://schemas.openxmlformats.org/drawingml/2006/main">
            <a:pPr algn="l">
              <a:defRPr sz="3225" b="1" i="0">
                <a:solidFill>
                  <a:srgbClr val="FFFFFF"/>
                </a:solidFill>
              </a:defRPr>
            </a:pPr>
            <a:r>
              <a:rPr sz="3225" b="1" i="0">
                <a:solidFill>
                  <a:srgbClr val="FFFFFF"/>
                </a:solidFill>
              </a:rPr>
              <a:t>Draw. Test. Change.</a:t>
            </a:r>
          </a:p>
        </p:txBody>
      </p:sp>
      <p:sp>
        <p:nvSpPr>
          <p:cNvPr id="4" name="">
            <a:extLst xmlns:a="http://schemas.openxmlformats.org/drawingml/2006/main">
              <a:ext uri="{FF2B5EF4-FFF2-40B4-BE49-F238E27FC236}">
                <a16:creationId xmlns:a16="http://schemas.microsoft.com/office/drawing/2014/main" id="{BA074521-D12E-4C92-96A7-2ED041BE9680}"/>
              </a:ext>
            </a:extLst>
          </p:cNvPr>
          <p:cNvSpPr>
            <a:spLocks xmlns:a="http://schemas.openxmlformats.org/drawingml/2006/main" noGrp="1"/>
          </p:cNvSpPr>
          <p:nvPr/>
        </p:nvSpPr>
        <p:spPr>
          <a:xfrm xmlns:a="http://schemas.openxmlformats.org/drawingml/2006/main">
            <a:off x="723900" y="5295900"/>
            <a:ext cx="4819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BEA06A"/>
                </a:solidFill>
              </a:defRPr>
            </a:defPPr>
            <a:lvl1pPr algn="l">
              <a:defRPr sz="1875" b="0" i="0">
                <a:solidFill>
                  <a:srgbClr val="BEA06A"/>
                </a:solidFill>
              </a:defRPr>
            </a:lvl1pPr>
            <a:lvl2pPr algn="l">
              <a:defRPr sz="1875" b="0" i="0">
                <a:solidFill>
                  <a:srgbClr val="BEA06A"/>
                </a:solidFill>
              </a:defRPr>
            </a:lvl2pPr>
            <a:lvl3pPr algn="l">
              <a:defRPr sz="1875" b="0" i="0">
                <a:solidFill>
                  <a:srgbClr val="BEA06A"/>
                </a:solidFill>
              </a:defRPr>
            </a:lvl3pPr>
            <a:lvl4pPr algn="l">
              <a:defRPr sz="1875" b="0" i="0">
                <a:solidFill>
                  <a:srgbClr val="BEA06A"/>
                </a:solidFill>
              </a:defRPr>
            </a:lvl4pPr>
            <a:lvl5pPr algn="l">
              <a:defRPr sz="1875" b="0" i="0">
                <a:solidFill>
                  <a:srgbClr val="BEA06A"/>
                </a:solidFill>
              </a:defRPr>
            </a:lvl5pPr>
            <a:lvl6pPr algn="l">
              <a:defRPr sz="1875" b="0" i="0">
                <a:solidFill>
                  <a:srgbClr val="BEA06A"/>
                </a:solidFill>
              </a:defRPr>
            </a:lvl6pPr>
            <a:lvl7pPr algn="l">
              <a:defRPr sz="1875" b="0" i="0">
                <a:solidFill>
                  <a:srgbClr val="BEA06A"/>
                </a:solidFill>
              </a:defRPr>
            </a:lvl7pPr>
            <a:lvl8pPr algn="l">
              <a:defRPr sz="1875" b="0" i="0">
                <a:solidFill>
                  <a:srgbClr val="BEA06A"/>
                </a:solidFill>
              </a:defRPr>
            </a:lvl8pPr>
            <a:lvl9pPr algn="l">
              <a:defRPr sz="1875" b="0" i="0">
                <a:solidFill>
                  <a:srgbClr val="BEA06A"/>
                </a:solidFill>
              </a:defRPr>
            </a:lvl9pPr>
          </a:lstStyle>
          <a:p xmlns:a="http://schemas.openxmlformats.org/drawingml/2006/main">
            <a:pPr algn="l">
              <a:defRPr sz="1875" b="0" i="0">
                <a:solidFill>
                  <a:srgbClr val="BEA06A"/>
                </a:solidFill>
              </a:defRPr>
            </a:pPr>
            <a:r>
              <a:rPr sz="1875" b="0" i="0">
                <a:solidFill>
                  <a:srgbClr val="BEA06A"/>
                </a:solidFill>
              </a:rPr>
              <a:t>4founders.dev/demo/ai-in-action/</a:t>
            </a:r>
          </a:p>
        </p:txBody>
      </p:sp>
      <p:pic>
        <p:nvPicPr>
          <p:cNvPr id="5" name="">
            <a:extLst xmlns:a="http://schemas.openxmlformats.org/drawingml/2006/main">
              <a:ext uri="{FF2B5EF4-FFF2-40B4-BE49-F238E27FC236}">
                <a16:creationId xmlns:a16="http://schemas.microsoft.com/office/drawing/2014/main" id="{5A3499DA-0F39-4AFB-A990-48A5E9B42E35}"/>
              </a:ext>
            </a:extLst>
          </p:cNvPr>
          <p:cNvPicPr>
            <a:picLocks xmlns:a="http://schemas.openxmlformats.org/drawingml/2006/main" noChangeAspect="1"/>
          </p:cNvPicPr>
          <p:nvPr/>
        </p:nvPicPr>
        <p:blipFill>
          <a:blip xmlns:r="http://schemas.openxmlformats.org/officeDocument/2006/relationships" xmlns:a="http://schemas.openxmlformats.org/drawingml/2006/main" r:embed="Rf8a64b07a55347e6"/>
          <a:stretch xmlns:a="http://schemas.openxmlformats.org/drawingml/2006/main"/>
        </p:blipFill>
        <p:spPr>
          <a:xfrm xmlns:a="http://schemas.openxmlformats.org/drawingml/2006/main">
            <a:off x="5753100" y="2590800"/>
            <a:ext cx="2466975" cy="24669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A967C52-65BE-4CF8-A216-CA089985A1E8}"/>
              </a:ext>
            </a:extLst>
          </p:cNvPr>
          <p:cNvSpPr>
            <a:spLocks xmlns:a="http://schemas.openxmlformats.org/drawingml/2006/main" noGrp="1"/>
          </p:cNvSpPr>
          <p:nvPr/>
        </p:nvSpPr>
        <p:spPr>
          <a:xfrm xmlns:a="http://schemas.openxmlformats.org/drawingml/2006/main">
            <a:off x="5762625" y="5314950"/>
            <a:ext cx="2762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025" b="1" i="0">
                <a:solidFill>
                  <a:srgbClr val="FFFFFF"/>
                </a:solidFill>
              </a:defRPr>
            </a:defPPr>
            <a:lvl1pPr algn="l">
              <a:defRPr sz="2025" b="1" i="0">
                <a:solidFill>
                  <a:srgbClr val="FFFFFF"/>
                </a:solidFill>
              </a:defRPr>
            </a:lvl1pPr>
            <a:lvl2pPr algn="l">
              <a:defRPr sz="2025" b="1" i="0">
                <a:solidFill>
                  <a:srgbClr val="FFFFFF"/>
                </a:solidFill>
              </a:defRPr>
            </a:lvl2pPr>
            <a:lvl3pPr algn="l">
              <a:defRPr sz="2025" b="1" i="0">
                <a:solidFill>
                  <a:srgbClr val="FFFFFF"/>
                </a:solidFill>
              </a:defRPr>
            </a:lvl3pPr>
            <a:lvl4pPr algn="l">
              <a:defRPr sz="2025" b="1" i="0">
                <a:solidFill>
                  <a:srgbClr val="FFFFFF"/>
                </a:solidFill>
              </a:defRPr>
            </a:lvl4pPr>
            <a:lvl5pPr algn="l">
              <a:defRPr sz="2025" b="1" i="0">
                <a:solidFill>
                  <a:srgbClr val="FFFFFF"/>
                </a:solidFill>
              </a:defRPr>
            </a:lvl5pPr>
            <a:lvl6pPr algn="l">
              <a:defRPr sz="2025" b="1" i="0">
                <a:solidFill>
                  <a:srgbClr val="FFFFFF"/>
                </a:solidFill>
              </a:defRPr>
            </a:lvl6pPr>
            <a:lvl7pPr algn="l">
              <a:defRPr sz="2025" b="1" i="0">
                <a:solidFill>
                  <a:srgbClr val="FFFFFF"/>
                </a:solidFill>
              </a:defRPr>
            </a:lvl7pPr>
            <a:lvl8pPr algn="l">
              <a:defRPr sz="2025" b="1" i="0">
                <a:solidFill>
                  <a:srgbClr val="FFFFFF"/>
                </a:solidFill>
              </a:defRPr>
            </a:lvl8pPr>
            <a:lvl9pPr algn="l">
              <a:defRPr sz="2025" b="1" i="0">
                <a:solidFill>
                  <a:srgbClr val="FFFFFF"/>
                </a:solidFill>
              </a:defRPr>
            </a:lvl9pPr>
          </a:lstStyle>
          <a:p xmlns:a="http://schemas.openxmlformats.org/drawingml/2006/main">
            <a:pPr algn="l">
              <a:defRPr sz="2025" b="1" i="0">
                <a:solidFill>
                  <a:srgbClr val="FFFFFF"/>
                </a:solidFill>
              </a:defRPr>
            </a:pPr>
            <a:r>
              <a:rPr sz="2025" b="1" i="0">
                <a:solidFill>
                  <a:srgbClr val="FFFFFF"/>
                </a:solidFill>
              </a:rPr>
              <a:t>EVENT PIN  877262</a:t>
            </a:r>
          </a:p>
        </p:txBody>
      </p:sp>
    </p:spTree>
    <p:extLst>
      <p:ext uri="{BB962C8B-B14F-4D97-AF65-F5344CB8AC3E}">
        <p14:creationId xmlns:p14="http://schemas.microsoft.com/office/powerpoint/2010/main" val="2365625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C7DA5FD-739D-4644-9148-F19D032919FA}"/>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Bring us your idea</a:t>
            </a:r>
          </a:p>
        </p:txBody>
      </p:sp>
      <p:sp>
        <p:nvSpPr>
          <p:cNvPr id="2" name="">
            <a:extLst xmlns:a="http://schemas.openxmlformats.org/drawingml/2006/main">
              <a:ext uri="{FF2B5EF4-FFF2-40B4-BE49-F238E27FC236}">
                <a16:creationId xmlns:a16="http://schemas.microsoft.com/office/drawing/2014/main" id="{BF7AB287-9579-4376-952A-319BD45DDE16}"/>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9</a:t>
            </a:r>
          </a:p>
        </p:txBody>
      </p:sp>
      <p:sp>
        <p:nvSpPr>
          <p:cNvPr id="3" name="">
            <a:extLst xmlns:a="http://schemas.openxmlformats.org/drawingml/2006/main">
              <a:ext uri="{FF2B5EF4-FFF2-40B4-BE49-F238E27FC236}">
                <a16:creationId xmlns:a16="http://schemas.microsoft.com/office/drawing/2014/main" id="{56E2B49B-822B-4239-9D3F-90141AA845C0}"/>
              </a:ext>
            </a:extLst>
          </p:cNvPr>
          <p:cNvSpPr>
            <a:spLocks xmlns:a="http://schemas.openxmlformats.org/drawingml/2006/main" noGrp="1"/>
          </p:cNvSpPr>
          <p:nvPr/>
        </p:nvSpPr>
        <p:spPr>
          <a:xfrm xmlns:a="http://schemas.openxmlformats.org/drawingml/2006/main">
            <a:off x="723900" y="2895600"/>
            <a:ext cx="7924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450" b="1" i="0">
                <a:solidFill>
                  <a:srgbClr val="FFFFFF"/>
                </a:solidFill>
              </a:defRPr>
            </a:defPPr>
            <a:lvl1pPr algn="l">
              <a:defRPr sz="3450" b="1" i="0">
                <a:solidFill>
                  <a:srgbClr val="FFFFFF"/>
                </a:solidFill>
              </a:defRPr>
            </a:lvl1pPr>
            <a:lvl2pPr algn="l">
              <a:defRPr sz="3450" b="1" i="0">
                <a:solidFill>
                  <a:srgbClr val="FFFFFF"/>
                </a:solidFill>
              </a:defRPr>
            </a:lvl2pPr>
            <a:lvl3pPr algn="l">
              <a:defRPr sz="3450" b="1" i="0">
                <a:solidFill>
                  <a:srgbClr val="FFFFFF"/>
                </a:solidFill>
              </a:defRPr>
            </a:lvl3pPr>
            <a:lvl4pPr algn="l">
              <a:defRPr sz="3450" b="1" i="0">
                <a:solidFill>
                  <a:srgbClr val="FFFFFF"/>
                </a:solidFill>
              </a:defRPr>
            </a:lvl4pPr>
            <a:lvl5pPr algn="l">
              <a:defRPr sz="3450" b="1" i="0">
                <a:solidFill>
                  <a:srgbClr val="FFFFFF"/>
                </a:solidFill>
              </a:defRPr>
            </a:lvl5pPr>
            <a:lvl6pPr algn="l">
              <a:defRPr sz="3450" b="1" i="0">
                <a:solidFill>
                  <a:srgbClr val="FFFFFF"/>
                </a:solidFill>
              </a:defRPr>
            </a:lvl6pPr>
            <a:lvl7pPr algn="l">
              <a:defRPr sz="3450" b="1" i="0">
                <a:solidFill>
                  <a:srgbClr val="FFFFFF"/>
                </a:solidFill>
              </a:defRPr>
            </a:lvl7pPr>
            <a:lvl8pPr algn="l">
              <a:defRPr sz="3450" b="1" i="0">
                <a:solidFill>
                  <a:srgbClr val="FFFFFF"/>
                </a:solidFill>
              </a:defRPr>
            </a:lvl8pPr>
            <a:lvl9pPr algn="l">
              <a:defRPr sz="3450" b="1" i="0">
                <a:solidFill>
                  <a:srgbClr val="FFFFFF"/>
                </a:solidFill>
              </a:defRPr>
            </a:lvl9pPr>
          </a:lstStyle>
          <a:p xmlns:a="http://schemas.openxmlformats.org/drawingml/2006/main">
            <a:pPr algn="l">
              <a:defRPr sz="3450" b="1" i="0">
                <a:solidFill>
                  <a:srgbClr val="FFFFFF"/>
                </a:solidFill>
              </a:defRPr>
            </a:pPr>
            <a:r>
              <a:rPr sz="3450" b="1" i="0">
                <a:solidFill>
                  <a:srgbClr val="FFFFFF"/>
                </a:solidFill>
              </a:rPr>
              <a:t>What do you want to pursue?</a:t>
            </a:r>
          </a:p>
        </p:txBody>
      </p:sp>
      <p:sp>
        <p:nvSpPr>
          <p:cNvPr id="4" name="">
            <a:extLst xmlns:a="http://schemas.openxmlformats.org/drawingml/2006/main">
              <a:ext uri="{FF2B5EF4-FFF2-40B4-BE49-F238E27FC236}">
                <a16:creationId xmlns:a16="http://schemas.microsoft.com/office/drawing/2014/main" id="{4CFBB8BB-8520-4CA8-A41E-07E3DB8946B4}"/>
              </a:ext>
            </a:extLst>
          </p:cNvPr>
          <p:cNvSpPr>
            <a:spLocks xmlns:a="http://schemas.openxmlformats.org/drawingml/2006/main" noGrp="1"/>
          </p:cNvSpPr>
          <p:nvPr/>
        </p:nvSpPr>
        <p:spPr>
          <a:xfrm xmlns:a="http://schemas.openxmlformats.org/drawingml/2006/main">
            <a:off x="723900" y="4114800"/>
            <a:ext cx="7848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D5D8DA"/>
                </a:solidFill>
              </a:defRPr>
            </a:defPPr>
            <a:lvl1pPr algn="l">
              <a:defRPr sz="2100" b="0" i="0">
                <a:solidFill>
                  <a:srgbClr val="D5D8DA"/>
                </a:solidFill>
              </a:defRPr>
            </a:lvl1pPr>
            <a:lvl2pPr algn="l">
              <a:defRPr sz="2100" b="0" i="0">
                <a:solidFill>
                  <a:srgbClr val="D5D8DA"/>
                </a:solidFill>
              </a:defRPr>
            </a:lvl2pPr>
            <a:lvl3pPr algn="l">
              <a:defRPr sz="2100" b="0" i="0">
                <a:solidFill>
                  <a:srgbClr val="D5D8DA"/>
                </a:solidFill>
              </a:defRPr>
            </a:lvl3pPr>
            <a:lvl4pPr algn="l">
              <a:defRPr sz="2100" b="0" i="0">
                <a:solidFill>
                  <a:srgbClr val="D5D8DA"/>
                </a:solidFill>
              </a:defRPr>
            </a:lvl4pPr>
            <a:lvl5pPr algn="l">
              <a:defRPr sz="2100" b="0" i="0">
                <a:solidFill>
                  <a:srgbClr val="D5D8DA"/>
                </a:solidFill>
              </a:defRPr>
            </a:lvl5pPr>
            <a:lvl6pPr algn="l">
              <a:defRPr sz="2100" b="0" i="0">
                <a:solidFill>
                  <a:srgbClr val="D5D8DA"/>
                </a:solidFill>
              </a:defRPr>
            </a:lvl6pPr>
            <a:lvl7pPr algn="l">
              <a:defRPr sz="2100" b="0" i="0">
                <a:solidFill>
                  <a:srgbClr val="D5D8DA"/>
                </a:solidFill>
              </a:defRPr>
            </a:lvl7pPr>
            <a:lvl8pPr algn="l">
              <a:defRPr sz="2100" b="0" i="0">
                <a:solidFill>
                  <a:srgbClr val="D5D8DA"/>
                </a:solidFill>
              </a:defRPr>
            </a:lvl8pPr>
            <a:lvl9pPr algn="l">
              <a:defRPr sz="2100" b="0" i="0">
                <a:solidFill>
                  <a:srgbClr val="D5D8DA"/>
                </a:solidFill>
              </a:defRPr>
            </a:lvl9pPr>
          </a:lstStyle>
          <a:p xmlns:a="http://schemas.openxmlformats.org/drawingml/2006/main">
            <a:pPr algn="l">
              <a:defRPr sz="2100" b="0" i="0">
                <a:solidFill>
                  <a:srgbClr val="D5D8DA"/>
                </a:solidFill>
              </a:defRPr>
            </a:pPr>
            <a:r>
              <a:rPr sz="2100" b="0" i="0">
                <a:solidFill>
                  <a:srgbClr val="D5D8DA"/>
                </a:solidFill>
              </a:rPr>
              <a:t>If there is a fit, let us explore it together.</a:t>
            </a:r>
          </a:p>
        </p:txBody>
      </p:sp>
      <p:sp>
        <p:nvSpPr>
          <p:cNvPr id="5" name="">
            <a:extLst xmlns:a="http://schemas.openxmlformats.org/drawingml/2006/main">
              <a:ext uri="{FF2B5EF4-FFF2-40B4-BE49-F238E27FC236}">
                <a16:creationId xmlns:a16="http://schemas.microsoft.com/office/drawing/2014/main" id="{1596F5A7-D059-44DA-A1C5-74978F5E65C4}"/>
              </a:ext>
            </a:extLst>
          </p:cNvPr>
          <p:cNvSpPr>
            <a:spLocks xmlns:a="http://schemas.openxmlformats.org/drawingml/2006/main" noGrp="1"/>
          </p:cNvSpPr>
          <p:nvPr/>
        </p:nvSpPr>
        <p:spPr>
          <a:xfrm xmlns:a="http://schemas.openxmlformats.org/drawingml/2006/main">
            <a:off x="723900" y="5210175"/>
            <a:ext cx="7905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We could even become your first customer.</a:t>
            </a:r>
          </a:p>
        </p:txBody>
      </p:sp>
    </p:spTree>
    <p:extLst>
      <p:ext uri="{BB962C8B-B14F-4D97-AF65-F5344CB8AC3E}">
        <p14:creationId xmlns:p14="http://schemas.microsoft.com/office/powerpoint/2010/main" val="5065774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F0EA59-117A-4064-B427-87EE54602873}"/>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Let us connect</a:t>
            </a:r>
          </a:p>
        </p:txBody>
      </p:sp>
      <p:sp>
        <p:nvSpPr>
          <p:cNvPr id="2" name="">
            <a:extLst xmlns:a="http://schemas.openxmlformats.org/drawingml/2006/main">
              <a:ext uri="{FF2B5EF4-FFF2-40B4-BE49-F238E27FC236}">
                <a16:creationId xmlns:a16="http://schemas.microsoft.com/office/drawing/2014/main" id="{724A516E-5F40-4047-8050-494D3EE1695A}"/>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10</a:t>
            </a:r>
          </a:p>
        </p:txBody>
      </p:sp>
      <p:sp>
        <p:nvSpPr>
          <p:cNvPr id="3" name="">
            <a:extLst xmlns:a="http://schemas.openxmlformats.org/drawingml/2006/main">
              <a:ext uri="{FF2B5EF4-FFF2-40B4-BE49-F238E27FC236}">
                <a16:creationId xmlns:a16="http://schemas.microsoft.com/office/drawing/2014/main" id="{2D7D6113-0669-421B-A999-C7953240D470}"/>
              </a:ext>
            </a:extLst>
          </p:cNvPr>
          <p:cNvSpPr>
            <a:spLocks xmlns:a="http://schemas.openxmlformats.org/drawingml/2006/main" noGrp="1"/>
          </p:cNvSpPr>
          <p:nvPr/>
        </p:nvSpPr>
        <p:spPr>
          <a:xfrm xmlns:a="http://schemas.openxmlformats.org/drawingml/2006/main">
            <a:off x="723900" y="2524125"/>
            <a:ext cx="7791450" cy="1114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i="1">
                <a:solidFill>
                  <a:srgbClr val="FFFFFF"/>
                </a:solidFill>
              </a:defRPr>
            </a:defPPr>
            <a:lvl1pPr algn="l">
              <a:defRPr sz="2775" b="1" i="1">
                <a:solidFill>
                  <a:srgbClr val="FFFFFF"/>
                </a:solidFill>
              </a:defRPr>
            </a:lvl1pPr>
            <a:lvl2pPr algn="l">
              <a:defRPr sz="2775" b="1" i="1">
                <a:solidFill>
                  <a:srgbClr val="FFFFFF"/>
                </a:solidFill>
              </a:defRPr>
            </a:lvl2pPr>
            <a:lvl3pPr algn="l">
              <a:defRPr sz="2775" b="1" i="1">
                <a:solidFill>
                  <a:srgbClr val="FFFFFF"/>
                </a:solidFill>
              </a:defRPr>
            </a:lvl3pPr>
            <a:lvl4pPr algn="l">
              <a:defRPr sz="2775" b="1" i="1">
                <a:solidFill>
                  <a:srgbClr val="FFFFFF"/>
                </a:solidFill>
              </a:defRPr>
            </a:lvl4pPr>
            <a:lvl5pPr algn="l">
              <a:defRPr sz="2775" b="1" i="1">
                <a:solidFill>
                  <a:srgbClr val="FFFFFF"/>
                </a:solidFill>
              </a:defRPr>
            </a:lvl5pPr>
            <a:lvl6pPr algn="l">
              <a:defRPr sz="2775" b="1" i="1">
                <a:solidFill>
                  <a:srgbClr val="FFFFFF"/>
                </a:solidFill>
              </a:defRPr>
            </a:lvl6pPr>
            <a:lvl7pPr algn="l">
              <a:defRPr sz="2775" b="1" i="1">
                <a:solidFill>
                  <a:srgbClr val="FFFFFF"/>
                </a:solidFill>
              </a:defRPr>
            </a:lvl7pPr>
            <a:lvl8pPr algn="l">
              <a:defRPr sz="2775" b="1" i="1">
                <a:solidFill>
                  <a:srgbClr val="FFFFFF"/>
                </a:solidFill>
              </a:defRPr>
            </a:lvl8pPr>
            <a:lvl9pPr algn="l">
              <a:defRPr sz="2775" b="1" i="1">
                <a:solidFill>
                  <a:srgbClr val="FFFFFF"/>
                </a:solidFill>
              </a:defRPr>
            </a:lvl9pPr>
          </a:lstStyle>
          <a:p xmlns:a="http://schemas.openxmlformats.org/drawingml/2006/main">
            <a:pPr algn="l">
              <a:defRPr sz="2775" b="1" i="1">
                <a:solidFill>
                  <a:srgbClr val="FFFFFF"/>
                </a:solidFill>
              </a:defRPr>
            </a:pPr>
            <a:r>
              <a:rPr sz="2775" b="1" i="1">
                <a:solidFill>
                  <a:srgbClr val="FFFFFF"/>
                </a:solidFill>
              </a:rPr>
              <a:t>Our history was made on the factory floor.</a:t>
            </a:r>
          </a:p>
          <a:p xmlns:a="http://schemas.openxmlformats.org/drawingml/2006/main">
            <a:pPr algn="l">
              <a:defRPr sz="2775" b="1" i="1">
                <a:solidFill>
                  <a:srgbClr val="FFFFFF"/>
                </a:solidFill>
              </a:defRPr>
            </a:pPr>
            <a:r>
              <a:rPr sz="2775" b="1" i="1">
                <a:solidFill>
                  <a:srgbClr val="FFFFFF"/>
                </a:solidFill>
              </a:rPr>
              <a:t>The future will be, too.</a:t>
            </a:r>
          </a:p>
        </p:txBody>
      </p:sp>
      <p:sp>
        <p:nvSpPr>
          <p:cNvPr id="4" name="">
            <a:extLst xmlns:a="http://schemas.openxmlformats.org/drawingml/2006/main">
              <a:ext uri="{FF2B5EF4-FFF2-40B4-BE49-F238E27FC236}">
                <a16:creationId xmlns:a16="http://schemas.microsoft.com/office/drawing/2014/main" id="{584ED998-33A3-4E85-8F9C-EEE9F5227F16}"/>
              </a:ext>
            </a:extLst>
          </p:cNvPr>
          <p:cNvSpPr>
            <a:spLocks xmlns:a="http://schemas.openxmlformats.org/drawingml/2006/main" noGrp="1"/>
          </p:cNvSpPr>
          <p:nvPr/>
        </p:nvSpPr>
        <p:spPr>
          <a:xfrm xmlns:a="http://schemas.openxmlformats.org/drawingml/2006/main">
            <a:off x="723900" y="3733800"/>
            <a:ext cx="77914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i="0">
                <a:solidFill>
                  <a:srgbClr val="BEA06A"/>
                </a:solidFill>
              </a:defRPr>
            </a:defPPr>
            <a:lvl1pPr algn="l">
              <a:defRPr sz="2100" b="1" i="0">
                <a:solidFill>
                  <a:srgbClr val="BEA06A"/>
                </a:solidFill>
              </a:defRPr>
            </a:lvl1pPr>
            <a:lvl2pPr algn="l">
              <a:defRPr sz="2100" b="1" i="0">
                <a:solidFill>
                  <a:srgbClr val="BEA06A"/>
                </a:solidFill>
              </a:defRPr>
            </a:lvl2pPr>
            <a:lvl3pPr algn="l">
              <a:defRPr sz="2100" b="1" i="0">
                <a:solidFill>
                  <a:srgbClr val="BEA06A"/>
                </a:solidFill>
              </a:defRPr>
            </a:lvl3pPr>
            <a:lvl4pPr algn="l">
              <a:defRPr sz="2100" b="1" i="0">
                <a:solidFill>
                  <a:srgbClr val="BEA06A"/>
                </a:solidFill>
              </a:defRPr>
            </a:lvl4pPr>
            <a:lvl5pPr algn="l">
              <a:defRPr sz="2100" b="1" i="0">
                <a:solidFill>
                  <a:srgbClr val="BEA06A"/>
                </a:solidFill>
              </a:defRPr>
            </a:lvl5pPr>
            <a:lvl6pPr algn="l">
              <a:defRPr sz="2100" b="1" i="0">
                <a:solidFill>
                  <a:srgbClr val="BEA06A"/>
                </a:solidFill>
              </a:defRPr>
            </a:lvl6pPr>
            <a:lvl7pPr algn="l">
              <a:defRPr sz="2100" b="1" i="0">
                <a:solidFill>
                  <a:srgbClr val="BEA06A"/>
                </a:solidFill>
              </a:defRPr>
            </a:lvl7pPr>
            <a:lvl8pPr algn="l">
              <a:defRPr sz="2100" b="1" i="0">
                <a:solidFill>
                  <a:srgbClr val="BEA06A"/>
                </a:solidFill>
              </a:defRPr>
            </a:lvl8pPr>
            <a:lvl9pPr algn="l">
              <a:defRPr sz="2100" b="1" i="0">
                <a:solidFill>
                  <a:srgbClr val="BEA06A"/>
                </a:solidFill>
              </a:defRPr>
            </a:lvl9pPr>
          </a:lstStyle>
          <a:p xmlns:a="http://schemas.openxmlformats.org/drawingml/2006/main">
            <a:pPr algn="l">
              <a:defRPr sz="2100" b="1" i="0">
                <a:solidFill>
                  <a:srgbClr val="BEA06A"/>
                </a:solidFill>
              </a:defRPr>
            </a:pPr>
            <a:r>
              <a:rPr sz="2100" b="1" i="0">
                <a:solidFill>
                  <a:srgbClr val="BEA06A"/>
                </a:solidFill>
              </a:rPr>
              <a:t>Come build and fight with us. Turn AI into action.</a:t>
            </a:r>
          </a:p>
        </p:txBody>
      </p:sp>
      <p:sp>
        <p:nvSpPr>
          <p:cNvPr id="5" name="">
            <a:extLst xmlns:a="http://schemas.openxmlformats.org/drawingml/2006/main">
              <a:ext uri="{FF2B5EF4-FFF2-40B4-BE49-F238E27FC236}">
                <a16:creationId xmlns:a16="http://schemas.microsoft.com/office/drawing/2014/main" id="{6BB4B1C2-72EC-4F8E-9B95-4A3FB2B2C252}"/>
              </a:ext>
            </a:extLst>
          </p:cNvPr>
          <p:cNvSpPr>
            <a:spLocks xmlns:a="http://schemas.openxmlformats.org/drawingml/2006/main" noGrp="1"/>
          </p:cNvSpPr>
          <p:nvPr/>
        </p:nvSpPr>
        <p:spPr>
          <a:xfrm xmlns:a="http://schemas.openxmlformats.org/drawingml/2006/main">
            <a:off x="723900" y="472440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i="0">
                <a:solidFill>
                  <a:srgbClr val="BEA06A"/>
                </a:solidFill>
              </a:defRPr>
            </a:defPPr>
            <a:lvl1pPr algn="l">
              <a:defRPr sz="1650" b="1" i="0">
                <a:solidFill>
                  <a:srgbClr val="BEA06A"/>
                </a:solidFill>
              </a:defRPr>
            </a:lvl1pPr>
            <a:lvl2pPr algn="l">
              <a:defRPr sz="1650" b="1" i="0">
                <a:solidFill>
                  <a:srgbClr val="BEA06A"/>
                </a:solidFill>
              </a:defRPr>
            </a:lvl2pPr>
            <a:lvl3pPr algn="l">
              <a:defRPr sz="1650" b="1" i="0">
                <a:solidFill>
                  <a:srgbClr val="BEA06A"/>
                </a:solidFill>
              </a:defRPr>
            </a:lvl3pPr>
            <a:lvl4pPr algn="l">
              <a:defRPr sz="1650" b="1" i="0">
                <a:solidFill>
                  <a:srgbClr val="BEA06A"/>
                </a:solidFill>
              </a:defRPr>
            </a:lvl4pPr>
            <a:lvl5pPr algn="l">
              <a:defRPr sz="1650" b="1" i="0">
                <a:solidFill>
                  <a:srgbClr val="BEA06A"/>
                </a:solidFill>
              </a:defRPr>
            </a:lvl5pPr>
            <a:lvl6pPr algn="l">
              <a:defRPr sz="1650" b="1" i="0">
                <a:solidFill>
                  <a:srgbClr val="BEA06A"/>
                </a:solidFill>
              </a:defRPr>
            </a:lvl6pPr>
            <a:lvl7pPr algn="l">
              <a:defRPr sz="1650" b="1" i="0">
                <a:solidFill>
                  <a:srgbClr val="BEA06A"/>
                </a:solidFill>
              </a:defRPr>
            </a:lvl7pPr>
            <a:lvl8pPr algn="l">
              <a:defRPr sz="1650" b="1" i="0">
                <a:solidFill>
                  <a:srgbClr val="BEA06A"/>
                </a:solidFill>
              </a:defRPr>
            </a:lvl8pPr>
            <a:lvl9pPr algn="l">
              <a:defRPr sz="1650" b="1" i="0">
                <a:solidFill>
                  <a:srgbClr val="BEA06A"/>
                </a:solidFill>
              </a:defRPr>
            </a:lvl9pPr>
          </a:lstStyle>
          <a:p xmlns:a="http://schemas.openxmlformats.org/drawingml/2006/main">
            <a:pPr algn="l">
              <a:defRPr sz="1650" b="1" i="0">
                <a:solidFill>
                  <a:srgbClr val="BEA06A"/>
                </a:solidFill>
              </a:defRPr>
            </a:pPr>
            <a:r>
              <a:rPr sz="1650" b="1" i="0">
                <a:solidFill>
                  <a:srgbClr val="BEA06A"/>
                </a:solidFill>
              </a:rPr>
              <a:t>BRAD</a:t>
            </a:r>
          </a:p>
        </p:txBody>
      </p:sp>
      <p:sp>
        <p:nvSpPr>
          <p:cNvPr id="6" name="">
            <a:extLst xmlns:a="http://schemas.openxmlformats.org/drawingml/2006/main">
              <a:ext uri="{FF2B5EF4-FFF2-40B4-BE49-F238E27FC236}">
                <a16:creationId xmlns:a16="http://schemas.microsoft.com/office/drawing/2014/main" id="{CF15CE39-03ED-485E-A3C8-874F0117C19A}"/>
              </a:ext>
            </a:extLst>
          </p:cNvPr>
          <p:cNvSpPr>
            <a:spLocks xmlns:a="http://schemas.openxmlformats.org/drawingml/2006/main" noGrp="1"/>
          </p:cNvSpPr>
          <p:nvPr/>
        </p:nvSpPr>
        <p:spPr>
          <a:xfrm xmlns:a="http://schemas.openxmlformats.org/drawingml/2006/main">
            <a:off x="723900" y="5038725"/>
            <a:ext cx="4667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i="0">
                <a:solidFill>
                  <a:srgbClr val="FFFFFF"/>
                </a:solidFill>
              </a:defRPr>
            </a:defPPr>
            <a:lvl1pPr algn="l">
              <a:defRPr sz="2100" b="1" i="0">
                <a:solidFill>
                  <a:srgbClr val="FFFFFF"/>
                </a:solidFill>
              </a:defRPr>
            </a:lvl1pPr>
            <a:lvl2pPr algn="l">
              <a:defRPr sz="2100" b="1" i="0">
                <a:solidFill>
                  <a:srgbClr val="FFFFFF"/>
                </a:solidFill>
              </a:defRPr>
            </a:lvl2pPr>
            <a:lvl3pPr algn="l">
              <a:defRPr sz="2100" b="1" i="0">
                <a:solidFill>
                  <a:srgbClr val="FFFFFF"/>
                </a:solidFill>
              </a:defRPr>
            </a:lvl3pPr>
            <a:lvl4pPr algn="l">
              <a:defRPr sz="2100" b="1" i="0">
                <a:solidFill>
                  <a:srgbClr val="FFFFFF"/>
                </a:solidFill>
              </a:defRPr>
            </a:lvl4pPr>
            <a:lvl5pPr algn="l">
              <a:defRPr sz="2100" b="1" i="0">
                <a:solidFill>
                  <a:srgbClr val="FFFFFF"/>
                </a:solidFill>
              </a:defRPr>
            </a:lvl5pPr>
            <a:lvl6pPr algn="l">
              <a:defRPr sz="2100" b="1" i="0">
                <a:solidFill>
                  <a:srgbClr val="FFFFFF"/>
                </a:solidFill>
              </a:defRPr>
            </a:lvl6pPr>
            <a:lvl7pPr algn="l">
              <a:defRPr sz="2100" b="1" i="0">
                <a:solidFill>
                  <a:srgbClr val="FFFFFF"/>
                </a:solidFill>
              </a:defRPr>
            </a:lvl7pPr>
            <a:lvl8pPr algn="l">
              <a:defRPr sz="2100" b="1" i="0">
                <a:solidFill>
                  <a:srgbClr val="FFFFFF"/>
                </a:solidFill>
              </a:defRPr>
            </a:lvl8pPr>
            <a:lvl9pPr algn="l">
              <a:defRPr sz="2100" b="1" i="0">
                <a:solidFill>
                  <a:srgbClr val="FFFFFF"/>
                </a:solidFill>
              </a:defRPr>
            </a:lvl9pPr>
          </a:lstStyle>
          <a:p xmlns:a="http://schemas.openxmlformats.org/drawingml/2006/main">
            <a:pPr algn="l">
              <a:defRPr sz="2100" b="1" i="0">
                <a:solidFill>
                  <a:srgbClr val="FFFFFF"/>
                </a:solidFill>
              </a:defRPr>
            </a:pPr>
            <a:r>
              <a:rPr sz="2100" b="1" i="0">
                <a:solidFill>
                  <a:srgbClr val="FFFFFF"/>
                </a:solidFill>
              </a:rPr>
              <a:t>bdaugherty@tkghunt.com</a:t>
            </a:r>
          </a:p>
        </p:txBody>
      </p:sp>
      <p:sp>
        <p:nvSpPr>
          <p:cNvPr id="7" name="">
            <a:extLst xmlns:a="http://schemas.openxmlformats.org/drawingml/2006/main">
              <a:ext uri="{FF2B5EF4-FFF2-40B4-BE49-F238E27FC236}">
                <a16:creationId xmlns:a16="http://schemas.microsoft.com/office/drawing/2014/main" id="{29D66A8B-01CA-46BD-87E6-D9B32A693B67}"/>
              </a:ext>
            </a:extLst>
          </p:cNvPr>
          <p:cNvSpPr>
            <a:spLocks xmlns:a="http://schemas.openxmlformats.org/drawingml/2006/main" noGrp="1"/>
          </p:cNvSpPr>
          <p:nvPr/>
        </p:nvSpPr>
        <p:spPr>
          <a:xfrm xmlns:a="http://schemas.openxmlformats.org/drawingml/2006/main">
            <a:off x="723900" y="5610225"/>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575" b="0" i="0">
                <a:solidFill>
                  <a:srgbClr val="D5D8DA"/>
                </a:solidFill>
              </a:defRPr>
            </a:defPPr>
            <a:lvl1pPr algn="l">
              <a:defRPr sz="1575" b="0" i="0">
                <a:solidFill>
                  <a:srgbClr val="D5D8DA"/>
                </a:solidFill>
              </a:defRPr>
            </a:lvl1pPr>
            <a:lvl2pPr algn="l">
              <a:defRPr sz="1575" b="0" i="0">
                <a:solidFill>
                  <a:srgbClr val="D5D8DA"/>
                </a:solidFill>
              </a:defRPr>
            </a:lvl2pPr>
            <a:lvl3pPr algn="l">
              <a:defRPr sz="1575" b="0" i="0">
                <a:solidFill>
                  <a:srgbClr val="D5D8DA"/>
                </a:solidFill>
              </a:defRPr>
            </a:lvl3pPr>
            <a:lvl4pPr algn="l">
              <a:defRPr sz="1575" b="0" i="0">
                <a:solidFill>
                  <a:srgbClr val="D5D8DA"/>
                </a:solidFill>
              </a:defRPr>
            </a:lvl4pPr>
            <a:lvl5pPr algn="l">
              <a:defRPr sz="1575" b="0" i="0">
                <a:solidFill>
                  <a:srgbClr val="D5D8DA"/>
                </a:solidFill>
              </a:defRPr>
            </a:lvl5pPr>
            <a:lvl6pPr algn="l">
              <a:defRPr sz="1575" b="0" i="0">
                <a:solidFill>
                  <a:srgbClr val="D5D8DA"/>
                </a:solidFill>
              </a:defRPr>
            </a:lvl6pPr>
            <a:lvl7pPr algn="l">
              <a:defRPr sz="1575" b="0" i="0">
                <a:solidFill>
                  <a:srgbClr val="D5D8DA"/>
                </a:solidFill>
              </a:defRPr>
            </a:lvl7pPr>
            <a:lvl8pPr algn="l">
              <a:defRPr sz="1575" b="0" i="0">
                <a:solidFill>
                  <a:srgbClr val="D5D8DA"/>
                </a:solidFill>
              </a:defRPr>
            </a:lvl8pPr>
            <a:lvl9pPr algn="l">
              <a:defRPr sz="1575" b="0" i="0">
                <a:solidFill>
                  <a:srgbClr val="D5D8DA"/>
                </a:solidFill>
              </a:defRPr>
            </a:lvl9pPr>
          </a:lstStyle>
          <a:p xmlns:a="http://schemas.openxmlformats.org/drawingml/2006/main">
            <a:pPr algn="l">
              <a:defRPr sz="1575" b="0" i="0">
                <a:solidFill>
                  <a:srgbClr val="D5D8DA"/>
                </a:solidFill>
              </a:defRPr>
            </a:pPr>
            <a:r>
              <a:rPr sz="1575" b="0" i="0">
                <a:solidFill>
                  <a:srgbClr val="D5D8DA"/>
                </a:solidFill>
              </a:rPr>
              <a:t>thekineticgroup.com/careers.html</a:t>
            </a:r>
          </a:p>
        </p:txBody>
      </p:sp>
      <p:sp>
        <p:nvSpPr>
          <p:cNvPr id="8" name="">
            <a:extLst xmlns:a="http://schemas.openxmlformats.org/drawingml/2006/main">
              <a:ext uri="{FF2B5EF4-FFF2-40B4-BE49-F238E27FC236}">
                <a16:creationId xmlns:a16="http://schemas.microsoft.com/office/drawing/2014/main" id="{590BD204-A6D7-45A7-9585-FD92F4A42AD4}"/>
              </a:ext>
            </a:extLst>
          </p:cNvPr>
          <p:cNvSpPr>
            <a:spLocks xmlns:a="http://schemas.openxmlformats.org/drawingml/2006/main" noGrp="1"/>
          </p:cNvSpPr>
          <p:nvPr/>
        </p:nvSpPr>
        <p:spPr>
          <a:xfrm xmlns:a="http://schemas.openxmlformats.org/drawingml/2006/main">
            <a:off x="5543550" y="4724400"/>
            <a:ext cx="2933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i="0">
                <a:solidFill>
                  <a:srgbClr val="BEA06A"/>
                </a:solidFill>
              </a:defRPr>
            </a:defPPr>
            <a:lvl1pPr algn="l">
              <a:defRPr sz="1650" b="1" i="0">
                <a:solidFill>
                  <a:srgbClr val="BEA06A"/>
                </a:solidFill>
              </a:defRPr>
            </a:lvl1pPr>
            <a:lvl2pPr algn="l">
              <a:defRPr sz="1650" b="1" i="0">
                <a:solidFill>
                  <a:srgbClr val="BEA06A"/>
                </a:solidFill>
              </a:defRPr>
            </a:lvl2pPr>
            <a:lvl3pPr algn="l">
              <a:defRPr sz="1650" b="1" i="0">
                <a:solidFill>
                  <a:srgbClr val="BEA06A"/>
                </a:solidFill>
              </a:defRPr>
            </a:lvl3pPr>
            <a:lvl4pPr algn="l">
              <a:defRPr sz="1650" b="1" i="0">
                <a:solidFill>
                  <a:srgbClr val="BEA06A"/>
                </a:solidFill>
              </a:defRPr>
            </a:lvl4pPr>
            <a:lvl5pPr algn="l">
              <a:defRPr sz="1650" b="1" i="0">
                <a:solidFill>
                  <a:srgbClr val="BEA06A"/>
                </a:solidFill>
              </a:defRPr>
            </a:lvl5pPr>
            <a:lvl6pPr algn="l">
              <a:defRPr sz="1650" b="1" i="0">
                <a:solidFill>
                  <a:srgbClr val="BEA06A"/>
                </a:solidFill>
              </a:defRPr>
            </a:lvl6pPr>
            <a:lvl7pPr algn="l">
              <a:defRPr sz="1650" b="1" i="0">
                <a:solidFill>
                  <a:srgbClr val="BEA06A"/>
                </a:solidFill>
              </a:defRPr>
            </a:lvl7pPr>
            <a:lvl8pPr algn="l">
              <a:defRPr sz="1650" b="1" i="0">
                <a:solidFill>
                  <a:srgbClr val="BEA06A"/>
                </a:solidFill>
              </a:defRPr>
            </a:lvl8pPr>
            <a:lvl9pPr algn="l">
              <a:defRPr sz="1650" b="1" i="0">
                <a:solidFill>
                  <a:srgbClr val="BEA06A"/>
                </a:solidFill>
              </a:defRPr>
            </a:lvl9pPr>
          </a:lstStyle>
          <a:p xmlns:a="http://schemas.openxmlformats.org/drawingml/2006/main">
            <a:pPr algn="l">
              <a:defRPr sz="1650" b="1" i="0">
                <a:solidFill>
                  <a:srgbClr val="BEA06A"/>
                </a:solidFill>
              </a:defRPr>
            </a:pPr>
            <a:r>
              <a:rPr sz="1650" b="1" i="0">
                <a:solidFill>
                  <a:srgbClr val="BEA06A"/>
                </a:solidFill>
              </a:rPr>
              <a:t>4FOUNDERS</a:t>
            </a:r>
          </a:p>
        </p:txBody>
      </p:sp>
      <p:sp>
        <p:nvSpPr>
          <p:cNvPr id="9" name="">
            <a:extLst xmlns:a="http://schemas.openxmlformats.org/drawingml/2006/main">
              <a:ext uri="{FF2B5EF4-FFF2-40B4-BE49-F238E27FC236}">
                <a16:creationId xmlns:a16="http://schemas.microsoft.com/office/drawing/2014/main" id="{0AD3077D-1780-44E0-8AE9-7FBE62174054}"/>
              </a:ext>
            </a:extLst>
          </p:cNvPr>
          <p:cNvSpPr>
            <a:spLocks xmlns:a="http://schemas.openxmlformats.org/drawingml/2006/main" noGrp="1"/>
          </p:cNvSpPr>
          <p:nvPr/>
        </p:nvSpPr>
        <p:spPr>
          <a:xfrm xmlns:a="http://schemas.openxmlformats.org/drawingml/2006/main">
            <a:off x="5543550" y="5038725"/>
            <a:ext cx="29241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i="0">
                <a:solidFill>
                  <a:srgbClr val="FFFFFF"/>
                </a:solidFill>
              </a:defRPr>
            </a:defPPr>
            <a:lvl1pPr algn="l">
              <a:defRPr sz="2100" b="1" i="0">
                <a:solidFill>
                  <a:srgbClr val="FFFFFF"/>
                </a:solidFill>
              </a:defRPr>
            </a:lvl1pPr>
            <a:lvl2pPr algn="l">
              <a:defRPr sz="2100" b="1" i="0">
                <a:solidFill>
                  <a:srgbClr val="FFFFFF"/>
                </a:solidFill>
              </a:defRPr>
            </a:lvl2pPr>
            <a:lvl3pPr algn="l">
              <a:defRPr sz="2100" b="1" i="0">
                <a:solidFill>
                  <a:srgbClr val="FFFFFF"/>
                </a:solidFill>
              </a:defRPr>
            </a:lvl3pPr>
            <a:lvl4pPr algn="l">
              <a:defRPr sz="2100" b="1" i="0">
                <a:solidFill>
                  <a:srgbClr val="FFFFFF"/>
                </a:solidFill>
              </a:defRPr>
            </a:lvl4pPr>
            <a:lvl5pPr algn="l">
              <a:defRPr sz="2100" b="1" i="0">
                <a:solidFill>
                  <a:srgbClr val="FFFFFF"/>
                </a:solidFill>
              </a:defRPr>
            </a:lvl5pPr>
            <a:lvl6pPr algn="l">
              <a:defRPr sz="2100" b="1" i="0">
                <a:solidFill>
                  <a:srgbClr val="FFFFFF"/>
                </a:solidFill>
              </a:defRPr>
            </a:lvl6pPr>
            <a:lvl7pPr algn="l">
              <a:defRPr sz="2100" b="1" i="0">
                <a:solidFill>
                  <a:srgbClr val="FFFFFF"/>
                </a:solidFill>
              </a:defRPr>
            </a:lvl7pPr>
            <a:lvl8pPr algn="l">
              <a:defRPr sz="2100" b="1" i="0">
                <a:solidFill>
                  <a:srgbClr val="FFFFFF"/>
                </a:solidFill>
              </a:defRPr>
            </a:lvl8pPr>
            <a:lvl9pPr algn="l">
              <a:defRPr sz="2100" b="1" i="0">
                <a:solidFill>
                  <a:srgbClr val="FFFFFF"/>
                </a:solidFill>
              </a:defRPr>
            </a:lvl9pPr>
          </a:lstStyle>
          <a:p xmlns:a="http://schemas.openxmlformats.org/drawingml/2006/main">
            <a:pPr algn="l">
              <a:defRPr sz="2100" b="1" i="0">
                <a:solidFill>
                  <a:srgbClr val="FFFFFF"/>
                </a:solidFill>
              </a:defRPr>
            </a:pPr>
            <a:r>
              <a:rPr sz="2100" b="1" i="0">
                <a:solidFill>
                  <a:srgbClr val="FFFFFF"/>
                </a:solidFill>
              </a:rPr>
              <a:t>4founders.dev</a:t>
            </a:r>
          </a:p>
        </p:txBody>
      </p:sp>
      <p:sp>
        <p:nvSpPr>
          <p:cNvPr id="10" name="">
            <a:extLst xmlns:a="http://schemas.openxmlformats.org/drawingml/2006/main">
              <a:ext uri="{FF2B5EF4-FFF2-40B4-BE49-F238E27FC236}">
                <a16:creationId xmlns:a16="http://schemas.microsoft.com/office/drawing/2014/main" id="{3512F6D4-7B37-4DE5-AE82-6E29C3AD8006}"/>
              </a:ext>
            </a:extLst>
          </p:cNvPr>
          <p:cNvSpPr>
            <a:spLocks xmlns:a="http://schemas.openxmlformats.org/drawingml/2006/main" noGrp="1"/>
          </p:cNvSpPr>
          <p:nvPr/>
        </p:nvSpPr>
        <p:spPr>
          <a:xfrm xmlns:a="http://schemas.openxmlformats.org/drawingml/2006/main">
            <a:off x="5543550" y="5524500"/>
            <a:ext cx="29813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425" b="0" i="0">
                <a:solidFill>
                  <a:srgbClr val="D5D8DA"/>
                </a:solidFill>
              </a:defRPr>
            </a:defPPr>
            <a:lvl1pPr algn="l">
              <a:defRPr sz="1425" b="0" i="0">
                <a:solidFill>
                  <a:srgbClr val="D5D8DA"/>
                </a:solidFill>
              </a:defRPr>
            </a:lvl1pPr>
            <a:lvl2pPr algn="l">
              <a:defRPr sz="1425" b="0" i="0">
                <a:solidFill>
                  <a:srgbClr val="D5D8DA"/>
                </a:solidFill>
              </a:defRPr>
            </a:lvl2pPr>
            <a:lvl3pPr algn="l">
              <a:defRPr sz="1425" b="0" i="0">
                <a:solidFill>
                  <a:srgbClr val="D5D8DA"/>
                </a:solidFill>
              </a:defRPr>
            </a:lvl3pPr>
            <a:lvl4pPr algn="l">
              <a:defRPr sz="1425" b="0" i="0">
                <a:solidFill>
                  <a:srgbClr val="D5D8DA"/>
                </a:solidFill>
              </a:defRPr>
            </a:lvl4pPr>
            <a:lvl5pPr algn="l">
              <a:defRPr sz="1425" b="0" i="0">
                <a:solidFill>
                  <a:srgbClr val="D5D8DA"/>
                </a:solidFill>
              </a:defRPr>
            </a:lvl5pPr>
            <a:lvl6pPr algn="l">
              <a:defRPr sz="1425" b="0" i="0">
                <a:solidFill>
                  <a:srgbClr val="D5D8DA"/>
                </a:solidFill>
              </a:defRPr>
            </a:lvl6pPr>
            <a:lvl7pPr algn="l">
              <a:defRPr sz="1425" b="0" i="0">
                <a:solidFill>
                  <a:srgbClr val="D5D8DA"/>
                </a:solidFill>
              </a:defRPr>
            </a:lvl7pPr>
            <a:lvl8pPr algn="l">
              <a:defRPr sz="1425" b="0" i="0">
                <a:solidFill>
                  <a:srgbClr val="D5D8DA"/>
                </a:solidFill>
              </a:defRPr>
            </a:lvl8pPr>
            <a:lvl9pPr algn="l">
              <a:defRPr sz="1425" b="0" i="0">
                <a:solidFill>
                  <a:srgbClr val="D5D8DA"/>
                </a:solidFill>
              </a:defRPr>
            </a:lvl9pPr>
          </a:lstStyle>
          <a:p xmlns:a="http://schemas.openxmlformats.org/drawingml/2006/main">
            <a:pPr algn="l">
              <a:defRPr sz="1425" b="0" i="0">
                <a:solidFill>
                  <a:srgbClr val="D5D8DA"/>
                </a:solidFill>
              </a:defRPr>
            </a:pPr>
            <a:r>
              <a:rPr sz="1425" b="0" i="0">
                <a:solidFill>
                  <a:srgbClr val="D5D8DA"/>
                </a:solidFill>
              </a:rPr>
              <a:t>Independent project platform</a:t>
            </a:r>
          </a:p>
        </p:txBody>
      </p:sp>
    </p:spTree>
    <p:extLst>
      <p:ext uri="{BB962C8B-B14F-4D97-AF65-F5344CB8AC3E}">
        <p14:creationId xmlns:p14="http://schemas.microsoft.com/office/powerpoint/2010/main" val="526665785"/>
      </p:ext>
    </p:extLst>
  </p:cSld>
</p:sld>
</file>

<file path=ppt/theme/theme1.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2026-10-22T18:15:00.1880000Z</dcterms:created>
  <dcterms:modified xsi:type="dcterms:W3CDTF">2026-10-22T18:15:00.1880000Z</dcterms:modified>
</coreProperties>
</file>