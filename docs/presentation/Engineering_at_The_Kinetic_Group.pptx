
<file path=[Content_Types].xml><?xml version="1.0" encoding="utf-8"?>
<Types xmlns="http://schemas.openxmlformats.org/package/2006/content-types">
  <Default Extension="xml" ContentType="application/vnd.openxmlformats-package.core-properties+xml"/>
  <Default Extension="jpeg" ContentType="image/jpeg"/>
  <Default Extension="dat" ContentType="application/x-fontdata"/>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78aa973cf63467f" /><Relationship Type="http://schemas.openxmlformats.org/officeDocument/2006/relationships/extended-properties" Target="/docProps/app.xml" Id="R6cf24fa54fcc4d1e" /><Relationship Type="http://schemas.openxmlformats.org/officeDocument/2006/relationships/officeDocument" Target="/ppt/presentation.xml" Id="Rf08b1eb4dbb24e0b" /></Relationships>
</file>

<file path=ppt/presentation.xml><?xml version="1.0" encoding="utf-8"?>
<p:presentation xmlns:a="http://schemas.openxmlformats.org/drawingml/2006/main" xmlns:p="http://schemas.openxmlformats.org/presentationml/2006/main" xmlns:r="http://schemas.openxmlformats.org/officeDocument/2006/relationships" embedTrueTypeFonts="1" saveSubsetFonts="1">
  <p:sldMasterIdLst>
    <p:sldMasterId id="2147483648" r:id="R39d90483318c42db"/>
  </p:sldMasterIdLst>
  <p:notesMasterIdLst>
    <p:notesMasterId r:id="R31cb777d4765470f"/>
  </p:notesMasterIdLst>
  <p:sldIdLst>
    <p:sldId id="256" r:id="R9a70a15f79814586"/>
    <p:sldId id="273" r:id="rIdCsgOriginalFlow"/>
    <p:sldId id="257" r:id="R0fe56bb8b7f540ab"/>
    <p:sldId id="258" r:id="Ra9a2213aca20468f"/>
    <p:sldId id="259" r:id="Rc4254491657446f0"/>
    <p:sldId id="260" r:id="Rafb06faae5af4ffc"/>
    <p:sldId id="262" r:id="R4451d23375fe4168"/>
    <p:sldId id="263" r:id="R114ef8414c0a4880"/>
    <p:sldId id="264" r:id="R554cb95b30f54975"/>
    <p:sldId id="265" r:id="Rb9588b635a32486f"/>
    <p:sldId id="266" r:id="R34d7462ebe554960"/>
    <p:sldId id="267" r:id="Ra95796cf23fc4de1"/>
    <p:sldId id="268" r:id="R49f019004b7f4dca"/>
    <p:sldId id="269" r:id="Rebb456c9b43142af"/>
    <p:sldId id="272" r:id="R28b51150d6be414c"/>
    <p:sldId id="271" r:id="Ra26a4f3e169947ab"/>
    <p:sldId id="270" r:id="R0258f44c2015421b"/>
  </p:sldIdLst>
  <p:sldSz cx="9144000" cy="6858000"/>
  <p:notesSz cx="6858000" cy="9144000"/>
  <p:embeddedFontLst>
    <p:embeddedFont>
      <p:font typeface="Libre Franklin"/>
      <p:regular r:id="R154d929df511407e"/>
      <p:bold r:id="R06085ea0d63e4b9f"/>
      <p:italic r:id="R6fcf90a927204795"/>
      <p:boldItalic r:id="Rbe1fdcf83aab49a1"/>
    </p:embeddedFont>
  </p:embeddedFontLst>
  <p:defaultTextStyle>
    <a:defPPr marR="0" algn="l">
      <a:lnSpc>
        <a:spcPct val="100000"/>
      </a:lnSpc>
      <a:spcBef>
        <a:spcPts val="0"/>
      </a:spcBef>
      <a:spcAft>
        <a:spcPts val="0"/>
      </a:spcAft>
      <a:buNone/>
    </a:defPPr>
    <a:lvl1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113EF894-9F77-477B-84B9-D12A6EE2603A}">
  <a:tblStyle styleId="{113EF894-9F77-477B-84B9-D12A6EE2603A}" styleName="Table_0">
    <a:wholeTbl>
      <a:tcTxStyle b="off" i="off">
        <a:font>
          <a:latin typeface="Franklin Gothic Book"/>
          <a:ea typeface="Franklin Gothic Book"/>
          <a:cs typeface="Franklin Gothic Book"/>
        </a:font>
        <a:schemeClr val="dk1"/>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12700" cap="flat" cmpd="sng">
              <a:solidFill>
                <a:schemeClr val="accent5"/>
              </a:solidFill>
              <a:prstDash val="solid"/>
              <a:round/>
              <a:headEnd type="none" w="sm" len="sm"/>
              <a:tailEnd type="none" w="sm" len="sm"/>
            </a:ln>
          </a:top>
          <a:bottom>
            <a:ln w="12700" cap="flat" cmpd="sng">
              <a:solidFill>
                <a:schemeClr val="accent5"/>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TxStyle b="off" i="off"/>
      <a:tcStyle>
        <a:tcBdr/>
        <a:fill>
          <a:solidFill>
            <a:schemeClr val="accent5">
              <a:alpha val="20000"/>
            </a:schemeClr>
          </a:solidFill>
        </a:fill>
      </a:tcStyle>
    </a:band1H>
    <a:band2H>
      <a:tcTxStyle b="off" i="off"/>
      <a:tcStyle>
        <a:tcBdr/>
      </a:tcStyle>
    </a:band2H>
    <a:band1V>
      <a:tcTxStyle b="off" i="off"/>
      <a:tcStyle>
        <a:tcBdr/>
        <a:fill>
          <a:solidFill>
            <a:schemeClr val="accent5">
              <a:alpha val="20000"/>
            </a:schemeClr>
          </a:solidFill>
        </a:fill>
      </a:tcStyle>
    </a:band1V>
    <a:band2V>
      <a:tcTxStyle b="off" i="off"/>
      <a:tcStyle>
        <a:tcBdr/>
      </a:tcStyle>
    </a:band2V>
    <a:lastCol>
      <a:tcTxStyle b="on" i="off"/>
      <a:tcStyle>
        <a:tcBdr/>
      </a:tcStyle>
    </a:lastCol>
    <a:firstCol>
      <a:tcTxStyle b="on" i="off"/>
      <a:tcStyle>
        <a:tcBdr/>
      </a:tcStyle>
    </a:firstCol>
    <a:lastRow>
      <a:tcTxStyle b="on" i="off"/>
      <a:tcStyle>
        <a:tcBdr>
          <a:top>
            <a:ln w="12700" cap="flat" cmpd="sng">
              <a:solidFill>
                <a:schemeClr val="accent5"/>
              </a:solidFill>
              <a:prstDash val="solid"/>
              <a:round/>
              <a:headEnd type="none" w="sm" len="sm"/>
              <a:tailEnd type="none" w="sm" len="sm"/>
            </a:ln>
          </a:top>
        </a:tcBdr>
        <a:fill>
          <a:solidFill>
            <a:srgbClr val="FFFFFF">
              <a:alpha val="0"/>
            </a:srgbClr>
          </a:solidFill>
        </a:fill>
      </a:tcStyle>
    </a:lastRow>
    <a:seCell>
      <a:tcTxStyle b="off" i="off"/>
      <a:tcStyle>
        <a:tcBdr/>
      </a:tcStyle>
    </a:seCell>
    <a:swCell>
      <a:tcTxStyle b="off" i="off"/>
      <a:tcStyle>
        <a:tcBdr/>
      </a:tcStyle>
    </a:swCell>
    <a:firstRow>
      <a:tcTxStyle b="on" i="off"/>
      <a:tcStyle>
        <a:tcBdr>
          <a:bottom>
            <a:ln w="12700" cap="flat" cmpd="sng">
              <a:solidFill>
                <a:schemeClr val="accent5"/>
              </a:solidFill>
              <a:prstDash val="solid"/>
              <a:round/>
              <a:headEnd type="none" w="sm" len="sm"/>
              <a:tailEnd type="none" w="sm" len="sm"/>
            </a:ln>
          </a:bottom>
        </a:tcBdr>
        <a:fill>
          <a:solidFill>
            <a:srgbClr val="FFFFFF">
              <a:alpha val="0"/>
            </a:srgbClr>
          </a:solidFill>
        </a:fill>
      </a:tcStyle>
    </a:firstRow>
    <a:neCell>
      <a:tcTxStyle b="off" i="off"/>
      <a:tcStyle>
        <a:tcBdr/>
      </a:tcStyle>
    </a:neCell>
    <a:nwCell>
      <a:tcTxStyle b="off" i="off"/>
      <a:tcStyle>
        <a:tcBdr/>
      </a:tcStyle>
    </a:nwCell>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Relationships xmlns="http://schemas.openxmlformats.org/package/2006/relationships"><Relationship Type="http://schemas.openxmlformats.org/officeDocument/2006/relationships/theme" Target="/ppt/theme/theme1.xml" Id="R22126b0426654ff8" /><Relationship Type="http://schemas.openxmlformats.org/officeDocument/2006/relationships/slideMaster" Target="/ppt/slideMasters/slideMaster1.xml" Id="R39d90483318c42db" /><Relationship Type="http://schemas.openxmlformats.org/officeDocument/2006/relationships/notesMaster" Target="/ppt/notesMasters/notesMaster1.xml" Id="R31cb777d4765470f" /><Relationship Type="http://schemas.openxmlformats.org/officeDocument/2006/relationships/presProps" Target="/ppt/presProps.xml" Id="R349d8f6de78f4365" /><Relationship Type="http://schemas.openxmlformats.org/officeDocument/2006/relationships/viewProps" Target="/ppt/viewProps.xml" Id="Rf920619de83c4c4b" /><Relationship Type="http://schemas.openxmlformats.org/officeDocument/2006/relationships/tableStyles" Target="/ppt/tableStyles.xml" Id="R7966a753b8c64cbb" /><Relationship Type="http://schemas.openxmlformats.org/officeDocument/2006/relationships/font" Target="/ppt/fonts/font.dat" Id="R154d929df511407e" /><Relationship Type="http://schemas.openxmlformats.org/officeDocument/2006/relationships/font" Target="/ppt/fonts/font2.dat" Id="R06085ea0d63e4b9f" /><Relationship Type="http://schemas.openxmlformats.org/officeDocument/2006/relationships/font" Target="/ppt/fonts/font3.dat" Id="R6fcf90a927204795" /><Relationship Type="http://schemas.openxmlformats.org/officeDocument/2006/relationships/font" Target="/ppt/fonts/font4.dat" Id="Rbe1fdcf83aab49a1" /><Relationship Type="http://schemas.openxmlformats.org/officeDocument/2006/relationships/slide" Target="/ppt/slides/slide1.xml" Id="R9a70a15f79814586" /><Relationship Type="http://schemas.openxmlformats.org/officeDocument/2006/relationships/slide" Target="/ppt/slides/slide2.xml" Id="R0fe56bb8b7f540ab" /><Relationship Type="http://schemas.openxmlformats.org/officeDocument/2006/relationships/slide" Target="/ppt/slides/slide3.xml" Id="Ra9a2213aca20468f" /><Relationship Type="http://schemas.openxmlformats.org/officeDocument/2006/relationships/slide" Target="/ppt/slides/slide4.xml" Id="Rc4254491657446f0" /><Relationship Type="http://schemas.openxmlformats.org/officeDocument/2006/relationships/slide" Target="/ppt/slides/slide5.xml" Id="Rafb06faae5af4ffc" /><Relationship Type="http://schemas.openxmlformats.org/officeDocument/2006/relationships/slide" Target="/ppt/slides/slide7.xml" Id="R4451d23375fe4168" /><Relationship Type="http://schemas.openxmlformats.org/officeDocument/2006/relationships/slide" Target="/ppt/slides/slide8.xml" Id="R114ef8414c0a4880" /><Relationship Type="http://schemas.openxmlformats.org/officeDocument/2006/relationships/slide" Target="/ppt/slides/slide9.xml" Id="R554cb95b30f54975" /><Relationship Type="http://schemas.openxmlformats.org/officeDocument/2006/relationships/slide" Target="/ppt/slides/slide10.xml" Id="Rb9588b635a32486f" /><Relationship Type="http://schemas.openxmlformats.org/officeDocument/2006/relationships/slide" Target="/ppt/slides/slide11.xml" Id="R34d7462ebe554960" /><Relationship Type="http://schemas.openxmlformats.org/officeDocument/2006/relationships/slide" Target="/ppt/slides/slide12.xml" Id="Ra95796cf23fc4de1" /><Relationship Type="http://schemas.openxmlformats.org/officeDocument/2006/relationships/slide" Target="/ppt/slides/slide13.xml" Id="R49f019004b7f4dca" /><Relationship Type="http://schemas.openxmlformats.org/officeDocument/2006/relationships/slide" Target="/ppt/slides/slide14.xml" Id="Rebb456c9b43142af" /><Relationship Type="http://schemas.openxmlformats.org/officeDocument/2006/relationships/slide" Target="/ppt/slides/slide15.xml" Id="R0258f44c2015421b" /><Relationship Type="http://schemas.openxmlformats.org/officeDocument/2006/relationships/slide" Target="/ppt/slides/slide16.xml" Id="Ra26a4f3e169947ab" /><Relationship Type="http://schemas.openxmlformats.org/officeDocument/2006/relationships/slide" Target="/ppt/slides/slide17.xml" Id="R28b51150d6be414c" /><Relationship Id="rIdCsgOriginalFlow" Type="http://schemas.openxmlformats.org/officeDocument/2006/relationships/slide" Target="/ppt/slides/slide18.xml"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7d9a848f9e4464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TKG PPT Theme">
  <a:themeElements>
    <a:clrScheme name="Vista Outdoor Theme">
      <a:dk1>
        <a:srgbClr val="000000"/>
      </a:dk1>
      <a:lt1>
        <a:srgbClr val="FFFFFF"/>
      </a:lt1>
      <a:dk2>
        <a:srgbClr val="28628E"/>
      </a:dk2>
      <a:lt2>
        <a:srgbClr val="D7D2CB"/>
      </a:lt2>
      <a:accent1>
        <a:srgbClr val="28628E"/>
      </a:accent1>
      <a:accent2>
        <a:srgbClr val="FE5442"/>
      </a:accent2>
      <a:accent3>
        <a:srgbClr val="F79B2E"/>
      </a:accent3>
      <a:accent4>
        <a:srgbClr val="6C6864"/>
      </a:accent4>
      <a:accent5>
        <a:srgbClr val="D7D2CB"/>
      </a:accent5>
      <a:accent6>
        <a:srgbClr val="999900"/>
      </a:accent6>
      <a:hlink>
        <a:srgbClr val="48A1FA"/>
      </a:hlink>
      <a:folHlink>
        <a:srgbClr val="C490A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ista Outdoor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36ffa3cc94f4578" /><Relationship Type="http://schemas.openxmlformats.org/officeDocument/2006/relationships/notesMaster" Target="/ppt/notesMasters/notesMaster1.xml" Id="Rc321f4bb2b744161" /></Relationships>
</file>

<file path=ppt/notesSlides/_rels/notesSlide2.xml.rels>&#65279;<?xml version="1.0" encoding="utf-8"?><Relationships xmlns="http://schemas.openxmlformats.org/package/2006/relationships"><Relationship Type="http://schemas.openxmlformats.org/officeDocument/2006/relationships/slide" Target="/ppt/slides/slide2.xml" Id="R8b3bd2fb872d46e0" /><Relationship Type="http://schemas.openxmlformats.org/officeDocument/2006/relationships/notesMaster" Target="/ppt/notesMasters/notesMaster1.xml" Id="Rd5b24c8f264b43d0" /></Relationships>
</file>

<file path=ppt/notesSlides/_rels/notesSlide3.xml.rels>&#65279;<?xml version="1.0" encoding="utf-8"?><Relationships xmlns="http://schemas.openxmlformats.org/package/2006/relationships"><Relationship Type="http://schemas.openxmlformats.org/officeDocument/2006/relationships/slide" Target="/ppt/slides/slide3.xml" Id="Rc55d4f344a6c4cd6" /><Relationship Type="http://schemas.openxmlformats.org/officeDocument/2006/relationships/notesMaster" Target="/ppt/notesMasters/notesMaster1.xml" Id="R4a80b5cb38d54429" /></Relationships>
</file>

<file path=ppt/notesSlides/_rels/notesSlide4.xml.rels>&#65279;<?xml version="1.0" encoding="utf-8"?><Relationships xmlns="http://schemas.openxmlformats.org/package/2006/relationships"><Relationship Type="http://schemas.openxmlformats.org/officeDocument/2006/relationships/slide" Target="/ppt/slides/slide4.xml" Id="Rfda27ed2f3a744b0" /><Relationship Type="http://schemas.openxmlformats.org/officeDocument/2006/relationships/notesMaster" Target="/ppt/notesMasters/notesMaster1.xml" Id="Ra7799ab6297342a6" /></Relationships>
</file>

<file path=ppt/notesSlides/_rels/notesSlide5.xml.rels>&#65279;<?xml version="1.0" encoding="utf-8"?><Relationships xmlns="http://schemas.openxmlformats.org/package/2006/relationships"><Relationship Type="http://schemas.openxmlformats.org/officeDocument/2006/relationships/slide" Target="/ppt/slides/slide5.xml" Id="R4cef69211a574b9a" /><Relationship Type="http://schemas.openxmlformats.org/officeDocument/2006/relationships/notesMaster" Target="/ppt/notesMasters/notesMaster1.xml" Id="R9e24884b556049de" /></Relationships>
</file>

<file path=ppt/notesSlides/_rels/notesSlide7.xml.rels>&#65279;<?xml version="1.0" encoding="utf-8"?><Relationships xmlns="http://schemas.openxmlformats.org/package/2006/relationships"><Relationship Type="http://schemas.openxmlformats.org/officeDocument/2006/relationships/slide" Target="/ppt/slides/slide7.xml" Id="R5346d8942f6d458c" /><Relationship Type="http://schemas.openxmlformats.org/officeDocument/2006/relationships/notesMaster" Target="/ppt/notesMasters/notesMaster1.xml" Id="Rad7cd878e4464672" /></Relationships>
</file>

<file path=ppt/notesSlides/_rels/notesSlide8.xml.rels>&#65279;<?xml version="1.0" encoding="utf-8"?><Relationships xmlns="http://schemas.openxmlformats.org/package/2006/relationships"><Relationship Type="http://schemas.openxmlformats.org/officeDocument/2006/relationships/slide" Target="/ppt/slides/slide8.xml" Id="R8f196040ef4246ef" /><Relationship Type="http://schemas.openxmlformats.org/officeDocument/2006/relationships/notesMaster" Target="/ppt/notesMasters/notesMaster1.xml" Id="Rbbff9289833e457b" /></Relationships>
</file>

<file path=ppt/notesSlides/_rels/notesSlide9.xml.rels>&#65279;<?xml version="1.0" encoding="utf-8"?><Relationships xmlns="http://schemas.openxmlformats.org/package/2006/relationships"><Relationship Type="http://schemas.openxmlformats.org/officeDocument/2006/relationships/slide" Target="/ppt/slides/slide9.xml" Id="R483e97082b4d40b5" /><Relationship Type="http://schemas.openxmlformats.org/officeDocument/2006/relationships/notesMaster" Target="/ppt/notesMasters/notesMaster1.xml" Id="Ra08a25d8f1a1481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5f11bdc74984e9e" /><Relationship Type="http://schemas.openxmlformats.org/officeDocument/2006/relationships/notesMaster" Target="/ppt/notesMasters/notesMaster1.xml" Id="R786332e39057475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3bd0d6cc4dd485b" /><Relationship Type="http://schemas.openxmlformats.org/officeDocument/2006/relationships/notesMaster" Target="/ppt/notesMasters/notesMaster1.xml" Id="Rad9e7bb1c912469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331fe9c37ed465e" /><Relationship Type="http://schemas.openxmlformats.org/officeDocument/2006/relationships/notesMaster" Target="/ppt/notesMasters/notesMaster1.xml" Id="R28d05ab21388428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808ba83f1484762" /><Relationship Type="http://schemas.openxmlformats.org/officeDocument/2006/relationships/notesMaster" Target="/ppt/notesMasters/notesMaster1.xml" Id="R86181b1e275e49d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b2f4e2581fa4243" /><Relationship Type="http://schemas.openxmlformats.org/officeDocument/2006/relationships/notesMaster" Target="/ppt/notesMasters/notesMaster1.xml" Id="Rbb29581ae4b14a0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9dd6fa7505549d7" /><Relationship Type="http://schemas.openxmlformats.org/officeDocument/2006/relationships/notesMaster" Target="/ppt/notesMasters/notesMaster1.xml" Id="R6c1b3f7b625747f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530e923542d4644" /><Relationship Type="http://schemas.openxmlformats.org/officeDocument/2006/relationships/notesMaster" Target="/ppt/notesMasters/notesMaster1.xml" Id="R3761027b73364f6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857f35545ab4830" /><Relationship Type="http://schemas.openxmlformats.org/officeDocument/2006/relationships/notesMaster" Target="/ppt/notesMasters/notesMaster1.xml" Id="R4ea327887fcf40c7" /></Relationships>
</file>

<file path=ppt/notesSlides/_rels/notesSlide18.xml.rels><?xml version='1.0' encoding='utf-8'?>
<Relationships xmlns="http://schemas.openxmlformats.org/package/2006/relationships"><Relationship Type="http://schemas.openxmlformats.org/officeDocument/2006/relationships/slide" Target="/ppt/slides/slide18.xml" Id="Rfda27ed2f3a744b0" /><Relationship Type="http://schemas.openxmlformats.org/officeDocument/2006/relationships/notesMaster" Target="/ppt/notesMasters/notesMaster1.xml" Id="Ra7799ab6297342a6"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Keep the familiar company/project visual flow. The personal introduction runs over the cover and CSG slide; do not advance for each story beat. Demo 0:16–0:36; homepage slide 16; lab slide 17; activity 0:41–0:49; questions to 1:00.</a:t>
            </a:r>
          </a:p>
          <a:p>
            <a:r>
              <a:t/>
            </a:r>
          </a:p>
          <a:p>
            <a:r>
              <a:t>Cue: Use the cover as a visual anchor for your personal introduction. Do not advance for every story beat. About 3 minutes, with room to speak naturally.</a:t>
            </a:r>
          </a:p>
          <a:p>
            <a:r>
              <a:t/>
            </a:r>
          </a:p>
          <a:p>
            <a:r>
              <a:t>Brad: “Good morning. I'm Brad Daugherty, an electrical engineer at Remington. Most of my work is in Lonoke, and I support projects across The Kinetic Group. I'm here with Wesley Siharath.”</a:t>
            </a:r>
          </a:p>
          <a:p>
            <a:r>
              <a:t/>
            </a:r>
          </a:p>
          <a:p>
            <a:r>
              <a:t>“Today is about bringing AI into something real and helping build the next generation of manufacturing. I want to start with how we got into this work, because I did not begin knowing how to build AI systems.”</a:t>
            </a:r>
          </a:p>
          <a:p>
            <a:r>
              <a:t/>
            </a:r>
          </a:p>
          <a:p>
            <a:r>
              <a:t>“I started as a mechanical engineering intern. I was going to school full time in Fayetteville and working full time in Lonoke, Friday through Monday. I was learning as I went.”</a:t>
            </a:r>
          </a:p>
          <a:p>
            <a:r>
              <a:t/>
            </a:r>
          </a:p>
          <a:p>
            <a:r>
              <a:t>“My first application used OCR to pull data off HMI web servers. That was my first AI application, and probably the worst SCADA system the world has ever seen.”</a:t>
            </a:r>
          </a:p>
          <a:p>
            <a:r>
              <a:t/>
            </a:r>
          </a:p>
          <a:p>
            <a:r>
              <a:t>Delivery: Pause for the joke. If helpful: “OCR reads text from an image. An HMI is the screen people use to see and operate a machine.”</a:t>
            </a:r>
          </a:p>
          <a:p>
            <a:r>
              <a:t/>
            </a:r>
          </a:p>
          <a:p>
            <a:r>
              <a:t>Brad: “At the same time, I was struggling with inspection projects. I was working with off-the-shelf systems, including Keyence and Cognex. I was told it was crazy to make our own AI, and that I needed to make those solutions work.”</a:t>
            </a:r>
          </a:p>
          <a:p>
            <a:r>
              <a:t/>
            </a:r>
          </a:p>
          <a:p>
            <a:r>
              <a:t>“I spent nearly a year on it and could not get where I needed to go. I did not fully understand the systems. I felt defeated. I did not realize that I was walking in the shoes of experienced engineers who had struggled with these kinds of problems before me.”</a:t>
            </a:r>
          </a:p>
          <a:p>
            <a:r>
              <a:t/>
            </a:r>
          </a:p>
          <a:p>
            <a:r>
              <a:t>“Eventually, I could not keep approaching it the same way. I proposed that we build it ourselves.”</a:t>
            </a:r>
          </a:p>
          <a:p>
            <a:r>
              <a:t/>
            </a:r>
          </a:p>
          <a:p>
            <a:r>
              <a:t>Delivery: Keep this centered on your learning and your experience with that application. This is a personal introduction over the cover, not a series of new story slides.</a:t>
            </a:r>
          </a:p>
          <a:p>
            <a:r>
              <a:t/>
            </a:r>
          </a:p>
          <a:p>
            <a:r>
              <a:t>Bridge: Advance to the CSG slide for the company context and the opportunity to try.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1816, Lonoke 1969, and our turn to contribute.</a:t>
            </a:r>
          </a:p>
          <a:p>
            <a:r>
              <a:t/>
            </a:r>
          </a:p>
          <a:p>
            <a:r>
              <a:t>Brad: “Remington's history goes back to 1816. Lonoke has been part of it since 1969. We inherited generations of work in machinery and manufacturing. Our contribution is to connect that experience with cameras, controls, and software. Remington is one of five TKG ammunition brands, so the problems we support extend beyond one site.”</a:t>
            </a:r>
          </a:p>
          <a:p>
            <a:r>
              <a:t/>
            </a:r>
          </a:p>
          <a:p>
            <a:r>
              <a:t/>
            </a:r>
          </a:p>
          <a:p>
            <a:r>
              <a:t>Bridge from the personal introduction: The slides now return to the original company/project flow. Use the history as context rather than retelling the internship.</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Real machinery, real operators, real consequences.</a:t>
            </a:r>
          </a:p>
          <a:p>
            <a:r>
              <a:t/>
            </a:r>
          </a:p>
          <a:p>
            <a:r>
              <a:t>Brad: “We work around energetic materials and moving machinery. That makes timing, clear information, and recovery part of the engineering problem. We build with operators, maintenance, quality, and safety. The software has to fit their workflow and the established safeguards.”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Capture, inference, decision, response.</a:t>
            </a:r>
          </a:p>
          <a:p>
            <a:r>
              <a:t/>
            </a:r>
          </a:p>
          <a:p>
            <a:r>
              <a:t>Brad: “Sense, decide, act. For a vision system, that means acquiring an image, running inference, interpreting the output, and delivering a result in time for the workflow. A model result is one step in that chain. Camera conditions, signals, software latency, and the response all have to fit together. We test the whole chain and show people the evidence behind the result.”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Two live inspection systems, two broader capabilities. Finish this context block by about 0:10.</a:t>
            </a:r>
          </a:p>
          <a:p>
            <a:r>
              <a:t/>
            </a:r>
          </a:p>
          <a:p>
            <a:r>
              <a:t>Brad: “Centerfire and shotshell inspection are live and still being refined. Public sentiment and Remi apply software to different questions: what customers are saying, and how engineers find project knowledge. The common problem is making the evidence useful to someone making a decision.”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Vision pipeline, visible evidence, operator trust.</a:t>
            </a:r>
          </a:p>
          <a:p>
            <a:r>
              <a:t/>
            </a:r>
          </a:p>
          <a:p>
            <a:r>
              <a:t>Brad: “Remington Vision brings image capture, labeling, model training, and inference into one toolset. It uses YOLOX detection models and supports workstation and edge deployment. The model is only part of the system. The result has to reach a usable workflow, and people need to understand what the camera saw.”</a:t>
            </a:r>
          </a:p>
          <a:p>
            <a:r>
              <a:t/>
            </a:r>
          </a:p>
          <a:p>
            <a:r>
              <a:t>Wesley: “On the floor we show operators what the system sees, listen when something is confusing, and make changes they can judge for themselves.”</a:t>
            </a:r>
          </a:p>
          <a:p>
            <a:r>
              <a:t/>
            </a:r>
          </a:p>
          <a:p>
            <a:r>
              <a:t>Brad: “That feedback is part of commissioning and continued improvement. It is how the technical result earns trust.”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A different product changes the image and the data.</a:t>
            </a:r>
          </a:p>
          <a:p>
            <a:r>
              <a:t/>
            </a:r>
          </a:p>
          <a:p>
            <a:r>
              <a:t>Wesley: “A different product creates a different visual problem. We have to check the camera view, the examples used to train and test the model, and how the result fits the line. We carry the tooling forward, then validate the application in its own conditions.”</a:t>
            </a:r>
          </a:p>
          <a:p>
            <a:r>
              <a:t/>
            </a:r>
          </a:p>
          <a:p>
            <a:r>
              <a:t>Brad: “This is also live and being refined. Reusing software still leaves real integration work.”</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Collect, score, retain the source.</a:t>
            </a:r>
          </a:p>
          <a:p>
            <a:r>
              <a:t/>
            </a:r>
          </a:p>
          <a:p>
            <a:r>
              <a:t>Brad: “The sentiment project collects public discussion, scores sentiment and product themes, and stores the results for review. The scoring uses VADER with a domain vocabulary. A trend gives the team somewhere to investigate. Keeping the original comments available lets people check what the score actually represents.”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Retrieve project material, generate an answer, check the source.</a:t>
            </a:r>
          </a:p>
          <a:p>
            <a:r>
              <a:t/>
            </a:r>
          </a:p>
          <a:p>
            <a:r>
              <a:t>Wesley: “Remi uses a local language model with retrieval over approved project documents. It indexes the material, finds relevant passages, and answers with citations. Scoped tools let it work within a defined workspace. The engineer still checks the source and the result.”</a:t>
            </a:r>
          </a:p>
          <a:p>
            <a:r>
              <a:t/>
            </a:r>
          </a:p>
          <a:p>
            <a:r>
              <a:t>Brad: “Here the integration problem is keeping the answer connected to evidence and controlling what the tools can do.”</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Variety, freedom, ownership, and a real result. Demo at 0:16.</a:t>
            </a:r>
          </a:p>
          <a:p>
            <a:r>
              <a:t/>
            </a:r>
          </a:p>
          <a:p>
            <a:r>
              <a:t>Brad: “Wesley, what do you enjoy most about working here?”</a:t>
            </a:r>
          </a:p>
          <a:p>
            <a:r>
              <a:t/>
            </a:r>
          </a:p>
          <a:p>
            <a:r>
              <a:t>Wesley: “What I love most is the variety of problems we face day to day. One day I might be debugging code in the office. Another day I might be knee-deep in grease, figuring out why a machine’s motor isn’t spinning.”</a:t>
            </a:r>
          </a:p>
          <a:p>
            <a:r>
              <a:t/>
            </a:r>
          </a:p>
          <a:p>
            <a:r>
              <a:t>“I also enjoy the freedom to spitball an idea, explore different solutions, and take ownership of how we tackle the problem.”</a:t>
            </a:r>
          </a:p>
          <a:p>
            <a:r>
              <a:t/>
            </a:r>
          </a:p>
          <a:p>
            <a:r>
              <a:t>“One moment that really stuck with me was seeing a real reject come through and watching our system toss it out. Seeing something I helped build actually do its job was an amazing feeling.”</a:t>
            </a:r>
          </a:p>
          <a:p>
            <a:r>
              <a:t/>
            </a:r>
          </a:p>
          <a:p>
            <a:r>
              <a:t>“Following ideas through and seeing people get invested feels like helping pave the way for Remington. I enjoy figuring it out.”</a:t>
            </a:r>
          </a:p>
          <a:p>
            <a:r>
              <a:t/>
            </a:r>
          </a:p>
          <a:p>
            <a:r>
              <a:t>Brad: “Let's show that connection between an image, a decision, and a visible result.”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Detection, color prediction, track, decision, one variation. 0:16–0:36.</a:t>
            </a:r>
          </a:p>
          <a:p>
            <a:r>
              <a:t/>
            </a:r>
          </a:p>
          <a:p>
            <a:r>
              <a:t>Before the event: Rehearse the exact application build, camera, two bottles, and one variation. The repository's standard mode uses YOLOX bottle detection and a trained color model. A visual-tracking build can instead show boxes, labels, and track identity; use the rehearsed outcomes of the actual build. The generic bundled bottle locator does not predict colors. Describe the mode actually shown. Keep the core demonstration on screen; include physical movement only if the complete event setup has been validated.</a:t>
            </a:r>
          </a:p>
          <a:p>
            <a:r>
              <a:t/>
            </a:r>
          </a:p>
          <a:p>
            <a:r>
              <a:t>Opening, 2 minutes. Brad: “This is a separate event demo using Gatorade bottles, a small example of AI becoming something useful in manufacturing. We detect the bottle, associate evidence with its track, and apply a color rule to produce an on-screen sort decision. First, predict the result. Then we will change one condition and look at what happened.”</a:t>
            </a:r>
          </a:p>
          <a:p>
            <a:r>
              <a:t/>
            </a:r>
          </a:p>
          <a:p>
            <a:r>
              <a:t>Baseline, 4 minutes. Brad states the pass color and asks for predictions for two contrasting bottles. Wesley points out the bottle box, model color prediction, track, and displayed decision. In the standard repository mode, unknown color diverts. Show what this build actually did.</a:t>
            </a:r>
          </a:p>
          <a:p>
            <a:r>
              <a:t/>
            </a:r>
          </a:p>
          <a:p>
            <a:r>
              <a:t>Variation, 4 minutes. Change one pretested orientation or position. Ask for a prediction. Compare the evidence with the baseline. If the result is surprising: “That gives us something useful to test.”</a:t>
            </a:r>
          </a:p>
          <a:p>
            <a:r>
              <a:t/>
            </a:r>
          </a:p>
          <a:p>
            <a:r>
              <a:t>Engineering discussion, 8 minutes. Brad: “What would you test before relying on this all day?” Wesley connects answers to lighting, missed detections, timing, and the information an operator needs. If confidence comes up, explain that the model score is not automatically a calibrated probability. If physical timing comes up, explain that the demo estimates arrival from distance and measured speed; it does not independently measure physical actuator position.</a:t>
            </a:r>
          </a:p>
          <a:p>
            <a:r>
              <a:t/>
            </a:r>
          </a:p>
          <a:p>
            <a:r>
              <a:t>Transition, 2 minutes. Brad: “The image, model, tracking, and response each have to hold up. Wesley's experience on the floor is where those requirements become concrete.” Return to slide 13 by 0:36.</a:t>
            </a:r>
          </a:p>
          <a:p>
            <a:r>
              <a:t/>
            </a:r>
          </a:p>
          <a:p>
            <a:r>
              <a:t>Recovery: Show the camera view and last successful result. Ask what the audience would inspect first. Move on within two minutes. Optional barcodes and physical motion are outside the core sequence.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Timing, signals, sunlight, and confidence.</a:t>
            </a:r>
          </a:p>
          <a:p>
            <a:r>
              <a:t/>
            </a:r>
          </a:p>
          <a:p>
            <a:r>
              <a:t>Brad: “Wesley, what are the hardest problems in getting these systems to work reliably on the floor?”</a:t>
            </a:r>
          </a:p>
          <a:p>
            <a:r>
              <a:t/>
            </a:r>
          </a:p>
          <a:p>
            <a:r>
              <a:t>Wesley: “Some of the hardest problems in any system are the little things. Is the machine timed correctly? Is it getting the right signal at the moment it needs it? Or is something downstream causing an issue?”</a:t>
            </a:r>
          </a:p>
          <a:p>
            <a:r>
              <a:t/>
            </a:r>
          </a:p>
          <a:p>
            <a:r>
              <a:t>“Then you have changing conditions. Something as simple as sunlight coming through a window could blind your cameras for thirty minutes.”</a:t>
            </a:r>
          </a:p>
          <a:p>
            <a:r>
              <a:t/>
            </a:r>
          </a:p>
          <a:p>
            <a:r>
              <a:t>“You have to work through those issues so the whole system keeps working as conditions change. It needs to be reliable enough to leave your hands, and the people using it need confidence that it will keep doing its job.”</a:t>
            </a:r>
          </a:p>
          <a:p>
            <a:r>
              <a:t/>
            </a:r>
          </a:p>
          <a:p>
            <a:r>
              <a:t>“Building that reliability and confidence takes work.”</a:t>
            </a:r>
          </a:p>
          <a:p>
            <a:r>
              <a:t/>
            </a:r>
          </a:p>
          <a:p>
            <a:r>
              <a:t>Brad: “That is the step from a prototype we operate ourselves to a system other people can rely 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Mechanical, controls, software, and testing. Close before the two final QR slides.</a:t>
            </a:r>
          </a:p>
          <a:p>
            <a:r>
              <a:t/>
            </a:r>
          </a:p>
          <a:p>
            <a:r>
              <a:t>Brad: “Building the next generation of manufacturing means connecting AI to real work. These problems cross mechanical engineering, controls, software, and testing. We want people who will follow a problem from the first question through deployment and improvement. Tell us what you have built and what you want to take on next.”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Scan, PIN, try, share. 0:41–0:49.</a:t>
            </a:r>
          </a:p>
          <a:p>
            <a:r>
              <a:t/>
            </a:r>
          </a:p>
          <a:p>
            <a:r>
              <a:t>Brad: “Scan the QR code or open the URL on screen. Enter PIN 877262. Try the Audience Lab and notice what matches or surprises your expectations.”</a:t>
            </a:r>
          </a:p>
          <a:p>
            <a:r>
              <a:t/>
            </a:r>
          </a:p>
          <a:p>
            <a:r>
              <a:t>Give 4–5 minutes. Wesley helps with access. Brad keeps the QR and PIN visible, then takes two or three observations. Ask: “What would you change before people used this every day?”</a:t>
            </a:r>
          </a:p>
          <a:p>
            <a:r>
              <a:t/>
            </a:r>
          </a:p>
          <a:p>
            <a:r>
              <a:t>Backup URL: 4founders.dev/demo/ai-in-action/ (https://4founders.dev/demo/ai-in-action/). Recheck access and scan before the event. If access fails, show one prepared example and ask the room to predict it.</a:t>
            </a:r>
          </a:p>
          <a:p>
            <a:r>
              <a:t/>
            </a:r>
          </a:p>
          <a:p>
            <a:r>
              <a:t/>
            </a:r>
          </a:p>
          <a:p>
            <a:r>
              <a:t>Questions, 0:49–1:00: Keep this final slide visible so the lab QR, URL, and PIN remain available. “What are you curious about, or what are you trying to build?”</a:t>
            </a:r>
          </a:p>
          <a:p>
            <a:r>
              <a:t/>
            </a:r>
          </a:p>
          <a:p>
            <a:r>
              <a:t>The supplied deck and Brad's project descriptions establish the company context and that the two inspection systems are live and still being refined. Remington's company history (https://www.remington.com/about-us.html) and employee history (https://www.remington.com/big-green-blog/labor-day-special.html) are the existing sources for the 1816 origin and 1969 Lonoke start.</a:t>
            </a:r>
          </a:p>
          <a:p>
            <a:r>
              <a:t/>
            </a:r>
          </a:p>
          <a:p>
            <a:r>
              <a:t>Technical descriptions were checked against the supplied local project documentation: RemingtonVision README (capture, labeling, YOLOX training/inference, and deployment options); Public Sentiment README (collection, VADER/domain scoring, storage, and dashboard); Little Chef README and docs/KNOWLEDGE.md (local model, retrieval, citations, and scoped tools). These describe software capabilities, not a claim that every feature is deployed on every production line. No inspection criteria, process settings, performance metrics, or production architecture have been added.</a:t>
            </a:r>
          </a:p>
          <a:p>
            <a:r>
              <a:t/>
            </a:r>
          </a:p>
          <a:p>
            <a:r>
              <a:t>The bottle demo description follows the repository README (https://github.com/YeChamo/part-tracking-demo-ualr/blob/main/README.md). This revision does not establish live hardware, camera, or venue readiness. Wesley supplied his four personal sections; his wording is retained.</a:t>
            </a:r>
          </a:p>
          <a:p>
            <a:r>
              <a:t/>
            </a:r>
          </a:p>
          <a:p>
            <a:r>
              <a:t/>
            </a:r>
          </a:p>
          <a:p>
            <a:r>
              <a:t>Brad's personal introduction comes from his account supplied in this chat: mechanical engineering internship, full-time school in Fayetteville and work in Lonoke Friday–Monday, OCR from HMI web servers, inspection struggles with Keyence/Cognex, CSG approval, and the call to Wesley. The historical OCR/SCADA anecdote does not reintroduce a standalone SCADA project slide. CSG context is sourced in slide 2 notes. The AI/next-generation ambition is the presenters' framing.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Penultimate slide. Homepage QR, about 0:40–0:41.</a:t>
            </a:r>
          </a:p>
          <a:p>
            <a:r>
              <a:t/>
            </a:r>
          </a:p>
          <a:p>
            <a:r>
              <a:t>Brad: “This code takes you to the 4Founders home page: 4founders.dev. You can open it now or save it for later.”</a:t>
            </a:r>
          </a:p>
          <a:p>
            <a:r>
              <a:t/>
            </a:r>
          </a:p>
          <a:p>
            <a:r>
              <a:t>Pause for a scan. The QR encodes https://4founders.dev/. Do not promise unverified homepage features.</a:t>
            </a:r>
          </a:p>
          <a:p>
            <a:r>
              <a:t/>
            </a:r>
          </a:p>
          <a:p>
            <a:r>
              <a:t>Bridge: “The last slide takes you straight to the interactive demo.”</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awhite@tkghunt.com, questions, internship, and ideas. Close the story by about 0:40, before the homepage and lab QR slides.</a:t>
            </a:r>
          </a:p>
          <a:p>
            <a:r>
              <a:t/>
            </a:r>
          </a:p>
          <a:p>
            <a:r>
              <a:t>Brad: “Reach us at awhite@tkghunt.com. We’ll be here afterward if anyone wants to connect. Wesley, anything you’d like to add?”</a:t>
            </a:r>
          </a:p>
          <a:p>
            <a:r>
              <a:t/>
            </a:r>
          </a:p>
          <a:p>
            <a:r>
              <a:t>Wesley: “Yeah, if you guys have any engineering questions or want to hear more about my internship experience, come talk with us afterward. I’d love to hear what you’re building and spitball some ideas with you.”</a:t>
            </a:r>
          </a:p>
          <a:p>
            <a:r>
              <a:t/>
            </a:r>
          </a:p>
          <a:p>
            <a:r>
              <a:t>Brad: “The generations before us built the foundation. We want to build what the next generation can stand on. Our history was made on the factory floor. The future will be, too. Let's bring AI into real work and build the next generation of manufacturing together. Come build and fight with us. Turn AI into action.”</a:t>
            </a:r>
          </a:p>
          <a:p>
            <a:r>
              <a:t/>
            </a:r>
          </a:p>
          <a:p>
            <a:r>
              <a:t/>
            </a:r>
          </a:p>
          <a:p>
            <a:r>
              <a:t>Bridge: “Before we finish, here are two ways to keep exploring.”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Cue: CSG context, approval, and the call to Wesley. Complete the personal introduction by about 0:06.</a:t>
            </a:r>
          </a:p>
          <a:p>
            <a:r>
              <a:t/>
            </a:r>
          </a:p>
          <a:p>
            <a:r>
              <a:t>Brad: “CSG stands for Czechoslovak Group. It is a global industrial and technology group headquartered in Prague, in the Czech Republic. Its roots go back to Excalibur Army in 1995, and its businesses span defense, aerospace, and automotive industries. The Kinetic Group is part of CSG Ammo+, and Remington is one of the TKG brands. Today's examples come mainly from Lonoke.”</a:t>
            </a:r>
          </a:p>
          <a:p>
            <a:r>
              <a:t/>
            </a:r>
          </a:p>
          <a:p>
            <a:r>
              <a:t>“Under the new CSG management, the proposal to build our own system was actually approved. They told me to go get an intern.”</a:t>
            </a:r>
          </a:p>
          <a:p>
            <a:r>
              <a:t/>
            </a:r>
          </a:p>
          <a:p>
            <a:r>
              <a:t>Delivery: Pause at the turn in the story.</a:t>
            </a:r>
          </a:p>
          <a:p>
            <a:r>
              <a:t/>
            </a:r>
          </a:p>
          <a:p>
            <a:r>
              <a:t>Brad: “So I called Wesley. He decided to come down to central Arkansas and take on the project with me. Wesley, I've told them how I got to that phone call. Tell them your part of the story.”</a:t>
            </a:r>
          </a:p>
          <a:p>
            <a:r>
              <a:t/>
            </a:r>
          </a:p>
          <a:p>
            <a:r>
              <a:t>Wesley: “Hi, I’m Wesley Siharath. I’m an engineer here at Remington. I got started as an intern focused on software, with some prototyping on machines.”</a:t>
            </a:r>
          </a:p>
          <a:p>
            <a:r>
              <a:t/>
            </a:r>
          </a:p>
          <a:p>
            <a:r>
              <a:t>“I came on full time this February, and now I work on AI tools and machines. One of the things that drew me here was being able to build a solution and see it put to use on the floor.”</a:t>
            </a:r>
          </a:p>
          <a:p>
            <a:r>
              <a:t/>
            </a:r>
          </a:p>
          <a:p>
            <a:r>
              <a:t>Wesley's optional story slot, 30–60 seconds: [Add your own memory of the call, coming to central Arkansas, or the first problem you tackled together. The supplied introduction works without an added anecdote.]</a:t>
            </a:r>
          </a:p>
          <a:p>
            <a:r>
              <a:t/>
            </a:r>
          </a:p>
          <a:p>
            <a:r>
              <a:t>Brad: “We want to turn that opportunity into useful capability on the floor. That is how we want to help build the next generation of manufacturing. Here is the company and the work that story sits inside.”</a:t>
            </a:r>
          </a:p>
          <a:p>
            <a:r>
              <a:t/>
            </a:r>
          </a:p>
          <a:p>
            <a:r>
              <a:t>Sources for company context: CSG About Us (https://csg.com/en/about-us) (Prague headquarters, 1995 origins, industries); The Kinetic Group About Us (https://www.thekineticgroup.com/aboutus.html) (Ammo+ membership), checked October 22, 2026. Brand image supplied by Brad in this chat. The AI ambition is the presenters' framing. The approval and internship details are Brad's account.</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4e6f9fe45f043e7" /><Relationship Type="http://schemas.openxmlformats.org/officeDocument/2006/relationships/image" Target="/ppt/media/image.jpeg" Id="Reb7bde4383044cab" /><Relationship Type="http://schemas.openxmlformats.org/officeDocument/2006/relationships/image" Target="/ppt/media/image2.jpeg" Id="R13375b3c712b450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cd85272fa9345cc" /><Relationship Type="http://schemas.openxmlformats.org/officeDocument/2006/relationships/image" Target="/ppt/media/image.jpeg" Id="R14722f1354384ff5" /><Relationship Type="http://schemas.openxmlformats.org/officeDocument/2006/relationships/image" Target="/ppt/media/image3.jpeg" Id="Rea9760121d474cf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511bad437494126" /><Relationship Type="http://schemas.openxmlformats.org/officeDocument/2006/relationships/image" Target="/ppt/media/image4.jpeg" Id="Rccde23de2666420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b7bc9fd01194bd4" /><Relationship Type="http://schemas.openxmlformats.org/officeDocument/2006/relationships/image" Target="/ppt/media/image5.jpeg" Id="R92961b587b19479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c67e0b1b91a4ccf" /><Relationship Type="http://schemas.openxmlformats.org/officeDocument/2006/relationships/image" Target="/ppt/media/image6.jpeg" Id="R28162c10bc2840a2" /></Relationships>
</file>

<file path=ppt/slideLayouts/slideLayout1.xml><?xml version="1.0" encoding="utf-8"?>
<p:sldLayout xmlns:p="http://schemas.openxmlformats.org/presentationml/2006/main" matchingName="2_Title Slide - Lifestyle">
  <p:cSld name="2_Title Slide - Lifestyle">
    <p:bg>
      <p:bgPr>
        <a:solidFill xmlns:a="http://schemas.openxmlformats.org/drawingml/2006/main">
          <a:schemeClr val="lt1"/>
        </a:solidFill>
      </p:bgPr>
    </p:bg>
    <p:spTree>
      <p:nvGrpSpPr>
        <p:cNvPr id="1" name=""/>
        <p:cNvGrpSpPr/>
        <p:nvPr/>
      </p:nvGrpSpPr>
      <p:grpSpPr>
        <a:xfrm xmlns:a="http://schemas.openxmlformats.org/drawingml/2006/main"/>
      </p:grpSpPr>
      <p:pic>
        <p:nvPicPr>
          <p:cNvPr id="11" name="Google Shape;11;p14">
            <a:extLst xmlns:a="http://schemas.openxmlformats.org/drawingml/2006/main">
              <a:ext uri="{FF2B5EF4-FFF2-40B4-BE49-F238E27FC236}">
                <a16:creationId xmlns:a16="http://schemas.microsoft.com/office/drawing/2014/main" id="{13F16D52-984E-4CA3-9DB0-8536EC0FC8BF}"/>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eb7bde4383044cab">
            <a:alphaModFix/>
          </a:blip>
          <a:srcRect xmlns:a="http://schemas.openxmlformats.org/drawingml/2006/main" l="0" t="13495" r="9091" b="0"/>
          <a:stretch xmlns:a="http://schemas.openxmlformats.org/drawingml/2006/main"/>
        </p:blipFill>
        <p:spPr>
          <a:xfrm xmlns:a="http://schemas.openxmlformats.org/drawingml/2006/main">
            <a:off x="0" y="0"/>
            <a:ext cx="9144000" cy="6858000"/>
          </a:xfrm>
          <a:prstGeom xmlns:a="http://schemas.openxmlformats.org/drawingml/2006/main" prst="rect">
            <a:avLst/>
          </a:prstGeom>
          <a:ln xmlns:a="http://schemas.openxmlformats.org/drawingml/2006/main">
            <a:noFill/>
          </a:ln>
        </p:spPr>
      </p:pic>
      <p:pic>
        <p:nvPicPr>
          <p:cNvPr id="12" name="Google Shape;12;p14">
            <a:extLst xmlns:a="http://schemas.openxmlformats.org/drawingml/2006/main">
              <a:ext uri="{FF2B5EF4-FFF2-40B4-BE49-F238E27FC236}">
                <a16:creationId xmlns:a16="http://schemas.microsoft.com/office/drawing/2014/main" id="{5731DF57-DA0C-49D4-9BA6-A90410253A0F}"/>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13375b3c712b450a">
            <a:alphaModFix/>
          </a:blip>
          <a:srcRect xmlns:a="http://schemas.openxmlformats.org/drawingml/2006/main" l="159" t="0" r="169" b="0"/>
          <a:stretch xmlns:a="http://schemas.openxmlformats.org/drawingml/2006/main"/>
        </p:blipFill>
        <p:spPr>
          <a:xfrm xmlns:a="http://schemas.openxmlformats.org/drawingml/2006/main">
            <a:off x="0" y="9427"/>
            <a:ext cx="9143997" cy="6858000"/>
          </a:xfrm>
          <a:prstGeom xmlns:a="http://schemas.openxmlformats.org/drawingml/2006/main" prst="rect">
            <a:avLst/>
          </a:prstGeom>
          <a:ln xmlns:a="http://schemas.openxmlformats.org/drawingml/2006/main">
            <a:noFill/>
          </a:ln>
        </p:spPr>
      </p:pic>
      <p:sp>
        <p:nvSpPr>
          <p:cNvPr id="13" name="Google Shape;13;p14">
            <a:extLst xmlns:a="http://schemas.openxmlformats.org/drawingml/2006/main">
              <a:ext uri="{FF2B5EF4-FFF2-40B4-BE49-F238E27FC236}">
                <a16:creationId xmlns:a16="http://schemas.microsoft.com/office/drawing/2014/main" id="{C534555D-0BE6-439E-9D43-20F646697BFA}"/>
              </a:ext>
            </a:extLst>
          </p:cNvPr>
          <p:cNvSpPr>
            <a:spLocks xmlns:a="http://schemas.openxmlformats.org/drawingml/2006/main" noGrp="1"/>
          </p:cNvSpPr>
          <p:nvPr>
            <p:ph type="dt" idx="10"/>
          </p:nvPr>
        </p:nvSpPr>
        <p:spPr>
          <a:xfrm xmlns:a="http://schemas.openxmlformats.org/drawingml/2006/main">
            <a:off x="104948" y="6414539"/>
            <a:ext cx="20574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lnSpc>
                <a:spcPct val="100000"/>
              </a:lnSpc>
              <a:spcBef>
                <a:spcPts val="0"/>
              </a:spcBef>
              <a:spcAft>
                <a:spcPts val="0"/>
              </a:spcAft>
              <a:buSzPts val="1400"/>
              <a:buNone/>
              <a:defRPr sz="1200">
                <a:solidFill>
                  <a:srgbClr val="888888"/>
                </a:solidFill>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Tree>
  </p:cSld>
</p:sldLayout>
</file>

<file path=ppt/slideLayouts/slideLayout2.xml><?xml version="1.0" encoding="utf-8"?>
<p:sldLayout xmlns:p="http://schemas.openxmlformats.org/presentationml/2006/main" matchingName="1_Title Slide - Lifestyle">
  <p:cSld name="1_Title Slide - Lifestyle">
    <p:bg>
      <p:bgPr>
        <a:solidFill xmlns:a="http://schemas.openxmlformats.org/drawingml/2006/main">
          <a:schemeClr val="lt1"/>
        </a:solidFill>
      </p:bgPr>
    </p:bg>
    <p:spTree>
      <p:nvGrpSpPr>
        <p:cNvPr id="1" name=""/>
        <p:cNvGrpSpPr/>
        <p:nvPr/>
      </p:nvGrpSpPr>
      <p:grpSpPr>
        <a:xfrm xmlns:a="http://schemas.openxmlformats.org/drawingml/2006/main"/>
      </p:grpSpPr>
      <p:pic>
        <p:nvPicPr>
          <p:cNvPr id="15" name="Google Shape;15;p13">
            <a:extLst xmlns:a="http://schemas.openxmlformats.org/drawingml/2006/main">
              <a:ext uri="{FF2B5EF4-FFF2-40B4-BE49-F238E27FC236}">
                <a16:creationId xmlns:a16="http://schemas.microsoft.com/office/drawing/2014/main" id="{53D45A99-FDB1-426D-9DBB-58A8D1FEC54F}"/>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14722f1354384ff5">
            <a:alphaModFix/>
          </a:blip>
          <a:srcRect xmlns:a="http://schemas.openxmlformats.org/drawingml/2006/main" l="0" t="13495" r="9091" b="0"/>
          <a:stretch xmlns:a="http://schemas.openxmlformats.org/drawingml/2006/main"/>
        </p:blipFill>
        <p:spPr>
          <a:xfrm xmlns:a="http://schemas.openxmlformats.org/drawingml/2006/main">
            <a:off x="0" y="0"/>
            <a:ext cx="9144000" cy="6858000"/>
          </a:xfrm>
          <a:prstGeom xmlns:a="http://schemas.openxmlformats.org/drawingml/2006/main" prst="rect">
            <a:avLst/>
          </a:prstGeom>
          <a:ln xmlns:a="http://schemas.openxmlformats.org/drawingml/2006/main">
            <a:noFill/>
          </a:ln>
        </p:spPr>
      </p:pic>
      <p:pic>
        <p:nvPicPr>
          <p:cNvPr id="16" name="Google Shape;16;p13">
            <a:extLst xmlns:a="http://schemas.openxmlformats.org/drawingml/2006/main">
              <a:ext uri="{FF2B5EF4-FFF2-40B4-BE49-F238E27FC236}">
                <a16:creationId xmlns:a16="http://schemas.microsoft.com/office/drawing/2014/main" id="{6307ABD0-B62C-4D71-AC6F-174AD59C3284}"/>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ea9760121d474cf6">
            <a:alphaModFix/>
          </a:blip>
          <a:srcRect xmlns:a="http://schemas.openxmlformats.org/drawingml/2006/main" l="159" t="0" r="169" b="0"/>
          <a:stretch xmlns:a="http://schemas.openxmlformats.org/drawingml/2006/main"/>
        </p:blipFill>
        <p:spPr>
          <a:xfrm xmlns:a="http://schemas.openxmlformats.org/drawingml/2006/main">
            <a:off x="0" y="0"/>
            <a:ext cx="9143997" cy="6858000"/>
          </a:xfrm>
          <a:prstGeom xmlns:a="http://schemas.openxmlformats.org/drawingml/2006/main" prst="rect">
            <a:avLst/>
          </a:prstGeom>
          <a:ln xmlns:a="http://schemas.openxmlformats.org/drawingml/2006/main">
            <a:noFill/>
          </a:ln>
        </p:spPr>
      </p:pic>
      <p:sp>
        <p:nvSpPr>
          <p:cNvPr id="17" name="Google Shape;17;p13">
            <a:extLst xmlns:a="http://schemas.openxmlformats.org/drawingml/2006/main">
              <a:ext uri="{FF2B5EF4-FFF2-40B4-BE49-F238E27FC236}">
                <a16:creationId xmlns:a16="http://schemas.microsoft.com/office/drawing/2014/main" id="{563D718D-5500-479B-BF78-E451A8DF4F4C}"/>
              </a:ext>
            </a:extLst>
          </p:cNvPr>
          <p:cNvSpPr>
            <a:spLocks xmlns:a="http://schemas.openxmlformats.org/drawingml/2006/main" noGrp="1"/>
          </p:cNvSpPr>
          <p:nvPr>
            <p:ph type="body" idx="1"/>
          </p:nvPr>
        </p:nvSpPr>
        <p:spPr>
          <a:xfrm xmlns:a="http://schemas.openxmlformats.org/drawingml/2006/main">
            <a:off x="711175" y="2660097"/>
            <a:ext cx="7721700" cy="868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L="457200" marR="0" indent="-228600" algn="ctr">
              <a:lnSpc>
                <a:spcPct val="110000"/>
              </a:lnSpc>
              <a:spcBef>
                <a:spcPts val="225"/>
              </a:spcBef>
              <a:spcAft>
                <a:spcPts val="0"/>
              </a:spcAft>
              <a:buClr>
                <a:srgbClr val="FFFFFF"/>
              </a:buClr>
              <a:buSzPts val="3443"/>
              <a:buFont typeface="Arial"/>
              <a:buNone/>
              <a:defRPr sz="4050" b="0" i="0" u="none" strike="noStrike" cap="none">
                <a:solidFill>
                  <a:srgbClr val="FFFFFF"/>
                </a:solidFill>
                <a:latin typeface="Arial"/>
                <a:ea typeface="Arial"/>
                <a:cs typeface="Arial"/>
              </a:defRPr>
            </a:lvl1pPr>
            <a:lvl2pPr marL="914400" marR="0" indent="-228600" algn="l">
              <a:lnSpc>
                <a:spcPct val="110000"/>
              </a:lnSpc>
              <a:spcBef>
                <a:spcPts val="225"/>
              </a:spcBef>
              <a:spcAft>
                <a:spcPts val="0"/>
              </a:spcAft>
              <a:buClr>
                <a:srgbClr val="FFFFFF"/>
              </a:buClr>
              <a:buSzPts val="1339"/>
              <a:buFont typeface="Arial"/>
              <a:buNone/>
              <a:defRPr sz="1575" b="0" i="0" u="none" strike="noStrike" cap="none">
                <a:solidFill>
                  <a:srgbClr val="FFFFFF"/>
                </a:solidFill>
                <a:latin typeface="Libre Franklin"/>
                <a:ea typeface="Libre Franklin"/>
                <a:cs typeface="Libre Franklin"/>
              </a:defRPr>
            </a:lvl2pPr>
            <a:lvl3pPr marL="1371600" marR="0" indent="-228600" algn="l">
              <a:lnSpc>
                <a:spcPct val="110000"/>
              </a:lnSpc>
              <a:spcBef>
                <a:spcPts val="225"/>
              </a:spcBef>
              <a:spcAft>
                <a:spcPts val="0"/>
              </a:spcAft>
              <a:buClr>
                <a:srgbClr val="FFFFFF"/>
              </a:buClr>
              <a:buSzPts val="1148"/>
              <a:buFont typeface="Arial"/>
              <a:buNone/>
              <a:defRPr sz="1350" b="0" i="0" u="none" strike="noStrike" cap="none">
                <a:solidFill>
                  <a:srgbClr val="FFFFFF"/>
                </a:solidFill>
                <a:latin typeface="Libre Franklin"/>
                <a:ea typeface="Libre Franklin"/>
                <a:cs typeface="Libre Franklin"/>
              </a:defRPr>
            </a:lvl3pPr>
            <a:lvl4pPr marL="1828800" marR="0" indent="-228600" algn="l">
              <a:lnSpc>
                <a:spcPct val="110000"/>
              </a:lnSpc>
              <a:spcBef>
                <a:spcPts val="225"/>
              </a:spcBef>
              <a:spcAft>
                <a:spcPts val="0"/>
              </a:spcAft>
              <a:buClr>
                <a:srgbClr val="FFFFFF"/>
              </a:buClr>
              <a:buSzPts val="956"/>
              <a:buFont typeface="Arial"/>
              <a:buNone/>
              <a:defRPr sz="1125" b="0" i="0" u="none" strike="noStrike" cap="none">
                <a:solidFill>
                  <a:srgbClr val="FFFFFF"/>
                </a:solidFill>
                <a:latin typeface="Libre Franklin"/>
                <a:ea typeface="Libre Franklin"/>
                <a:cs typeface="Libre Franklin"/>
              </a:defRPr>
            </a:lvl4pPr>
            <a:lvl5pPr marL="2286000" marR="0" indent="-228600" algn="l">
              <a:lnSpc>
                <a:spcPct val="110000"/>
              </a:lnSpc>
              <a:spcBef>
                <a:spcPts val="225"/>
              </a:spcBef>
              <a:spcAft>
                <a:spcPts val="0"/>
              </a:spcAft>
              <a:buClr>
                <a:srgbClr val="FFFFFF"/>
              </a:buClr>
              <a:buSzPts val="956"/>
              <a:buFont typeface="Arial"/>
              <a:buNone/>
              <a:defRPr sz="1125" b="0" i="0" u="none" strike="noStrike" cap="none">
                <a:solidFill>
                  <a:srgbClr val="FFFFFF"/>
                </a:solidFill>
                <a:latin typeface="Libre Franklin"/>
                <a:ea typeface="Libre Franklin"/>
                <a:cs typeface="Libre Franklin"/>
              </a:defRPr>
            </a:lvl5pPr>
            <a:lvl6pPr marL="2743200" marR="0" indent="-292925" algn="l">
              <a:lnSpc>
                <a:spcPct val="90000"/>
              </a:lnSpc>
              <a:spcBef>
                <a:spcPts val="281"/>
              </a:spcBef>
              <a:spcAft>
                <a:spcPts val="0"/>
              </a:spcAft>
              <a:buClr>
                <a:srgbClr val="FFFFFF"/>
              </a:buClr>
              <a:buSzPts val="1013"/>
              <a:buFont typeface="Arial"/>
              <a:buChar char="•"/>
              <a:defRPr sz="1013" b="0" i="0" u="none" strike="noStrike" cap="none">
                <a:solidFill>
                  <a:srgbClr val="FFFFFF"/>
                </a:solidFill>
                <a:latin typeface="Libre Franklin"/>
                <a:ea typeface="Libre Franklin"/>
                <a:cs typeface="Libre Franklin"/>
              </a:defRPr>
            </a:lvl6pPr>
            <a:lvl7pPr marL="3200400" marR="0" indent="-292925" algn="l">
              <a:lnSpc>
                <a:spcPct val="90000"/>
              </a:lnSpc>
              <a:spcBef>
                <a:spcPts val="281"/>
              </a:spcBef>
              <a:spcAft>
                <a:spcPts val="0"/>
              </a:spcAft>
              <a:buClr>
                <a:srgbClr val="FFFFFF"/>
              </a:buClr>
              <a:buSzPts val="1013"/>
              <a:buFont typeface="Arial"/>
              <a:buChar char="•"/>
              <a:defRPr sz="1013" b="0" i="0" u="none" strike="noStrike" cap="none">
                <a:solidFill>
                  <a:srgbClr val="FFFFFF"/>
                </a:solidFill>
                <a:latin typeface="Libre Franklin"/>
                <a:ea typeface="Libre Franklin"/>
                <a:cs typeface="Libre Franklin"/>
              </a:defRPr>
            </a:lvl7pPr>
            <a:lvl8pPr marL="3657600" marR="0" indent="-292925" algn="l">
              <a:lnSpc>
                <a:spcPct val="90000"/>
              </a:lnSpc>
              <a:spcBef>
                <a:spcPts val="281"/>
              </a:spcBef>
              <a:spcAft>
                <a:spcPts val="0"/>
              </a:spcAft>
              <a:buClr>
                <a:srgbClr val="FFFFFF"/>
              </a:buClr>
              <a:buSzPts val="1013"/>
              <a:buFont typeface="Arial"/>
              <a:buChar char="•"/>
              <a:defRPr sz="1013" b="0" i="0" u="none" strike="noStrike" cap="none">
                <a:solidFill>
                  <a:srgbClr val="FFFFFF"/>
                </a:solidFill>
                <a:latin typeface="Libre Franklin"/>
                <a:ea typeface="Libre Franklin"/>
                <a:cs typeface="Libre Franklin"/>
              </a:defRPr>
            </a:lvl8pPr>
            <a:lvl9pPr marL="4114800" marR="0" indent="-292925" algn="l">
              <a:lnSpc>
                <a:spcPct val="90000"/>
              </a:lnSpc>
              <a:spcBef>
                <a:spcPts val="281"/>
              </a:spcBef>
              <a:spcAft>
                <a:spcPts val="0"/>
              </a:spcAft>
              <a:buClr>
                <a:srgbClr val="FFFFFF"/>
              </a:buClr>
              <a:buSzPts val="1013"/>
              <a:buFont typeface="Arial"/>
              <a:buChar char="•"/>
              <a:defRPr sz="1013" b="0" i="0" u="none" strike="noStrike" cap="none">
                <a:solidFill>
                  <a:srgbClr val="FFFFFF"/>
                </a:solidFill>
                <a:latin typeface="Libre Franklin"/>
                <a:ea typeface="Libre Franklin"/>
                <a:cs typeface="Libre Franklin"/>
              </a:defRPr>
            </a:lvl9pPr>
          </a:lstStyle>
          <a:p xmlns:a="http://schemas.openxmlformats.org/drawingml/2006/main">
            <a:endParaRPr/>
          </a:p>
        </p:txBody>
      </p:sp>
      <p:sp>
        <p:nvSpPr>
          <p:cNvPr id="18" name="Google Shape;18;p13">
            <a:extLst xmlns:a="http://schemas.openxmlformats.org/drawingml/2006/main">
              <a:ext uri="{FF2B5EF4-FFF2-40B4-BE49-F238E27FC236}">
                <a16:creationId xmlns:a16="http://schemas.microsoft.com/office/drawing/2014/main" id="{1F967B58-207E-4CAF-9987-7B403E079CCE}"/>
              </a:ext>
            </a:extLst>
          </p:cNvPr>
          <p:cNvSpPr>
            <a:spLocks xmlns:a="http://schemas.openxmlformats.org/drawingml/2006/main" noGrp="1"/>
          </p:cNvSpPr>
          <p:nvPr>
            <p:ph type="sldNum" idx="12"/>
          </p:nvPr>
        </p:nvSpPr>
        <p:spPr>
          <a:xfrm xmlns:a="http://schemas.openxmlformats.org/drawingml/2006/main">
            <a:off x="5934248" y="6414539"/>
            <a:ext cx="20574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1pPr>
            <a:lvl2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2pPr>
            <a:lvl3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3pPr>
            <a:lvl4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4pPr>
            <a:lvl5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5pPr>
            <a:lvl6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6pPr>
            <a:lvl7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7pPr>
            <a:lvl8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8pPr>
            <a:lvl9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9pPr>
          </a:lstStyle>
          <a:p xmlns:a="http://schemas.openxmlformats.org/drawingml/2006/main">
            <a:pPr marL="0" lvl="0" indent="0" algn="r">
              <a:spcBef>
                <a:spcPts val="0"/>
              </a:spcBef>
              <a:spcAft>
                <a:spcPts val="0"/>
              </a:spcAft>
              <a:buNone/>
            </a:pPr>
            <a:fld id="{00000000-1234-1234-1234-123412341234}" type="slidenum">
              <a:t>‹#›</a:t>
            </a:fld>
            <a:endParaRPr/>
          </a:p>
        </p:txBody>
      </p:sp>
      <p:sp>
        <p:nvSpPr>
          <p:cNvPr id="19" name="Google Shape;19;p13">
            <a:extLst xmlns:a="http://schemas.openxmlformats.org/drawingml/2006/main">
              <a:ext uri="{FF2B5EF4-FFF2-40B4-BE49-F238E27FC236}">
                <a16:creationId xmlns:a16="http://schemas.microsoft.com/office/drawing/2014/main" id="{96E36342-DEC2-4516-8412-06DDB1DDDC3F}"/>
              </a:ext>
            </a:extLst>
          </p:cNvPr>
          <p:cNvSpPr>
            <a:spLocks xmlns:a="http://schemas.openxmlformats.org/drawingml/2006/main" noGrp="1"/>
          </p:cNvSpPr>
          <p:nvPr>
            <p:ph type="sldNum" idx="2"/>
          </p:nvPr>
        </p:nvSpPr>
        <p:spPr>
          <a:xfrm xmlns:a="http://schemas.openxmlformats.org/drawingml/2006/main">
            <a:off x="163259" y="6379209"/>
            <a:ext cx="548700" cy="525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lvl1pPr algn="l">
              <a:buNone/>
              <a:defRPr sz="1100" b="1">
                <a:solidFill>
                  <a:schemeClr val="dk1"/>
                </a:solidFill>
              </a:defRPr>
            </a:lvl1pPr>
            <a:lvl2pPr algn="l">
              <a:buNone/>
              <a:defRPr sz="1100" b="1">
                <a:solidFill>
                  <a:schemeClr val="dk1"/>
                </a:solidFill>
              </a:defRPr>
            </a:lvl2pPr>
            <a:lvl3pPr algn="l">
              <a:buNone/>
              <a:defRPr sz="1100" b="1">
                <a:solidFill>
                  <a:schemeClr val="dk1"/>
                </a:solidFill>
              </a:defRPr>
            </a:lvl3pPr>
            <a:lvl4pPr algn="l">
              <a:buNone/>
              <a:defRPr sz="1100" b="1">
                <a:solidFill>
                  <a:schemeClr val="dk1"/>
                </a:solidFill>
              </a:defRPr>
            </a:lvl4pPr>
            <a:lvl5pPr algn="l">
              <a:buNone/>
              <a:defRPr sz="1100" b="1">
                <a:solidFill>
                  <a:schemeClr val="dk1"/>
                </a:solidFill>
              </a:defRPr>
            </a:lvl5pPr>
            <a:lvl6pPr algn="l">
              <a:buNone/>
              <a:defRPr sz="1100" b="1">
                <a:solidFill>
                  <a:schemeClr val="dk1"/>
                </a:solidFill>
              </a:defRPr>
            </a:lvl6pPr>
            <a:lvl7pPr algn="l">
              <a:buNone/>
              <a:defRPr sz="1100" b="1">
                <a:solidFill>
                  <a:schemeClr val="dk1"/>
                </a:solidFill>
              </a:defRPr>
            </a:lvl7pPr>
            <a:lvl8pPr algn="l">
              <a:buNone/>
              <a:defRPr sz="1100" b="1">
                <a:solidFill>
                  <a:schemeClr val="dk1"/>
                </a:solidFill>
              </a:defRPr>
            </a:lvl8pPr>
            <a:lvl9pPr algn="l">
              <a:buNone/>
              <a:defRPr sz="1100" b="1">
                <a:solidFill>
                  <a:schemeClr val="dk1"/>
                </a:solidFill>
              </a:defRPr>
            </a:lvl9pPr>
          </a:lstStyle>
          <a:p xmlns:a="http://schemas.openxmlformats.org/drawingml/2006/main">
            <a:pPr marL="0" lvl="0" indent="0" algn="l">
              <a:spcBef>
                <a:spcPts val="0"/>
              </a:spcBef>
              <a:spcAft>
                <a:spcPts val="0"/>
              </a:spcAft>
              <a:buNone/>
            </a:pPr>
            <a:fld id="{00000000-1234-1234-1234-123412341234}" type="slidenum">
              <a:t>‹#›</a:t>
            </a:fld>
            <a:endParaRPr/>
          </a:p>
        </p:txBody>
      </p:sp>
    </p:spTree>
  </p:cSld>
</p:sldLayout>
</file>

<file path=ppt/slideLayouts/slideLayout3.xml><?xml version="1.0" encoding="utf-8"?>
<p:sldLayout xmlns:p="http://schemas.openxmlformats.org/presentationml/2006/main" matchingName="Title Slide - Light">
  <p:cSld name="Title Slide - Light">
    <p:bg>
      <p:bgPr>
        <a:blipFill xmlns:a="http://schemas.openxmlformats.org/drawingml/2006/main">
          <a:blip xmlns:r="http://schemas.openxmlformats.org/officeDocument/2006/relationships" r:embed="Rccde23de2666420b">
            <a:alphaModFix/>
          </a:blip>
          <a:stretch>
            <a:fillRect l="0" t="0" r="0" b="0"/>
          </a:stretch>
        </a:blipFill>
      </p:bgPr>
    </p:bg>
    <p:spTree>
      <p:nvGrpSpPr>
        <p:cNvPr id="1" name=""/>
        <p:cNvGrpSpPr/>
        <p:nvPr/>
      </p:nvGrpSpPr>
      <p:grpSpPr>
        <a:xfrm xmlns:a="http://schemas.openxmlformats.org/drawingml/2006/main"/>
      </p:grpSpPr>
      <p:cxnSp>
        <p:nvCxnSpPr>
          <p:cNvPr id="21" name="Google Shape;21;p18">
            <a:extLst xmlns:a="http://schemas.openxmlformats.org/drawingml/2006/main">
              <a:ext uri="{FF2B5EF4-FFF2-40B4-BE49-F238E27FC236}">
                <a16:creationId xmlns:a16="http://schemas.microsoft.com/office/drawing/2014/main" id="{74791A5E-3E8B-4C09-B818-DBB70D3FA231}"/>
              </a:ext>
            </a:extLst>
          </p:cNvPr>
          <p:cNvCxnSpPr/>
          <p:nvPr/>
        </p:nvCxnSpPr>
        <p:spPr>
          <a:xfrm xmlns:a="http://schemas.openxmlformats.org/drawingml/2006/main">
            <a:off x="676064" y="2229763"/>
            <a:ext cx="7713961" cy="0"/>
          </a:xfrm>
          <a:prstGeom xmlns:a="http://schemas.openxmlformats.org/drawingml/2006/main" prst="straightConnector1">
            <a:avLst/>
          </a:prstGeom>
          <a:ln xmlns:a="http://schemas.openxmlformats.org/drawingml/2006/main" w="9525" cap="flat">
            <a:solidFill>
              <a:srgbClr val="9D7C2F"/>
            </a:solidFill>
            <a:prstDash val="solid"/>
            <a:miter/>
            <a:headEnd type="none" w="sm" len="sm"/>
            <a:tailEnd type="none" w="sm" len="sm"/>
          </a:ln>
        </p:spPr>
      </p:cxnSp>
      <p:sp>
        <p:nvSpPr>
          <p:cNvPr id="22" name="Google Shape;22;p18">
            <a:extLst xmlns:a="http://schemas.openxmlformats.org/drawingml/2006/main">
              <a:ext uri="{FF2B5EF4-FFF2-40B4-BE49-F238E27FC236}">
                <a16:creationId xmlns:a16="http://schemas.microsoft.com/office/drawing/2014/main" id="{7129C11B-35BB-45DF-B0B0-ED8240199D70}"/>
              </a:ext>
            </a:extLst>
          </p:cNvPr>
          <p:cNvSpPr>
            <a:spLocks xmlns:a="http://schemas.openxmlformats.org/drawingml/2006/main" noGrp="1"/>
          </p:cNvSpPr>
          <p:nvPr>
            <p:ph type="body" idx="1"/>
          </p:nvPr>
        </p:nvSpPr>
        <p:spPr>
          <a:xfrm xmlns:a="http://schemas.openxmlformats.org/drawingml/2006/main">
            <a:off x="600437" y="1553047"/>
            <a:ext cx="7713961" cy="68396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L="457200" marR="0" indent="-228600" algn="l">
              <a:lnSpc>
                <a:spcPct val="110000"/>
              </a:lnSpc>
              <a:spcBef>
                <a:spcPts val="225"/>
              </a:spcBef>
              <a:spcAft>
                <a:spcPts val="0"/>
              </a:spcAft>
              <a:buClr>
                <a:schemeClr val="accent1"/>
              </a:buClr>
              <a:buSzPts val="2550"/>
              <a:buFont typeface="Arial"/>
              <a:buNone/>
              <a:defRPr sz="3000" b="0" i="0" u="none" strike="noStrike" cap="none">
                <a:solidFill>
                  <a:schemeClr val="lt1"/>
                </a:solidFill>
                <a:latin typeface="Arial"/>
                <a:ea typeface="Arial"/>
                <a:cs typeface="Arial"/>
              </a:defRPr>
            </a:lvl1pPr>
            <a:lvl2pPr marL="914400" marR="0" indent="-228600" algn="l">
              <a:lnSpc>
                <a:spcPct val="110000"/>
              </a:lnSpc>
              <a:spcBef>
                <a:spcPts val="225"/>
              </a:spcBef>
              <a:spcAft>
                <a:spcPts val="0"/>
              </a:spcAft>
              <a:buClr>
                <a:schemeClr val="accent1"/>
              </a:buClr>
              <a:buSzPts val="1339"/>
              <a:buFont typeface="Arial"/>
              <a:buNone/>
              <a:defRPr sz="1575" b="0" i="0" u="none" strike="noStrike" cap="none">
                <a:solidFill>
                  <a:srgbClr val="3F3F3F"/>
                </a:solidFill>
                <a:latin typeface="Libre Franklin"/>
                <a:ea typeface="Libre Franklin"/>
                <a:cs typeface="Libre Franklin"/>
              </a:defRPr>
            </a:lvl2pPr>
            <a:lvl3pPr marL="1371600" marR="0" indent="-228600" algn="l">
              <a:lnSpc>
                <a:spcPct val="110000"/>
              </a:lnSpc>
              <a:spcBef>
                <a:spcPts val="225"/>
              </a:spcBef>
              <a:spcAft>
                <a:spcPts val="0"/>
              </a:spcAft>
              <a:buClr>
                <a:schemeClr val="accent1"/>
              </a:buClr>
              <a:buSzPts val="1148"/>
              <a:buFont typeface="Arial"/>
              <a:buNone/>
              <a:defRPr sz="1350" b="0" i="0" u="none" strike="noStrike" cap="none">
                <a:solidFill>
                  <a:srgbClr val="3F3F3F"/>
                </a:solidFill>
                <a:latin typeface="Libre Franklin"/>
                <a:ea typeface="Libre Franklin"/>
                <a:cs typeface="Libre Franklin"/>
              </a:defRPr>
            </a:lvl3pPr>
            <a:lvl4pPr marL="1828800" marR="0" indent="-228600" algn="l">
              <a:lnSpc>
                <a:spcPct val="110000"/>
              </a:lnSpc>
              <a:spcBef>
                <a:spcPts val="225"/>
              </a:spcBef>
              <a:spcAft>
                <a:spcPts val="0"/>
              </a:spcAft>
              <a:buClr>
                <a:schemeClr val="accent1"/>
              </a:buClr>
              <a:buSzPts val="956"/>
              <a:buFont typeface="Arial"/>
              <a:buNone/>
              <a:defRPr sz="1125" b="0" i="0" u="none" strike="noStrike" cap="none">
                <a:solidFill>
                  <a:srgbClr val="3F3F3F"/>
                </a:solidFill>
                <a:latin typeface="Libre Franklin"/>
                <a:ea typeface="Libre Franklin"/>
                <a:cs typeface="Libre Franklin"/>
              </a:defRPr>
            </a:lvl4pPr>
            <a:lvl5pPr marL="2286000" marR="0" indent="-228600" algn="l">
              <a:lnSpc>
                <a:spcPct val="110000"/>
              </a:lnSpc>
              <a:spcBef>
                <a:spcPts val="225"/>
              </a:spcBef>
              <a:spcAft>
                <a:spcPts val="0"/>
              </a:spcAft>
              <a:buClr>
                <a:schemeClr val="accent1"/>
              </a:buClr>
              <a:buSzPts val="956"/>
              <a:buFont typeface="Arial"/>
              <a:buNone/>
              <a:defRPr sz="1125" b="0" i="0" u="none" strike="noStrike" cap="none">
                <a:solidFill>
                  <a:srgbClr val="3F3F3F"/>
                </a:solidFill>
                <a:latin typeface="Libre Franklin"/>
                <a:ea typeface="Libre Franklin"/>
                <a:cs typeface="Libre Franklin"/>
              </a:defRPr>
            </a:lvl5pPr>
            <a:lvl6pPr marL="27432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6pPr>
            <a:lvl7pPr marL="32004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7pPr>
            <a:lvl8pPr marL="36576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8pPr>
            <a:lvl9pPr marL="41148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9pPr>
          </a:lstStyle>
          <a:p xmlns:a="http://schemas.openxmlformats.org/drawingml/2006/main">
            <a:endParaRPr/>
          </a:p>
        </p:txBody>
      </p:sp>
      <p:sp>
        <p:nvSpPr>
          <p:cNvPr id="23" name="Google Shape;23;p18">
            <a:extLst xmlns:a="http://schemas.openxmlformats.org/drawingml/2006/main">
              <a:ext uri="{FF2B5EF4-FFF2-40B4-BE49-F238E27FC236}">
                <a16:creationId xmlns:a16="http://schemas.microsoft.com/office/drawing/2014/main" id="{A48C26F2-D76D-4483-AE24-E5B0A2D93169}"/>
              </a:ext>
            </a:extLst>
          </p:cNvPr>
          <p:cNvSpPr>
            <a:spLocks xmlns:a="http://schemas.openxmlformats.org/drawingml/2006/main" noGrp="1"/>
          </p:cNvSpPr>
          <p:nvPr>
            <p:ph type="body" idx="2"/>
          </p:nvPr>
        </p:nvSpPr>
        <p:spPr>
          <a:xfrm xmlns:a="http://schemas.openxmlformats.org/drawingml/2006/main">
            <a:off x="711201" y="2459516"/>
            <a:ext cx="5995988" cy="1925601"/>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L="457200" marR="0" indent="-293370" algn="l">
              <a:lnSpc>
                <a:spcPct val="110000"/>
              </a:lnSpc>
              <a:spcBef>
                <a:spcPts val="225"/>
              </a:spcBef>
              <a:spcAft>
                <a:spcPts val="0"/>
              </a:spcAft>
              <a:buClr>
                <a:srgbClr val="9D7C2F"/>
              </a:buClr>
              <a:buSzPts val="1020"/>
              <a:buFont typeface="Arial"/>
              <a:buChar char="•"/>
              <a:defRPr sz="1200" b="0" i="0" u="none" strike="noStrike" cap="none">
                <a:solidFill>
                  <a:schemeClr val="lt1"/>
                </a:solidFill>
                <a:latin typeface="Arial"/>
                <a:ea typeface="Arial"/>
                <a:cs typeface="Arial"/>
              </a:defRPr>
            </a:lvl1pPr>
            <a:lvl2pPr marL="914400" marR="0" indent="-293369" algn="l">
              <a:lnSpc>
                <a:spcPct val="110000"/>
              </a:lnSpc>
              <a:spcBef>
                <a:spcPts val="225"/>
              </a:spcBef>
              <a:spcAft>
                <a:spcPts val="0"/>
              </a:spcAft>
              <a:buClr>
                <a:srgbClr val="9D7C2F"/>
              </a:buClr>
              <a:buSzPts val="1020"/>
              <a:buFont typeface="Arial"/>
              <a:buChar char="•"/>
              <a:defRPr sz="1200" b="0" i="0" u="none" strike="noStrike" cap="none">
                <a:solidFill>
                  <a:schemeClr val="lt1"/>
                </a:solidFill>
                <a:latin typeface="Arial"/>
                <a:ea typeface="Arial"/>
                <a:cs typeface="Arial"/>
              </a:defRPr>
            </a:lvl2pPr>
            <a:lvl3pPr marL="1371600" marR="0" indent="-277177" algn="l">
              <a:lnSpc>
                <a:spcPct val="110000"/>
              </a:lnSpc>
              <a:spcBef>
                <a:spcPts val="225"/>
              </a:spcBef>
              <a:spcAft>
                <a:spcPts val="0"/>
              </a:spcAft>
              <a:buClr>
                <a:srgbClr val="9D7C2F"/>
              </a:buClr>
              <a:buSzPts val="765"/>
              <a:buFont typeface="Arial"/>
              <a:buChar char="•"/>
              <a:defRPr sz="900" b="0" i="0" u="none" strike="noStrike" cap="none">
                <a:solidFill>
                  <a:schemeClr val="lt1"/>
                </a:solidFill>
                <a:latin typeface="Arial"/>
                <a:ea typeface="Arial"/>
                <a:cs typeface="Arial"/>
              </a:defRPr>
            </a:lvl3pPr>
            <a:lvl4pPr marL="1828800" marR="0" indent="-273113" algn="l">
              <a:lnSpc>
                <a:spcPct val="110000"/>
              </a:lnSpc>
              <a:spcBef>
                <a:spcPts val="225"/>
              </a:spcBef>
              <a:spcAft>
                <a:spcPts val="0"/>
              </a:spcAft>
              <a:buClr>
                <a:srgbClr val="9D7C2F"/>
              </a:buClr>
              <a:buSzPts val="701"/>
              <a:buFont typeface="Arial"/>
              <a:buChar char="•"/>
              <a:defRPr sz="825" b="0" i="0" u="none" strike="noStrike" cap="none">
                <a:solidFill>
                  <a:schemeClr val="lt1"/>
                </a:solidFill>
                <a:latin typeface="Arial"/>
                <a:ea typeface="Arial"/>
                <a:cs typeface="Arial"/>
              </a:defRPr>
            </a:lvl4pPr>
            <a:lvl5pPr marL="2286000" marR="0" indent="-273113" algn="l">
              <a:lnSpc>
                <a:spcPct val="110000"/>
              </a:lnSpc>
              <a:spcBef>
                <a:spcPts val="225"/>
              </a:spcBef>
              <a:spcAft>
                <a:spcPts val="0"/>
              </a:spcAft>
              <a:buClr>
                <a:srgbClr val="9D7C2F"/>
              </a:buClr>
              <a:buSzPts val="701"/>
              <a:buFont typeface="Arial"/>
              <a:buChar char="•"/>
              <a:defRPr sz="825" b="0" i="0" u="none" strike="noStrike" cap="none">
                <a:solidFill>
                  <a:schemeClr val="lt1"/>
                </a:solidFill>
                <a:latin typeface="Arial"/>
                <a:ea typeface="Arial"/>
                <a:cs typeface="Arial"/>
              </a:defRPr>
            </a:lvl5pPr>
            <a:lvl6pPr marL="27432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6pPr>
            <a:lvl7pPr marL="32004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7pPr>
            <a:lvl8pPr marL="36576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8pPr>
            <a:lvl9pPr marL="41148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9pPr>
          </a:lstStyle>
          <a:p xmlns:a="http://schemas.openxmlformats.org/drawingml/2006/main">
            <a:endParaRPr/>
          </a:p>
        </p:txBody>
      </p:sp>
      <p:sp>
        <p:nvSpPr>
          <p:cNvPr id="24" name="Google Shape;24;p18">
            <a:extLst xmlns:a="http://schemas.openxmlformats.org/drawingml/2006/main">
              <a:ext uri="{FF2B5EF4-FFF2-40B4-BE49-F238E27FC236}">
                <a16:creationId xmlns:a16="http://schemas.microsoft.com/office/drawing/2014/main" id="{ADDBBC79-D57B-4D27-AA97-809BD180B626}"/>
              </a:ext>
            </a:extLst>
          </p:cNvPr>
          <p:cNvSpPr>
            <a:spLocks xmlns:a="http://schemas.openxmlformats.org/drawingml/2006/main" noGrp="1"/>
          </p:cNvSpPr>
          <p:nvPr>
            <p:ph type="sldNum" idx="12"/>
          </p:nvPr>
        </p:nvSpPr>
        <p:spPr>
          <a:xfrm xmlns:a="http://schemas.openxmlformats.org/drawingml/2006/main">
            <a:off x="163259" y="6379209"/>
            <a:ext cx="548700" cy="525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lvl1pPr algn="l">
              <a:buNone/>
              <a:defRPr sz="1100" b="1">
                <a:solidFill>
                  <a:schemeClr val="dk1"/>
                </a:solidFill>
              </a:defRPr>
            </a:lvl1pPr>
            <a:lvl2pPr algn="l">
              <a:buNone/>
              <a:defRPr sz="1100" b="1">
                <a:solidFill>
                  <a:schemeClr val="dk1"/>
                </a:solidFill>
              </a:defRPr>
            </a:lvl2pPr>
            <a:lvl3pPr algn="l">
              <a:buNone/>
              <a:defRPr sz="1100" b="1">
                <a:solidFill>
                  <a:schemeClr val="dk1"/>
                </a:solidFill>
              </a:defRPr>
            </a:lvl3pPr>
            <a:lvl4pPr algn="l">
              <a:buNone/>
              <a:defRPr sz="1100" b="1">
                <a:solidFill>
                  <a:schemeClr val="dk1"/>
                </a:solidFill>
              </a:defRPr>
            </a:lvl4pPr>
            <a:lvl5pPr algn="l">
              <a:buNone/>
              <a:defRPr sz="1100" b="1">
                <a:solidFill>
                  <a:schemeClr val="dk1"/>
                </a:solidFill>
              </a:defRPr>
            </a:lvl5pPr>
            <a:lvl6pPr algn="l">
              <a:buNone/>
              <a:defRPr sz="1100" b="1">
                <a:solidFill>
                  <a:schemeClr val="dk1"/>
                </a:solidFill>
              </a:defRPr>
            </a:lvl6pPr>
            <a:lvl7pPr algn="l">
              <a:buNone/>
              <a:defRPr sz="1100" b="1">
                <a:solidFill>
                  <a:schemeClr val="dk1"/>
                </a:solidFill>
              </a:defRPr>
            </a:lvl7pPr>
            <a:lvl8pPr algn="l">
              <a:buNone/>
              <a:defRPr sz="1100" b="1">
                <a:solidFill>
                  <a:schemeClr val="dk1"/>
                </a:solidFill>
              </a:defRPr>
            </a:lvl8pPr>
            <a:lvl9pPr algn="l">
              <a:buNone/>
              <a:defRPr sz="1100" b="1">
                <a:solidFill>
                  <a:schemeClr val="dk1"/>
                </a:solidFill>
              </a:defRPr>
            </a:lvl9pPr>
          </a:lstStyle>
          <a:p xmlns:a="http://schemas.openxmlformats.org/drawingml/2006/main">
            <a:pPr marL="0" lvl="0" indent="0" algn="l">
              <a:spcBef>
                <a:spcPts val="0"/>
              </a:spcBef>
              <a:spcAft>
                <a:spcPts val="0"/>
              </a:spcAft>
              <a:buNone/>
            </a:pPr>
            <a:fld id="{00000000-1234-1234-1234-123412341234}" type="slidenum">
              <a:t>‹#›</a:t>
            </a:fld>
            <a:endParaRPr/>
          </a:p>
        </p:txBody>
      </p:sp>
    </p:spTree>
  </p:cSld>
</p:sldLayout>
</file>

<file path=ppt/slideLayouts/slideLayout4.xml><?xml version="1.0" encoding="utf-8"?>
<p:sldLayout xmlns:p="http://schemas.openxmlformats.org/presentationml/2006/main" matchingName="8_Title Slide - Light">
  <p:cSld name="8_Title Slide - Light">
    <p:bg>
      <p:bgPr>
        <a:blipFill xmlns:a="http://schemas.openxmlformats.org/drawingml/2006/main">
          <a:blip xmlns:r="http://schemas.openxmlformats.org/officeDocument/2006/relationships" r:embed="R92961b587b194794">
            <a:alphaModFix/>
          </a:blip>
          <a:stretch>
            <a:fillRect l="0" t="0" r="0" b="0"/>
          </a:stretch>
        </a:blipFill>
      </p:bgPr>
    </p:bg>
    <p:spTree>
      <p:nvGrpSpPr>
        <p:cNvPr id="1" name=""/>
        <p:cNvGrpSpPr/>
        <p:nvPr/>
      </p:nvGrpSpPr>
      <p:grpSpPr>
        <a:xfrm xmlns:a="http://schemas.openxmlformats.org/drawingml/2006/main"/>
      </p:grpSpPr>
      <p:sp>
        <p:nvSpPr>
          <p:cNvPr id="62" name="Google Shape;62;p24">
            <a:extLst xmlns:a="http://schemas.openxmlformats.org/drawingml/2006/main">
              <a:ext uri="{FF2B5EF4-FFF2-40B4-BE49-F238E27FC236}">
                <a16:creationId xmlns:a16="http://schemas.microsoft.com/office/drawing/2014/main" id="{F686CD9C-EE87-4E4C-87CD-096DE578C56E}"/>
              </a:ext>
            </a:extLst>
          </p:cNvPr>
          <p:cNvSpPr>
            <a:spLocks xmlns:a="http://schemas.openxmlformats.org/drawingml/2006/main" noGrp="1"/>
          </p:cNvSpPr>
          <p:nvPr>
            <p:ph type="sldNum" idx="12"/>
          </p:nvPr>
        </p:nvSpPr>
        <p:spPr>
          <a:xfrm xmlns:a="http://schemas.openxmlformats.org/drawingml/2006/main">
            <a:off x="163259" y="6379209"/>
            <a:ext cx="548700" cy="525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lvl1pPr algn="l">
              <a:buNone/>
              <a:defRPr sz="1100" b="1">
                <a:solidFill>
                  <a:schemeClr val="dk1"/>
                </a:solidFill>
              </a:defRPr>
            </a:lvl1pPr>
            <a:lvl2pPr algn="l">
              <a:buNone/>
              <a:defRPr sz="1100" b="1">
                <a:solidFill>
                  <a:schemeClr val="dk1"/>
                </a:solidFill>
              </a:defRPr>
            </a:lvl2pPr>
            <a:lvl3pPr algn="l">
              <a:buNone/>
              <a:defRPr sz="1100" b="1">
                <a:solidFill>
                  <a:schemeClr val="dk1"/>
                </a:solidFill>
              </a:defRPr>
            </a:lvl3pPr>
            <a:lvl4pPr algn="l">
              <a:buNone/>
              <a:defRPr sz="1100" b="1">
                <a:solidFill>
                  <a:schemeClr val="dk1"/>
                </a:solidFill>
              </a:defRPr>
            </a:lvl4pPr>
            <a:lvl5pPr algn="l">
              <a:buNone/>
              <a:defRPr sz="1100" b="1">
                <a:solidFill>
                  <a:schemeClr val="dk1"/>
                </a:solidFill>
              </a:defRPr>
            </a:lvl5pPr>
            <a:lvl6pPr algn="l">
              <a:buNone/>
              <a:defRPr sz="1100" b="1">
                <a:solidFill>
                  <a:schemeClr val="dk1"/>
                </a:solidFill>
              </a:defRPr>
            </a:lvl6pPr>
            <a:lvl7pPr algn="l">
              <a:buNone/>
              <a:defRPr sz="1100" b="1">
                <a:solidFill>
                  <a:schemeClr val="dk1"/>
                </a:solidFill>
              </a:defRPr>
            </a:lvl7pPr>
            <a:lvl8pPr algn="l">
              <a:buNone/>
              <a:defRPr sz="1100" b="1">
                <a:solidFill>
                  <a:schemeClr val="dk1"/>
                </a:solidFill>
              </a:defRPr>
            </a:lvl8pPr>
            <a:lvl9pPr algn="l">
              <a:buNone/>
              <a:defRPr sz="1100" b="1">
                <a:solidFill>
                  <a:schemeClr val="dk1"/>
                </a:solidFill>
              </a:defRPr>
            </a:lvl9pPr>
          </a:lstStyle>
          <a:p xmlns:a="http://schemas.openxmlformats.org/drawingml/2006/main">
            <a:pPr marL="0" lvl="0" indent="0" algn="l">
              <a:spcBef>
                <a:spcPts val="0"/>
              </a:spcBef>
              <a:spcAft>
                <a:spcPts val="0"/>
              </a:spcAft>
              <a:buNone/>
            </a:pPr>
            <a:fld id="{00000000-1234-1234-1234-123412341234}" type="slidenum">
              <a:t>‹#›</a:t>
            </a:fld>
            <a:endParaRPr/>
          </a:p>
        </p:txBody>
      </p:sp>
    </p:spTree>
  </p:cSld>
</p:sldLayout>
</file>

<file path=ppt/slideLayouts/slideLayout5.xml><?xml version="1.0" encoding="utf-8"?>
<p:sldLayout xmlns:p="http://schemas.openxmlformats.org/presentationml/2006/main" matchingName="9_Title Slide - Light">
  <p:cSld name="9_Title Slide - Light">
    <p:bg>
      <p:bgPr>
        <a:blipFill xmlns:a="http://schemas.openxmlformats.org/drawingml/2006/main">
          <a:blip xmlns:r="http://schemas.openxmlformats.org/officeDocument/2006/relationships" r:embed="R28162c10bc2840a2">
            <a:alphaModFix/>
          </a:blip>
          <a:stretch>
            <a:fillRect l="0" t="0" r="0" b="0"/>
          </a:stretch>
        </a:blipFill>
      </p:bgPr>
    </p:bg>
    <p:spTree>
      <p:nvGrpSpPr>
        <p:cNvPr id="1" name=""/>
        <p:cNvGrpSpPr/>
        <p:nvPr/>
      </p:nvGrpSpPr>
      <p:grpSpPr>
        <a:xfrm xmlns:a="http://schemas.openxmlformats.org/drawingml/2006/main"/>
      </p:grpSpPr>
      <p:sp>
        <p:nvSpPr>
          <p:cNvPr id="64" name="Google Shape;64;p25">
            <a:extLst xmlns:a="http://schemas.openxmlformats.org/drawingml/2006/main">
              <a:ext uri="{FF2B5EF4-FFF2-40B4-BE49-F238E27FC236}">
                <a16:creationId xmlns:a16="http://schemas.microsoft.com/office/drawing/2014/main" id="{05B34F6B-D3D8-489F-94DA-594A28D31DBA}"/>
              </a:ext>
            </a:extLst>
          </p:cNvPr>
          <p:cNvSpPr>
            <a:spLocks xmlns:a="http://schemas.openxmlformats.org/drawingml/2006/main" noGrp="1"/>
          </p:cNvSpPr>
          <p:nvPr>
            <p:ph type="dt" idx="10"/>
          </p:nvPr>
        </p:nvSpPr>
        <p:spPr>
          <a:xfrm xmlns:a="http://schemas.openxmlformats.org/drawingml/2006/main">
            <a:off x="104948" y="6414539"/>
            <a:ext cx="20574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lnSpc>
                <a:spcPct val="100000"/>
              </a:lnSpc>
              <a:spcBef>
                <a:spcPts val="0"/>
              </a:spcBef>
              <a:spcAft>
                <a:spcPts val="0"/>
              </a:spcAft>
              <a:buSzPts val="1400"/>
              <a:buNone/>
              <a:defRPr sz="1200">
                <a:solidFill>
                  <a:srgbClr val="888888"/>
                </a:solidFill>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672f7a8650f4a8a" /><Relationship Type="http://schemas.openxmlformats.org/officeDocument/2006/relationships/slideLayout" Target="/ppt/slideLayouts/slideLayout1.xml" Id="R9b3f26b4108440e4" /><Relationship Type="http://schemas.openxmlformats.org/officeDocument/2006/relationships/slideLayout" Target="/ppt/slideLayouts/slideLayout2.xml" Id="R217fa8e0d4d6454b" /><Relationship Type="http://schemas.openxmlformats.org/officeDocument/2006/relationships/slideLayout" Target="/ppt/slideLayouts/slideLayout3.xml" Id="Rb5117dd4bfc347ce" /><Relationship Type="http://schemas.openxmlformats.org/officeDocument/2006/relationships/slideLayout" Target="/ppt/slideLayouts/slideLayout4.xml" Id="R45db141282be46ff" /><Relationship Type="http://schemas.openxmlformats.org/officeDocument/2006/relationships/slideLayout" Target="/ppt/slideLayouts/slideLayout5.xml" Id="R55ba73ee301b4c28" /></Relationships>
</file>

<file path=ppt/slideMasters/slideMaster1.xml><?xml version="1.0" encoding="utf-8"?>
<p:sldMaster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9b3f26b4108440e4"/>
    <p:sldLayoutId xmlns:r="http://schemas.openxmlformats.org/officeDocument/2006/relationships" id="2147483650" r:id="R217fa8e0d4d6454b"/>
    <p:sldLayoutId xmlns:r="http://schemas.openxmlformats.org/officeDocument/2006/relationships" id="2147483651" r:id="Rb5117dd4bfc347ce"/>
    <p:sldLayoutId xmlns:r="http://schemas.openxmlformats.org/officeDocument/2006/relationships" id="2147483652" r:id="R45db141282be46ff"/>
    <p:sldLayoutId xmlns:r="http://schemas.openxmlformats.org/officeDocument/2006/relationships" id="2147483653" r:id="R55ba73ee301b4c28"/>
  </p:sldLayoutIdLst>
  <p:hf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TKG PPT Theme">
  <a:themeElements>
    <a:clrScheme name="Vista Outdoor Theme">
      <a:dk1>
        <a:srgbClr val="000000"/>
      </a:dk1>
      <a:lt1>
        <a:srgbClr val="FFFFFF"/>
      </a:lt1>
      <a:dk2>
        <a:srgbClr val="28628E"/>
      </a:dk2>
      <a:lt2>
        <a:srgbClr val="D7D2CB"/>
      </a:lt2>
      <a:accent1>
        <a:srgbClr val="28628E"/>
      </a:accent1>
      <a:accent2>
        <a:srgbClr val="FE5442"/>
      </a:accent2>
      <a:accent3>
        <a:srgbClr val="F79B2E"/>
      </a:accent3>
      <a:accent4>
        <a:srgbClr val="6C6864"/>
      </a:accent4>
      <a:accent5>
        <a:srgbClr val="D7D2CB"/>
      </a:accent5>
      <a:accent6>
        <a:srgbClr val="999900"/>
      </a:accent6>
      <a:hlink>
        <a:srgbClr val="48A1FA"/>
      </a:hlink>
      <a:folHlink>
        <a:srgbClr val="C490A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ista Outdoor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2.xml" Id="R6e9c6c81a7de4cf8" /><Relationship Type="http://schemas.openxmlformats.org/officeDocument/2006/relationships/notesSlide" Target="/ppt/notesSlides/notesSlide1.xml" Id="R5a8eacffc433425b" /></Relationships>
</file>

<file path=ppt/slides/_rels/slide2.xml.rels>&#65279;<?xml version="1.0" encoding="utf-8"?><Relationships xmlns="http://schemas.openxmlformats.org/package/2006/relationships"><Relationship Type="http://schemas.openxmlformats.org/officeDocument/2006/relationships/slideLayout" Target="/ppt/slideLayouts/slideLayout3.xml" Id="Rd877581e4c034f94" /><Relationship Type="http://schemas.openxmlformats.org/officeDocument/2006/relationships/notesSlide" Target="/ppt/notesSlides/notesSlide2.xml" Id="R5dffd677106e48a9" /></Relationships>
</file>

<file path=ppt/slides/_rels/slide3.xml.rels>&#65279;<?xml version="1.0" encoding="utf-8"?><Relationships xmlns="http://schemas.openxmlformats.org/package/2006/relationships"><Relationship Type="http://schemas.openxmlformats.org/officeDocument/2006/relationships/slideLayout" Target="/ppt/slideLayouts/slideLayout3.xml" Id="Re28f6ea344be44a2" /><Relationship Type="http://schemas.openxmlformats.org/officeDocument/2006/relationships/notesSlide" Target="/ppt/notesSlides/notesSlide3.xml" Id="Rb4dae32fa56542ed" /></Relationships>
</file>

<file path=ppt/slides/_rels/slide4.xml.rels>&#65279;<?xml version="1.0" encoding="utf-8"?><Relationships xmlns="http://schemas.openxmlformats.org/package/2006/relationships"><Relationship Type="http://schemas.openxmlformats.org/officeDocument/2006/relationships/slideLayout" Target="/ppt/slideLayouts/slideLayout3.xml" Id="Rd0f603a94a904713" /><Relationship Type="http://schemas.openxmlformats.org/officeDocument/2006/relationships/notesSlide" Target="/ppt/notesSlides/notesSlide4.xml" Id="Rab36daff6919402b" /></Relationships>
</file>

<file path=ppt/slides/_rels/slide5.xml.rels>&#65279;<?xml version="1.0" encoding="utf-8"?><Relationships xmlns="http://schemas.openxmlformats.org/package/2006/relationships"><Relationship Type="http://schemas.openxmlformats.org/officeDocument/2006/relationships/slideLayout" Target="/ppt/slideLayouts/slideLayout3.xml" Id="R01914f536da64d4a" /><Relationship Type="http://schemas.openxmlformats.org/officeDocument/2006/relationships/notesSlide" Target="/ppt/notesSlides/notesSlide5.xml" Id="R498bfaa9f458433a" /></Relationships>
</file>

<file path=ppt/slides/_rels/slide7.xml.rels>&#65279;<?xml version="1.0" encoding="utf-8"?><Relationships xmlns="http://schemas.openxmlformats.org/package/2006/relationships"><Relationship Type="http://schemas.openxmlformats.org/officeDocument/2006/relationships/slideLayout" Target="/ppt/slideLayouts/slideLayout3.xml" Id="R4a95a16fad0640d1" /><Relationship Type="http://schemas.openxmlformats.org/officeDocument/2006/relationships/notesSlide" Target="/ppt/notesSlides/notesSlide7.xml" Id="R97ac1cf9a69d415d" /></Relationships>
</file>

<file path=ppt/slides/_rels/slide8.xml.rels>&#65279;<?xml version="1.0" encoding="utf-8"?><Relationships xmlns="http://schemas.openxmlformats.org/package/2006/relationships"><Relationship Type="http://schemas.openxmlformats.org/officeDocument/2006/relationships/slideLayout" Target="/ppt/slideLayouts/slideLayout3.xml" Id="R50981b3b42654ba2" /><Relationship Type="http://schemas.openxmlformats.org/officeDocument/2006/relationships/notesSlide" Target="/ppt/notesSlides/notesSlide8.xml" Id="Rb5b5d441666b4873" /></Relationships>
</file>

<file path=ppt/slides/_rels/slide9.xml.rels>&#65279;<?xml version="1.0" encoding="utf-8"?><Relationships xmlns="http://schemas.openxmlformats.org/package/2006/relationships"><Relationship Type="http://schemas.openxmlformats.org/officeDocument/2006/relationships/slideLayout" Target="/ppt/slideLayouts/slideLayout3.xml" Id="R34cd4113cdda432d" /><Relationship Type="http://schemas.openxmlformats.org/officeDocument/2006/relationships/notesSlide" Target="/ppt/notesSlides/notesSlide9.xml" Id="R2285f89b2423428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3.xml" Id="Ra62c8ff510254b06" /><Relationship Type="http://schemas.openxmlformats.org/officeDocument/2006/relationships/notesSlide" Target="/ppt/notesSlides/notesSlide10.xml" Id="Rfcc3dc1449c2461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3.xml" Id="R69ab10e59f114665" /><Relationship Type="http://schemas.openxmlformats.org/officeDocument/2006/relationships/notesSlide" Target="/ppt/notesSlides/notesSlide11.xml" Id="Rb866788f261047d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3.xml" Id="R01738765467f435c" /><Relationship Type="http://schemas.openxmlformats.org/officeDocument/2006/relationships/notesSlide" Target="/ppt/notesSlides/notesSlide12.xml" Id="R1eeb66df5d16432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3.xml" Id="R99db6633c69f4094" /><Relationship Type="http://schemas.openxmlformats.org/officeDocument/2006/relationships/notesSlide" Target="/ppt/notesSlides/notesSlide13.xml" Id="R2700f5191756442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3.xml" Id="R54ff07268e71451e" /><Relationship Type="http://schemas.openxmlformats.org/officeDocument/2006/relationships/notesSlide" Target="/ppt/notesSlides/notesSlide14.xml" Id="R5fe295c4096048cb" /></Relationships>
</file>

<file path=ppt/slides/_rels/slide15.xml.rels><?xml version='1.0' encoding='utf-8'?>
<Relationships xmlns="http://schemas.openxmlformats.org/package/2006/relationships"><Relationship Type="http://schemas.openxmlformats.org/officeDocument/2006/relationships/slideLayout" Target="/ppt/slideLayouts/slideLayout3.xml" Id="R492e379e96b747ae" /><Relationship Type="http://schemas.openxmlformats.org/officeDocument/2006/relationships/image" Target="/ppt/media/image.png" Id="R8fedd732672d4a84" /><Relationship Type="http://schemas.openxmlformats.org/officeDocument/2006/relationships/notesSlide" Target="/ppt/notesSlides/notesSlide15.xml" Id="R26d8f013f3f249d9" /><Relationship Id="rIdOriginalFlowWeb" Type="http://schemas.openxmlformats.org/officeDocument/2006/relationships/hyperlink" Target="https://4founders.dev/demo/ai-in-action/" TargetMode="External" /></Relationships>
</file>

<file path=ppt/slides/_rels/slide16.xml.rels><?xml version='1.0' encoding='utf-8'?>
<Relationships xmlns="http://schemas.openxmlformats.org/package/2006/relationships"><Relationship Type="http://schemas.openxmlformats.org/officeDocument/2006/relationships/slideLayout" Target="/ppt/slideLayouts/slideLayout3.xml" Id="R492e379e96b747ae" /><Relationship Type="http://schemas.openxmlformats.org/officeDocument/2006/relationships/image" Target="/ppt/media/4founders-home-qr.png" Id="R8fedd732672d4a84" /><Relationship Type="http://schemas.openxmlformats.org/officeDocument/2006/relationships/notesSlide" Target="/ppt/notesSlides/notesSlide16.xml" Id="R26d8f013f3f249d9" /><Relationship Id="rIdOriginalFlowWeb" Type="http://schemas.openxmlformats.org/officeDocument/2006/relationships/hyperlink" Target="https://4founders.dev/" TargetMode="External" /></Relationships>
</file>

<file path=ppt/slides/_rels/slide17.xml.rels>&#65279;<?xml version="1.0" encoding="utf-8"?><Relationships xmlns="http://schemas.openxmlformats.org/package/2006/relationships"><Relationship Type="http://schemas.openxmlformats.org/officeDocument/2006/relationships/slideLayout" Target="/ppt/slideLayouts/slideLayout3.xml" Id="R8621e9f4cbd54e1d" /><Relationship Type="http://schemas.openxmlformats.org/officeDocument/2006/relationships/notesSlide" Target="/ppt/notesSlides/notesSlide17.xml" Id="R23233773fc144cd7" /></Relationships>
</file>

<file path=ppt/slides/_rels/slide18.xml.rels><?xml version='1.0' encoding='utf-8'?>
<Relationships xmlns="http://schemas.openxmlformats.org/package/2006/relationships"><Relationship Type="http://schemas.openxmlformats.org/officeDocument/2006/relationships/slideLayout" Target="/ppt/slideLayouts/slideLayout3.xml" Id="Rd0f603a94a904713" /><Relationship Type="http://schemas.openxmlformats.org/officeDocument/2006/relationships/notesSlide" Target="/ppt/notesSlides/notesSlide18.xml" Id="Rab36daff6919402b" /><Relationship Id="rIdCSGBrand" Type="http://schemas.openxmlformats.org/officeDocument/2006/relationships/image" Target="../media/csg_ammo_brand.png" /></Relationships>
</file>

<file path=ppt/slides/slide1.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5" name="">
            <a:extLst>
              <a:ext uri="{FF2B5EF4-FFF2-40B4-BE49-F238E27FC236}">
                <ns2:creationId id="{FDE87B26-18C7-45F5-93FF-53ED48BFE142}"/>
              </a:ext>
            </a:extLst>
          </p:cNvPr>
          <p:cNvSpPr>
            <a:spLocks noGrp="1"/>
          </p:cNvSpPr>
          <p:nvPr/>
        </p:nvSpPr>
        <p:spPr>
          <a:xfrm>
            <a:off x="904875" y="2247900"/>
            <a:ext cx="7334250" cy="1362075"/>
          </a:xfrm>
          <a:prstGeom prst="rect">
            <a:avLst/>
          </a:prstGeom>
          <a:noFill/>
          <a:ln w="0">
            <a:noFill/>
            <a:prstDash val="solid"/>
          </a:ln>
        </p:spPr>
        <p:txBody>
          <a:bodyPr lIns="0" tIns="0" rIns="0" bIns="0"/>
          <a:lstStyle>
            <a:defPPr algn="ctr">
              <a:defRPr sz="4125" b="0" i="0">
                <a:solidFill>
                  <a:srgbClr val="FFFFFF"/>
                </a:solidFill>
              </a:defRPr>
            </a:defPPr>
            <a:lvl1pPr algn="ctr">
              <a:buNone/>
              <a:defRPr sz="4125" b="0" i="0">
                <a:solidFill>
                  <a:srgbClr val="FFFFFF"/>
                </a:solidFill>
              </a:defRPr>
            </a:lvl1pPr>
            <a:lvl2pPr algn="ctr">
              <a:buNone/>
              <a:defRPr sz="4125" b="0" i="0">
                <a:solidFill>
                  <a:srgbClr val="FFFFFF"/>
                </a:solidFill>
              </a:defRPr>
            </a:lvl2pPr>
            <a:lvl3pPr algn="ctr">
              <a:buNone/>
              <a:defRPr sz="4125" b="0" i="0">
                <a:solidFill>
                  <a:srgbClr val="FFFFFF"/>
                </a:solidFill>
              </a:defRPr>
            </a:lvl3pPr>
            <a:lvl4pPr algn="ctr">
              <a:buNone/>
              <a:defRPr sz="4125" b="0" i="0">
                <a:solidFill>
                  <a:srgbClr val="FFFFFF"/>
                </a:solidFill>
              </a:defRPr>
            </a:lvl4pPr>
            <a:lvl5pPr algn="ctr">
              <a:buNone/>
              <a:defRPr sz="4125" b="0" i="0">
                <a:solidFill>
                  <a:srgbClr val="FFFFFF"/>
                </a:solidFill>
              </a:defRPr>
            </a:lvl5pPr>
            <a:lvl6pPr algn="ctr">
              <a:buNone/>
              <a:defRPr sz="4125" b="0" i="0">
                <a:solidFill>
                  <a:srgbClr val="FFFFFF"/>
                </a:solidFill>
              </a:defRPr>
            </a:lvl6pPr>
            <a:lvl7pPr algn="ctr">
              <a:buNone/>
              <a:defRPr sz="4125" b="0" i="0">
                <a:solidFill>
                  <a:srgbClr val="FFFFFF"/>
                </a:solidFill>
              </a:defRPr>
            </a:lvl7pPr>
            <a:lvl8pPr algn="ctr">
              <a:buNone/>
              <a:defRPr sz="4125" b="0" i="0">
                <a:solidFill>
                  <a:srgbClr val="FFFFFF"/>
                </a:solidFill>
              </a:defRPr>
            </a:lvl8pPr>
            <a:lvl9pPr algn="ctr">
              <a:buNone/>
              <a:defRPr sz="4125" b="0" i="0">
                <a:solidFill>
                  <a:srgbClr val="FFFFFF"/>
                </a:solidFill>
              </a:defRPr>
            </a:lvl9pPr>
          </a:lstStyle>
          <a:p>
            <a:pPr algn="ctr">
              <a:buNone/>
              <a:defRPr sz="4125" b="0" i="0">
                <a:solidFill>
                  <a:srgbClr val="FFFFFF"/>
                </a:solidFill>
              </a:defRPr>
            </a:pPr>
            <a:r>
              <a:rPr sz="4125" b="0" i="0">
                <a:solidFill>
                  <a:srgbClr val="FFFFFF"/>
                </a:solidFill>
              </a:rPr>
              <a:t>Engineering at</a:t>
            </a:r>
          </a:p>
          <a:p>
            <a:pPr algn="ctr">
              <a:buNone/>
              <a:defRPr sz="4125" b="0" i="0">
                <a:solidFill>
                  <a:srgbClr val="FFFFFF"/>
                </a:solidFill>
              </a:defRPr>
            </a:pPr>
            <a:r>
              <a:rPr sz="4125" b="0" i="0">
                <a:solidFill>
                  <a:srgbClr val="FFFFFF"/>
                </a:solidFill>
              </a:rPr>
              <a:t>The Kinetic Group</a:t>
            </a:r>
          </a:p>
        </p:txBody>
      </p:sp>
      <p:sp>
        <p:nvSpPr>
          <p:cNvPr id="2" name="">
            <a:extLst>
              <a:ext uri="{FF2B5EF4-FFF2-40B4-BE49-F238E27FC236}">
                <ns2:creationId id="{4ABA60F8-29B6-4B9A-85ED-6AC64EC1527C}"/>
              </a:ext>
            </a:extLst>
          </p:cNvPr>
          <p:cNvSpPr>
            <a:spLocks noGrp="1"/>
          </p:cNvSpPr>
          <p:nvPr/>
        </p:nvSpPr>
        <p:spPr>
          <a:xfrm>
            <a:off x="952500" y="4286250"/>
            <a:ext cx="7239000" cy="495300"/>
          </a:xfrm>
          <a:prstGeom prst="rect">
            <a:avLst/>
          </a:prstGeom>
          <a:noFill/>
          <a:ln w="0">
            <a:noFill/>
            <a:prstDash val="solid"/>
          </a:ln>
        </p:spPr>
        <p:txBody>
          <a:bodyPr lIns="0" tIns="0" rIns="0" bIns="0"/>
          <a:lstStyle>
            <a:defPPr algn="ctr">
              <a:defRPr sz="2250" b="0" i="0">
                <a:solidFill>
                  <a:srgbClr val="FFFFFF"/>
                </a:solidFill>
              </a:defRPr>
            </a:defPPr>
            <a:lvl1pPr algn="ctr">
              <a:buNone/>
              <a:defRPr sz="2250" b="0" i="0">
                <a:solidFill>
                  <a:srgbClr val="FFFFFF"/>
                </a:solidFill>
              </a:defRPr>
            </a:lvl1pPr>
            <a:lvl2pPr algn="ctr">
              <a:buNone/>
              <a:defRPr sz="2250" b="0" i="0">
                <a:solidFill>
                  <a:srgbClr val="FFFFFF"/>
                </a:solidFill>
              </a:defRPr>
            </a:lvl2pPr>
            <a:lvl3pPr algn="ctr">
              <a:buNone/>
              <a:defRPr sz="2250" b="0" i="0">
                <a:solidFill>
                  <a:srgbClr val="FFFFFF"/>
                </a:solidFill>
              </a:defRPr>
            </a:lvl3pPr>
            <a:lvl4pPr algn="ctr">
              <a:buNone/>
              <a:defRPr sz="2250" b="0" i="0">
                <a:solidFill>
                  <a:srgbClr val="FFFFFF"/>
                </a:solidFill>
              </a:defRPr>
            </a:lvl4pPr>
            <a:lvl5pPr algn="ctr">
              <a:buNone/>
              <a:defRPr sz="2250" b="0" i="0">
                <a:solidFill>
                  <a:srgbClr val="FFFFFF"/>
                </a:solidFill>
              </a:defRPr>
            </a:lvl5pPr>
            <a:lvl6pPr algn="ctr">
              <a:buNone/>
              <a:defRPr sz="2250" b="0" i="0">
                <a:solidFill>
                  <a:srgbClr val="FFFFFF"/>
                </a:solidFill>
              </a:defRPr>
            </a:lvl6pPr>
            <a:lvl7pPr algn="ctr">
              <a:buNone/>
              <a:defRPr sz="2250" b="0" i="0">
                <a:solidFill>
                  <a:srgbClr val="FFFFFF"/>
                </a:solidFill>
              </a:defRPr>
            </a:lvl7pPr>
            <a:lvl8pPr algn="ctr">
              <a:buNone/>
              <a:defRPr sz="2250" b="0" i="0">
                <a:solidFill>
                  <a:srgbClr val="FFFFFF"/>
                </a:solidFill>
              </a:defRPr>
            </a:lvl8pPr>
            <a:lvl9pPr algn="ctr">
              <a:buNone/>
              <a:defRPr sz="2250" b="0" i="0">
                <a:solidFill>
                  <a:srgbClr val="FFFFFF"/>
                </a:solidFill>
              </a:defRPr>
            </a:lvl9pPr>
          </a:lstStyle>
          <a:p>
            <a:pPr algn="ctr">
              <a:buNone/>
              <a:defRPr sz="2250" b="0" i="0">
                <a:solidFill>
                  <a:srgbClr val="FFFFFF"/>
                </a:solidFill>
              </a:defRPr>
            </a:pPr>
            <a:r>
              <a:rPr sz="2250" b="0" i="0">
                <a:solidFill>
                  <a:srgbClr val="FFFFFF"/>
                </a:solidFill>
              </a:rPr>
              <a:t>Brad Daugherty  •  Wesley Siharath</a:t>
            </a:r>
          </a:p>
        </p:txBody>
      </p:sp>
      <p:sp>
        <p:nvSpPr>
          <p:cNvPr id="3" name="">
            <a:extLst>
              <a:ext uri="{FF2B5EF4-FFF2-40B4-BE49-F238E27FC236}">
                <ns2:creationId id="{7B96AC22-F9C7-4365-8E03-CDD4D7110DBE}"/>
              </a:ext>
            </a:extLst>
          </p:cNvPr>
          <p:cNvSpPr>
            <a:spLocks noGrp="1"/>
          </p:cNvSpPr>
          <p:nvPr/>
        </p:nvSpPr>
        <p:spPr>
          <a:xfrm>
            <a:off x="1238250" y="5019675"/>
            <a:ext cx="6667500" cy="400050"/>
          </a:xfrm>
          <a:prstGeom prst="rect">
            <a:avLst/>
          </a:prstGeom>
          <a:noFill/>
          <a:ln w="0">
            <a:noFill/>
            <a:prstDash val="solid"/>
          </a:ln>
        </p:spPr>
        <p:txBody>
          <a:bodyPr lIns="0" tIns="0" rIns="0" bIns="0"/>
          <a:lstStyle>
            <a:defPPr algn="ctr">
              <a:defRPr sz="1650" b="0" i="0">
                <a:solidFill>
                  <a:srgbClr val="D5D8DA"/>
                </a:solidFill>
              </a:defRPr>
            </a:defPPr>
            <a:lvl1pPr algn="ctr">
              <a:buNone/>
              <a:defRPr sz="1650" b="0" i="0">
                <a:solidFill>
                  <a:srgbClr val="D5D8DA"/>
                </a:solidFill>
              </a:defRPr>
            </a:lvl1pPr>
            <a:lvl2pPr algn="ctr">
              <a:buNone/>
              <a:defRPr sz="1650" b="0" i="0">
                <a:solidFill>
                  <a:srgbClr val="D5D8DA"/>
                </a:solidFill>
              </a:defRPr>
            </a:lvl2pPr>
            <a:lvl3pPr algn="ctr">
              <a:buNone/>
              <a:defRPr sz="1650" b="0" i="0">
                <a:solidFill>
                  <a:srgbClr val="D5D8DA"/>
                </a:solidFill>
              </a:defRPr>
            </a:lvl3pPr>
            <a:lvl4pPr algn="ctr">
              <a:buNone/>
              <a:defRPr sz="1650" b="0" i="0">
                <a:solidFill>
                  <a:srgbClr val="D5D8DA"/>
                </a:solidFill>
              </a:defRPr>
            </a:lvl4pPr>
            <a:lvl5pPr algn="ctr">
              <a:buNone/>
              <a:defRPr sz="1650" b="0" i="0">
                <a:solidFill>
                  <a:srgbClr val="D5D8DA"/>
                </a:solidFill>
              </a:defRPr>
            </a:lvl5pPr>
            <a:lvl6pPr algn="ctr">
              <a:buNone/>
              <a:defRPr sz="1650" b="0" i="0">
                <a:solidFill>
                  <a:srgbClr val="D5D8DA"/>
                </a:solidFill>
              </a:defRPr>
            </a:lvl6pPr>
            <a:lvl7pPr algn="ctr">
              <a:buNone/>
              <a:defRPr sz="1650" b="0" i="0">
                <a:solidFill>
                  <a:srgbClr val="D5D8DA"/>
                </a:solidFill>
              </a:defRPr>
            </a:lvl7pPr>
            <a:lvl8pPr algn="ctr">
              <a:buNone/>
              <a:defRPr sz="1650" b="0" i="0">
                <a:solidFill>
                  <a:srgbClr val="D5D8DA"/>
                </a:solidFill>
              </a:defRPr>
            </a:lvl8pPr>
            <a:lvl9pPr algn="ctr">
              <a:buNone/>
              <a:defRPr sz="1650" b="0" i="0">
                <a:solidFill>
                  <a:srgbClr val="D5D8DA"/>
                </a:solidFill>
              </a:defRPr>
            </a:lvl9pPr>
          </a:lstStyle>
          <a:p>
            <a:pPr algn="ctr">
              <a:buNone/>
              <a:defRPr sz="1650" b="0" i="0">
                <a:solidFill>
                  <a:srgbClr val="D5D8DA"/>
                </a:solidFill>
              </a:defRPr>
            </a:pPr>
            <a:r>
              <a:rPr sz="1650" b="0" i="0">
                <a:solidFill>
                  <a:srgbClr val="D5D8DA"/>
                </a:solidFill>
              </a:rPr>
              <a:t>Go 4th Fridays  ·  October 23, 2026</a:t>
            </a:r>
          </a:p>
        </p:txBody>
      </p:sp>
      <p:sp>
        <p:nvSpPr>
          <p:cNvPr id="4" name="">
            <a:extLst>
              <a:ext uri="{FF2B5EF4-FFF2-40B4-BE49-F238E27FC236}">
                <ns2:creationId id="{1675AF90-ACB1-4495-A523-4F205D0DBC90}"/>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a:t>
            </a:r>
          </a:p>
        </p:txBody>
      </p:sp>
    </p:spTree>
    <p:extLst>
      <p:ext uri="{BB962C8B-B14F-4D97-AF65-F5344CB8AC3E}">
        <ns3:creationId val="667113381"/>
      </p:ext>
    </p:extLst>
  </p:cSld>
</p:sld>
</file>

<file path=ppt/slides/slide2.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10" name="">
            <a:extLst>
              <a:ext uri="{FF2B5EF4-FFF2-40B4-BE49-F238E27FC236}">
                <ns2:creationId id="{0AC693DC-ADB3-44BD-B760-D12C9945D0C8}"/>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Writing the next rules</a:t>
            </a:r>
          </a:p>
        </p:txBody>
      </p:sp>
      <p:sp>
        <p:nvSpPr>
          <p:cNvPr id="2" name="">
            <a:extLst>
              <a:ext uri="{FF2B5EF4-FFF2-40B4-BE49-F238E27FC236}">
                <ns2:creationId id="{12D3E71C-AF76-4283-BA53-B68DB0444A6C}"/>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3</a:t>
            </a:r>
          </a:p>
        </p:txBody>
      </p:sp>
      <p:sp>
        <p:nvSpPr>
          <p:cNvPr id="3" name="">
            <a:extLst>
              <a:ext uri="{FF2B5EF4-FFF2-40B4-BE49-F238E27FC236}">
                <ns2:creationId id="{49832774-3187-4D2C-A6F6-52F25DFA0796}"/>
              </a:ext>
            </a:extLst>
          </p:cNvPr>
          <p:cNvSpPr>
            <a:spLocks noGrp="1"/>
          </p:cNvSpPr>
          <p:nvPr/>
        </p:nvSpPr>
        <p:spPr>
          <a:xfrm>
            <a:off x="723900" y="2781300"/>
            <a:ext cx="2476500" cy="742950"/>
          </a:xfrm>
          <a:prstGeom prst="rect">
            <a:avLst/>
          </a:prstGeom>
          <a:noFill/>
          <a:ln w="0">
            <a:noFill/>
            <a:prstDash val="solid"/>
          </a:ln>
        </p:spPr>
        <p:txBody>
          <a:bodyPr lIns="0" tIns="0" rIns="0" bIns="0"/>
          <a:lstStyle>
            <a:defPPr algn="l">
              <a:defRPr sz="4200" b="1" i="0">
                <a:solidFill>
                  <a:srgbClr val="BEA06A"/>
                </a:solidFill>
              </a:defRPr>
            </a:defPPr>
            <a:lvl1pPr algn="l">
              <a:buNone/>
              <a:defRPr sz="4200" b="1" i="0">
                <a:solidFill>
                  <a:srgbClr val="BEA06A"/>
                </a:solidFill>
              </a:defRPr>
            </a:lvl1pPr>
            <a:lvl2pPr algn="l">
              <a:buNone/>
              <a:defRPr sz="4200" b="1" i="0">
                <a:solidFill>
                  <a:srgbClr val="BEA06A"/>
                </a:solidFill>
              </a:defRPr>
            </a:lvl2pPr>
            <a:lvl3pPr algn="l">
              <a:buNone/>
              <a:defRPr sz="4200" b="1" i="0">
                <a:solidFill>
                  <a:srgbClr val="BEA06A"/>
                </a:solidFill>
              </a:defRPr>
            </a:lvl3pPr>
            <a:lvl4pPr algn="l">
              <a:buNone/>
              <a:defRPr sz="4200" b="1" i="0">
                <a:solidFill>
                  <a:srgbClr val="BEA06A"/>
                </a:solidFill>
              </a:defRPr>
            </a:lvl4pPr>
            <a:lvl5pPr algn="l">
              <a:buNone/>
              <a:defRPr sz="4200" b="1" i="0">
                <a:solidFill>
                  <a:srgbClr val="BEA06A"/>
                </a:solidFill>
              </a:defRPr>
            </a:lvl5pPr>
            <a:lvl6pPr algn="l">
              <a:buNone/>
              <a:defRPr sz="4200" b="1" i="0">
                <a:solidFill>
                  <a:srgbClr val="BEA06A"/>
                </a:solidFill>
              </a:defRPr>
            </a:lvl6pPr>
            <a:lvl7pPr algn="l">
              <a:buNone/>
              <a:defRPr sz="4200" b="1" i="0">
                <a:solidFill>
                  <a:srgbClr val="BEA06A"/>
                </a:solidFill>
              </a:defRPr>
            </a:lvl7pPr>
            <a:lvl8pPr algn="l">
              <a:buNone/>
              <a:defRPr sz="4200" b="1" i="0">
                <a:solidFill>
                  <a:srgbClr val="BEA06A"/>
                </a:solidFill>
              </a:defRPr>
            </a:lvl8pPr>
            <a:lvl9pPr algn="l">
              <a:buNone/>
              <a:defRPr sz="4200" b="1" i="0">
                <a:solidFill>
                  <a:srgbClr val="BEA06A"/>
                </a:solidFill>
              </a:defRPr>
            </a:lvl9pPr>
          </a:lstStyle>
          <a:p>
            <a:pPr algn="l">
              <a:buNone/>
              <a:defRPr sz="4200" b="1" i="0">
                <a:solidFill>
                  <a:srgbClr val="BEA06A"/>
                </a:solidFill>
              </a:defRPr>
            </a:pPr>
            <a:r>
              <a:rPr sz="4200" b="1" i="0">
                <a:solidFill>
                  <a:srgbClr val="BEA06A"/>
                </a:solidFill>
              </a:rPr>
              <a:t>1816</a:t>
            </a:r>
          </a:p>
        </p:txBody>
      </p:sp>
      <p:sp>
        <p:nvSpPr>
          <p:cNvPr id="4" name="">
            <a:extLst>
              <a:ext uri="{FF2B5EF4-FFF2-40B4-BE49-F238E27FC236}">
                <ns2:creationId id="{421BD8B3-06FE-4F59-B92D-DF17072E027D}"/>
              </a:ext>
            </a:extLst>
          </p:cNvPr>
          <p:cNvSpPr>
            <a:spLocks noGrp="1"/>
          </p:cNvSpPr>
          <p:nvPr/>
        </p:nvSpPr>
        <p:spPr>
          <a:xfrm>
            <a:off x="723900" y="3600450"/>
            <a:ext cx="2571750" cy="447675"/>
          </a:xfrm>
          <a:prstGeom prst="rect">
            <a:avLst/>
          </a:prstGeom>
          <a:noFill/>
          <a:ln w="0">
            <a:noFill/>
            <a:prstDash val="solid"/>
          </a:ln>
        </p:spPr>
        <p:txBody>
          <a:bodyPr lIns="0" tIns="0" rIns="0" bIns="0"/>
          <a:lstStyle>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875" b="0" i="0">
                <a:solidFill>
                  <a:srgbClr val="FFFFFF"/>
                </a:solidFill>
              </a:defRPr>
            </a:pPr>
            <a:r>
              <a:rPr sz="1875" b="0" i="0">
                <a:solidFill>
                  <a:srgbClr val="FFFFFF"/>
                </a:solidFill>
              </a:rPr>
              <a:t>Remington</a:t>
            </a:r>
          </a:p>
        </p:txBody>
      </p:sp>
      <p:sp>
        <p:nvSpPr>
          <p:cNvPr id="5" name="">
            <a:extLst>
              <a:ext uri="{FF2B5EF4-FFF2-40B4-BE49-F238E27FC236}">
                <ns2:creationId id="{764AA312-8600-4239-839A-62BFEBAC26C2}"/>
              </a:ext>
            </a:extLst>
          </p:cNvPr>
          <p:cNvSpPr>
            <a:spLocks noGrp="1"/>
          </p:cNvSpPr>
          <p:nvPr/>
        </p:nvSpPr>
        <p:spPr>
          <a:xfrm>
            <a:off x="3429000" y="2781300"/>
            <a:ext cx="2476500" cy="742950"/>
          </a:xfrm>
          <a:prstGeom prst="rect">
            <a:avLst/>
          </a:prstGeom>
          <a:noFill/>
          <a:ln w="0">
            <a:noFill/>
            <a:prstDash val="solid"/>
          </a:ln>
        </p:spPr>
        <p:txBody>
          <a:bodyPr lIns="0" tIns="0" rIns="0" bIns="0"/>
          <a:lstStyle>
            <a:defPPr algn="l">
              <a:defRPr sz="4200" b="1" i="0">
                <a:solidFill>
                  <a:srgbClr val="BEA06A"/>
                </a:solidFill>
              </a:defRPr>
            </a:defPPr>
            <a:lvl1pPr algn="l">
              <a:buNone/>
              <a:defRPr sz="4200" b="1" i="0">
                <a:solidFill>
                  <a:srgbClr val="BEA06A"/>
                </a:solidFill>
              </a:defRPr>
            </a:lvl1pPr>
            <a:lvl2pPr algn="l">
              <a:buNone/>
              <a:defRPr sz="4200" b="1" i="0">
                <a:solidFill>
                  <a:srgbClr val="BEA06A"/>
                </a:solidFill>
              </a:defRPr>
            </a:lvl2pPr>
            <a:lvl3pPr algn="l">
              <a:buNone/>
              <a:defRPr sz="4200" b="1" i="0">
                <a:solidFill>
                  <a:srgbClr val="BEA06A"/>
                </a:solidFill>
              </a:defRPr>
            </a:lvl3pPr>
            <a:lvl4pPr algn="l">
              <a:buNone/>
              <a:defRPr sz="4200" b="1" i="0">
                <a:solidFill>
                  <a:srgbClr val="BEA06A"/>
                </a:solidFill>
              </a:defRPr>
            </a:lvl4pPr>
            <a:lvl5pPr algn="l">
              <a:buNone/>
              <a:defRPr sz="4200" b="1" i="0">
                <a:solidFill>
                  <a:srgbClr val="BEA06A"/>
                </a:solidFill>
              </a:defRPr>
            </a:lvl5pPr>
            <a:lvl6pPr algn="l">
              <a:buNone/>
              <a:defRPr sz="4200" b="1" i="0">
                <a:solidFill>
                  <a:srgbClr val="BEA06A"/>
                </a:solidFill>
              </a:defRPr>
            </a:lvl6pPr>
            <a:lvl7pPr algn="l">
              <a:buNone/>
              <a:defRPr sz="4200" b="1" i="0">
                <a:solidFill>
                  <a:srgbClr val="BEA06A"/>
                </a:solidFill>
              </a:defRPr>
            </a:lvl7pPr>
            <a:lvl8pPr algn="l">
              <a:buNone/>
              <a:defRPr sz="4200" b="1" i="0">
                <a:solidFill>
                  <a:srgbClr val="BEA06A"/>
                </a:solidFill>
              </a:defRPr>
            </a:lvl8pPr>
            <a:lvl9pPr algn="l">
              <a:buNone/>
              <a:defRPr sz="4200" b="1" i="0">
                <a:solidFill>
                  <a:srgbClr val="BEA06A"/>
                </a:solidFill>
              </a:defRPr>
            </a:lvl9pPr>
          </a:lstStyle>
          <a:p>
            <a:pPr algn="l">
              <a:buNone/>
              <a:defRPr sz="4200" b="1" i="0">
                <a:solidFill>
                  <a:srgbClr val="BEA06A"/>
                </a:solidFill>
              </a:defRPr>
            </a:pPr>
            <a:r>
              <a:rPr sz="4200" b="1" i="0">
                <a:solidFill>
                  <a:srgbClr val="BEA06A"/>
                </a:solidFill>
              </a:rPr>
              <a:t>1969</a:t>
            </a:r>
          </a:p>
        </p:txBody>
      </p:sp>
      <p:sp>
        <p:nvSpPr>
          <p:cNvPr id="6" name="">
            <a:extLst>
              <a:ext uri="{FF2B5EF4-FFF2-40B4-BE49-F238E27FC236}">
                <ns2:creationId id="{20E15801-E743-4600-BC18-DB830F99A579}"/>
              </a:ext>
            </a:extLst>
          </p:cNvPr>
          <p:cNvSpPr>
            <a:spLocks noGrp="1"/>
          </p:cNvSpPr>
          <p:nvPr/>
        </p:nvSpPr>
        <p:spPr>
          <a:xfrm>
            <a:off x="3429000" y="3600450"/>
            <a:ext cx="2571750" cy="447675"/>
          </a:xfrm>
          <a:prstGeom prst="rect">
            <a:avLst/>
          </a:prstGeom>
          <a:noFill/>
          <a:ln w="0">
            <a:noFill/>
            <a:prstDash val="solid"/>
          </a:ln>
        </p:spPr>
        <p:txBody>
          <a:bodyPr lIns="0" tIns="0" rIns="0" bIns="0"/>
          <a:lstStyle>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875" b="0" i="0">
                <a:solidFill>
                  <a:srgbClr val="FFFFFF"/>
                </a:solidFill>
              </a:defRPr>
            </a:pPr>
            <a:r>
              <a:rPr sz="1875" b="0" i="0">
                <a:solidFill>
                  <a:srgbClr val="FFFFFF"/>
                </a:solidFill>
              </a:rPr>
              <a:t>Lonoke, Arkansas</a:t>
            </a:r>
          </a:p>
        </p:txBody>
      </p:sp>
      <p:sp>
        <p:nvSpPr>
          <p:cNvPr id="7" name="">
            <a:extLst>
              <a:ext uri="{FF2B5EF4-FFF2-40B4-BE49-F238E27FC236}">
                <ns2:creationId id="{D177DCFC-C46C-479B-87AD-CF5C7CAB4F2F}"/>
              </a:ext>
            </a:extLst>
          </p:cNvPr>
          <p:cNvSpPr>
            <a:spLocks noGrp="1"/>
          </p:cNvSpPr>
          <p:nvPr/>
        </p:nvSpPr>
        <p:spPr>
          <a:xfrm>
            <a:off x="6210300" y="2781300"/>
            <a:ext cx="2476500" cy="742950"/>
          </a:xfrm>
          <a:prstGeom prst="rect">
            <a:avLst/>
          </a:prstGeom>
          <a:noFill/>
          <a:ln w="0">
            <a:noFill/>
            <a:prstDash val="solid"/>
          </a:ln>
        </p:spPr>
        <p:txBody>
          <a:bodyPr lIns="0" tIns="0" rIns="0" bIns="0"/>
          <a:lstStyle>
            <a:defPPr algn="l">
              <a:defRPr sz="4200" b="1" i="0">
                <a:solidFill>
                  <a:srgbClr val="BEA06A"/>
                </a:solidFill>
              </a:defRPr>
            </a:defPPr>
            <a:lvl1pPr algn="l">
              <a:buNone/>
              <a:defRPr sz="4200" b="1" i="0">
                <a:solidFill>
                  <a:srgbClr val="BEA06A"/>
                </a:solidFill>
              </a:defRPr>
            </a:lvl1pPr>
            <a:lvl2pPr algn="l">
              <a:buNone/>
              <a:defRPr sz="4200" b="1" i="0">
                <a:solidFill>
                  <a:srgbClr val="BEA06A"/>
                </a:solidFill>
              </a:defRPr>
            </a:lvl2pPr>
            <a:lvl3pPr algn="l">
              <a:buNone/>
              <a:defRPr sz="4200" b="1" i="0">
                <a:solidFill>
                  <a:srgbClr val="BEA06A"/>
                </a:solidFill>
              </a:defRPr>
            </a:lvl3pPr>
            <a:lvl4pPr algn="l">
              <a:buNone/>
              <a:defRPr sz="4200" b="1" i="0">
                <a:solidFill>
                  <a:srgbClr val="BEA06A"/>
                </a:solidFill>
              </a:defRPr>
            </a:lvl4pPr>
            <a:lvl5pPr algn="l">
              <a:buNone/>
              <a:defRPr sz="4200" b="1" i="0">
                <a:solidFill>
                  <a:srgbClr val="BEA06A"/>
                </a:solidFill>
              </a:defRPr>
            </a:lvl5pPr>
            <a:lvl6pPr algn="l">
              <a:buNone/>
              <a:defRPr sz="4200" b="1" i="0">
                <a:solidFill>
                  <a:srgbClr val="BEA06A"/>
                </a:solidFill>
              </a:defRPr>
            </a:lvl6pPr>
            <a:lvl7pPr algn="l">
              <a:buNone/>
              <a:defRPr sz="4200" b="1" i="0">
                <a:solidFill>
                  <a:srgbClr val="BEA06A"/>
                </a:solidFill>
              </a:defRPr>
            </a:lvl7pPr>
            <a:lvl8pPr algn="l">
              <a:buNone/>
              <a:defRPr sz="4200" b="1" i="0">
                <a:solidFill>
                  <a:srgbClr val="BEA06A"/>
                </a:solidFill>
              </a:defRPr>
            </a:lvl8pPr>
            <a:lvl9pPr algn="l">
              <a:buNone/>
              <a:defRPr sz="4200" b="1" i="0">
                <a:solidFill>
                  <a:srgbClr val="BEA06A"/>
                </a:solidFill>
              </a:defRPr>
            </a:lvl9pPr>
          </a:lstStyle>
          <a:p>
            <a:pPr algn="l">
              <a:buNone/>
              <a:defRPr sz="4200" b="1" i="0">
                <a:solidFill>
                  <a:srgbClr val="BEA06A"/>
                </a:solidFill>
              </a:defRPr>
            </a:pPr>
            <a:r>
              <a:rPr sz="4200" b="1" i="0">
                <a:solidFill>
                  <a:srgbClr val="BEA06A"/>
                </a:solidFill>
              </a:rPr>
              <a:t>NEXT</a:t>
            </a:r>
          </a:p>
        </p:txBody>
      </p:sp>
      <p:sp>
        <p:nvSpPr>
          <p:cNvPr id="8" name="">
            <a:extLst>
              <a:ext uri="{FF2B5EF4-FFF2-40B4-BE49-F238E27FC236}">
                <ns2:creationId id="{C3484B32-C19C-486F-BA3A-43B81D9CF873}"/>
              </a:ext>
            </a:extLst>
          </p:cNvPr>
          <p:cNvSpPr>
            <a:spLocks noGrp="1"/>
          </p:cNvSpPr>
          <p:nvPr/>
        </p:nvSpPr>
        <p:spPr>
          <a:xfrm>
            <a:off x="6210300" y="3600450"/>
            <a:ext cx="2571750" cy="447675"/>
          </a:xfrm>
          <a:prstGeom prst="rect">
            <a:avLst/>
          </a:prstGeom>
          <a:noFill/>
          <a:ln w="0">
            <a:noFill/>
            <a:prstDash val="solid"/>
          </a:ln>
        </p:spPr>
        <p:txBody>
          <a:bodyPr lIns="0" tIns="0" rIns="0" bIns="0"/>
          <a:lstStyle>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875" b="0" i="0">
                <a:solidFill>
                  <a:srgbClr val="FFFFFF"/>
                </a:solidFill>
              </a:defRPr>
            </a:pPr>
            <a:r>
              <a:rPr sz="1875" b="0" i="0">
                <a:solidFill>
                  <a:srgbClr val="FFFFFF"/>
                </a:solidFill>
              </a:rPr>
              <a:t>Remington + TKG</a:t>
            </a:r>
          </a:p>
        </p:txBody>
      </p:sp>
      <p:sp>
        <p:nvSpPr>
          <p:cNvPr id="9" name="">
            <a:extLst>
              <a:ext uri="{FF2B5EF4-FFF2-40B4-BE49-F238E27FC236}">
                <ns2:creationId id="{E4838EB9-11B7-4449-9E65-E46A7DE866D0}"/>
              </a:ext>
            </a:extLst>
          </p:cNvPr>
          <p:cNvSpPr>
            <a:spLocks noGrp="1"/>
          </p:cNvSpPr>
          <p:nvPr/>
        </p:nvSpPr>
        <p:spPr>
          <a:xfrm>
            <a:off x="723900" y="5124450"/>
            <a:ext cx="7858125" cy="857250"/>
          </a:xfrm>
          <a:prstGeom prst="rect">
            <a:avLst/>
          </a:prstGeom>
          <a:noFill/>
          <a:ln w="0">
            <a:noFill/>
            <a:prstDash val="solid"/>
          </a:ln>
        </p:spPr>
        <p:txBody>
          <a:bodyPr lIns="0" tIns="0" rIns="0" bIns="0"/>
          <a:lstStyle>
            <a:defPPr algn="l">
              <a:defRPr sz="2550" b="1" i="0">
                <a:solidFill>
                  <a:srgbClr val="FFFFFF"/>
                </a:solidFill>
              </a:defRPr>
            </a:defPPr>
            <a:lvl1pPr algn="l">
              <a:buNone/>
              <a:defRPr sz="2550" b="1" i="0">
                <a:solidFill>
                  <a:srgbClr val="FFFFFF"/>
                </a:solidFill>
              </a:defRPr>
            </a:lvl1pPr>
            <a:lvl2pPr algn="l">
              <a:buNone/>
              <a:defRPr sz="2550" b="1" i="0">
                <a:solidFill>
                  <a:srgbClr val="FFFFFF"/>
                </a:solidFill>
              </a:defRPr>
            </a:lvl2pPr>
            <a:lvl3pPr algn="l">
              <a:buNone/>
              <a:defRPr sz="2550" b="1" i="0">
                <a:solidFill>
                  <a:srgbClr val="FFFFFF"/>
                </a:solidFill>
              </a:defRPr>
            </a:lvl3pPr>
            <a:lvl4pPr algn="l">
              <a:buNone/>
              <a:defRPr sz="2550" b="1" i="0">
                <a:solidFill>
                  <a:srgbClr val="FFFFFF"/>
                </a:solidFill>
              </a:defRPr>
            </a:lvl4pPr>
            <a:lvl5pPr algn="l">
              <a:buNone/>
              <a:defRPr sz="2550" b="1" i="0">
                <a:solidFill>
                  <a:srgbClr val="FFFFFF"/>
                </a:solidFill>
              </a:defRPr>
            </a:lvl5pPr>
            <a:lvl6pPr algn="l">
              <a:buNone/>
              <a:defRPr sz="2550" b="1" i="0">
                <a:solidFill>
                  <a:srgbClr val="FFFFFF"/>
                </a:solidFill>
              </a:defRPr>
            </a:lvl6pPr>
            <a:lvl7pPr algn="l">
              <a:buNone/>
              <a:defRPr sz="2550" b="1" i="0">
                <a:solidFill>
                  <a:srgbClr val="FFFFFF"/>
                </a:solidFill>
              </a:defRPr>
            </a:lvl7pPr>
            <a:lvl8pPr algn="l">
              <a:buNone/>
              <a:defRPr sz="2550" b="1" i="0">
                <a:solidFill>
                  <a:srgbClr val="FFFFFF"/>
                </a:solidFill>
              </a:defRPr>
            </a:lvl8pPr>
            <a:lvl9pPr algn="l">
              <a:buNone/>
              <a:defRPr sz="2550" b="1" i="0">
                <a:solidFill>
                  <a:srgbClr val="FFFFFF"/>
                </a:solidFill>
              </a:defRPr>
            </a:lvl9pPr>
          </a:lstStyle>
          <a:p>
            <a:pPr algn="l">
              <a:buNone/>
              <a:defRPr sz="2550" b="1" i="0">
                <a:solidFill>
                  <a:srgbClr val="FFFFFF"/>
                </a:solidFill>
              </a:defRPr>
            </a:pPr>
            <a:r>
              <a:rPr sz="2550" b="1" i="0">
                <a:solidFill>
                  <a:srgbClr val="FFFFFF"/>
                </a:solidFill>
              </a:rPr>
              <a:t>Keep writing the rules for decades to come.</a:t>
            </a:r>
          </a:p>
        </p:txBody>
      </p:sp>
      <p:sp>
        <p:nvSpPr>
          <p:cNvPr id="11" name="">
            <a:extLst>
              <a:ext uri="{FF2B5EF4-FFF2-40B4-BE49-F238E27FC236}">
                <ns2:creationId id="{4F10A49B-1807-4AE6-B554-7F74A182FBB9}"/>
              </a:ext>
            </a:extLst>
          </p:cNvPr>
          <p:cNvSpPr>
            <a:spLocks noGrp="1"/>
          </p:cNvSpPr>
          <p:nvPr/>
        </p:nvSpPr>
        <p:spPr>
          <a:xfrm>
            <a:off x="723900" y="4429125"/>
            <a:ext cx="7810500" cy="447675"/>
          </a:xfrm>
          <a:prstGeom prst="rect">
            <a:avLst/>
          </a:prstGeom>
          <a:noFill/>
          <a:ln w="0">
            <a:noFill/>
            <a:prstDash val="solid"/>
          </a:ln>
        </p:spPr>
        <p:txBody>
          <a:bodyPr lIns="0" tIns="0" rIns="0" bIns="0"/>
          <a:lstStyle>
            <a:defPPr algn="l">
              <a:defRPr sz="1950" b="0" i="0">
                <a:solidFill>
                  <a:srgbClr val="D5D8DA"/>
                </a:solidFill>
              </a:defRPr>
            </a:defPPr>
            <a:lvl1pPr algn="l">
              <a:defRPr sz="1950" b="0" i="0">
                <a:solidFill>
                  <a:srgbClr val="D5D8DA"/>
                </a:solidFill>
              </a:defRPr>
            </a:lvl1pPr>
            <a:lvl2pPr algn="l">
              <a:defRPr sz="1950" b="0" i="0">
                <a:solidFill>
                  <a:srgbClr val="D5D8DA"/>
                </a:solidFill>
              </a:defRPr>
            </a:lvl2pPr>
            <a:lvl3pPr algn="l">
              <a:defRPr sz="1950" b="0" i="0">
                <a:solidFill>
                  <a:srgbClr val="D5D8DA"/>
                </a:solidFill>
              </a:defRPr>
            </a:lvl3pPr>
            <a:lvl4pPr algn="l">
              <a:defRPr sz="1950" b="0" i="0">
                <a:solidFill>
                  <a:srgbClr val="D5D8DA"/>
                </a:solidFill>
              </a:defRPr>
            </a:lvl4pPr>
            <a:lvl5pPr algn="l">
              <a:defRPr sz="1950" b="0" i="0">
                <a:solidFill>
                  <a:srgbClr val="D5D8DA"/>
                </a:solidFill>
              </a:defRPr>
            </a:lvl5pPr>
            <a:lvl6pPr algn="l">
              <a:defRPr sz="1950" b="0" i="0">
                <a:solidFill>
                  <a:srgbClr val="D5D8DA"/>
                </a:solidFill>
              </a:defRPr>
            </a:lvl6pPr>
            <a:lvl7pPr algn="l">
              <a:defRPr sz="1950" b="0" i="0">
                <a:solidFill>
                  <a:srgbClr val="D5D8DA"/>
                </a:solidFill>
              </a:defRPr>
            </a:lvl7pPr>
            <a:lvl8pPr algn="l">
              <a:defRPr sz="1950" b="0" i="0">
                <a:solidFill>
                  <a:srgbClr val="D5D8DA"/>
                </a:solidFill>
              </a:defRPr>
            </a:lvl8pPr>
            <a:lvl9pPr algn="l">
              <a:defRPr sz="1950" b="0" i="0">
                <a:solidFill>
                  <a:srgbClr val="D5D8DA"/>
                </a:solidFill>
              </a:defRPr>
            </a:lvl9pPr>
          </a:lstStyle>
          <a:p>
            <a:pPr algn="l">
              <a:defRPr sz="1950" b="0" i="0">
                <a:solidFill>
                  <a:srgbClr val="D5D8DA"/>
                </a:solidFill>
              </a:defRPr>
            </a:pPr>
            <a:r>
              <a:rPr sz="1950" b="0" i="0">
                <a:solidFill>
                  <a:srgbClr val="D5D8DA"/>
                </a:solidFill>
              </a:rPr>
              <a:t>Remington is one of five TKG ammunition brands.</a:t>
            </a:r>
          </a:p>
        </p:txBody>
      </p:sp>
    </p:spTree>
    <p:extLst>
      <p:ext uri="{BB962C8B-B14F-4D97-AF65-F5344CB8AC3E}">
        <ns3:creationId val="1554081099"/>
      </p:ext>
    </p:extLst>
  </p:cSld>
</p:sld>
</file>

<file path=ppt/slides/slide3.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6" name="">
            <a:extLst>
              <a:ext uri="{FF2B5EF4-FFF2-40B4-BE49-F238E27FC236}">
                <ns2:creationId id="{BD22FF75-5B25-47DA-9C89-F014C4B1A032}"/>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a:pPr algn="l">
              <a:defRPr sz="3000" b="0" i="0">
                <a:solidFill>
                  <a:srgbClr val="FFFFFF"/>
                </a:solidFill>
              </a:defRPr>
            </a:pPr>
            <a:r>
              <a:rPr sz="3000" b="0" i="0">
                <a:solidFill>
                  <a:srgbClr val="FFFFFF"/>
                </a:solidFill>
              </a:rPr>
              <a:t>The stakes are real</a:t>
            </a:r>
          </a:p>
        </p:txBody>
      </p:sp>
      <p:sp>
        <p:nvSpPr>
          <p:cNvPr id="2" name="">
            <a:extLst>
              <a:ext uri="{FF2B5EF4-FFF2-40B4-BE49-F238E27FC236}">
                <ns2:creationId id="{9617ED25-3782-4F93-B42D-EB969BFB6419}"/>
              </a:ext>
            </a:extLst>
          </p:cNvPr>
          <p:cNvSpPr>
            <a:spLocks noGrp="1"/>
          </p:cNvSpPr>
          <p:nvPr/>
        </p:nvSpPr>
        <p:spPr>
          <a:xfrm>
            <a:off x="723900" y="2743200"/>
            <a:ext cx="7810500" cy="685800"/>
          </a:xfrm>
          <a:prstGeom prst="rect">
            <a:avLst/>
          </a:prstGeom>
          <a:noFill/>
          <a:ln w="0">
            <a:noFill/>
            <a:prstDash val="solid"/>
          </a:ln>
        </p:spPr>
        <p:txBody>
          <a:bodyPr lIns="0" tIns="0" rIns="0" bIns="0"/>
          <a:lstStyle>
            <a:defPPr algn="l">
              <a:defRPr sz="3225" b="1" i="0">
                <a:solidFill>
                  <a:srgbClr val="BEA06A"/>
                </a:solidFill>
              </a:defRPr>
            </a:defPPr>
            <a:lvl1pPr algn="l">
              <a:defRPr sz="3225" b="1" i="0">
                <a:solidFill>
                  <a:srgbClr val="BEA06A"/>
                </a:solidFill>
              </a:defRPr>
            </a:lvl1pPr>
            <a:lvl2pPr algn="l">
              <a:defRPr sz="3225" b="1" i="0">
                <a:solidFill>
                  <a:srgbClr val="BEA06A"/>
                </a:solidFill>
              </a:defRPr>
            </a:lvl2pPr>
            <a:lvl3pPr algn="l">
              <a:defRPr sz="3225" b="1" i="0">
                <a:solidFill>
                  <a:srgbClr val="BEA06A"/>
                </a:solidFill>
              </a:defRPr>
            </a:lvl3pPr>
            <a:lvl4pPr algn="l">
              <a:defRPr sz="3225" b="1" i="0">
                <a:solidFill>
                  <a:srgbClr val="BEA06A"/>
                </a:solidFill>
              </a:defRPr>
            </a:lvl4pPr>
            <a:lvl5pPr algn="l">
              <a:defRPr sz="3225" b="1" i="0">
                <a:solidFill>
                  <a:srgbClr val="BEA06A"/>
                </a:solidFill>
              </a:defRPr>
            </a:lvl5pPr>
            <a:lvl6pPr algn="l">
              <a:defRPr sz="3225" b="1" i="0">
                <a:solidFill>
                  <a:srgbClr val="BEA06A"/>
                </a:solidFill>
              </a:defRPr>
            </a:lvl6pPr>
            <a:lvl7pPr algn="l">
              <a:defRPr sz="3225" b="1" i="0">
                <a:solidFill>
                  <a:srgbClr val="BEA06A"/>
                </a:solidFill>
              </a:defRPr>
            </a:lvl7pPr>
            <a:lvl8pPr algn="l">
              <a:defRPr sz="3225" b="1" i="0">
                <a:solidFill>
                  <a:srgbClr val="BEA06A"/>
                </a:solidFill>
              </a:defRPr>
            </a:lvl8pPr>
            <a:lvl9pPr algn="l">
              <a:defRPr sz="3225" b="1" i="0">
                <a:solidFill>
                  <a:srgbClr val="BEA06A"/>
                </a:solidFill>
              </a:defRPr>
            </a:lvl9pPr>
          </a:lstStyle>
          <a:p>
            <a:pPr algn="l">
              <a:defRPr sz="3225" b="1" i="0">
                <a:solidFill>
                  <a:srgbClr val="BEA06A"/>
                </a:solidFill>
              </a:defRPr>
            </a:pPr>
            <a:r>
              <a:rPr sz="3225" b="1" i="0">
                <a:solidFill>
                  <a:srgbClr val="BEA06A"/>
                </a:solidFill>
              </a:rPr>
              <a:t>Ammunition manufacturing</a:t>
            </a:r>
          </a:p>
        </p:txBody>
      </p:sp>
      <p:sp>
        <p:nvSpPr>
          <p:cNvPr id="3" name="">
            <a:extLst>
              <a:ext uri="{FF2B5EF4-FFF2-40B4-BE49-F238E27FC236}">
                <ns2:creationId id="{8BA32C32-AFFD-404C-81BF-4A0718BF792A}"/>
              </a:ext>
            </a:extLst>
          </p:cNvPr>
          <p:cNvSpPr>
            <a:spLocks noGrp="1"/>
          </p:cNvSpPr>
          <p:nvPr/>
        </p:nvSpPr>
        <p:spPr>
          <a:xfrm>
            <a:off x="723900" y="3714750"/>
            <a:ext cx="7810500" cy="1047750"/>
          </a:xfrm>
          <a:prstGeom prst="rect">
            <a:avLst/>
          </a:prstGeom>
          <a:noFill/>
          <a:ln w="0">
            <a:noFill/>
            <a:prstDash val="solid"/>
          </a:ln>
        </p:spPr>
        <p:txBody>
          <a:bodyPr lIns="0" tIns="0" rIns="0" bIns="0"/>
          <a:lstStyle>
            <a:defPPr algn="l">
              <a:defRPr sz="2250" b="0" i="0">
                <a:solidFill>
                  <a:srgbClr val="FFFFFF"/>
                </a:solidFill>
              </a:defRPr>
            </a:defPPr>
            <a:lvl1pPr algn="l">
              <a:defRPr sz="2250" b="0" i="0">
                <a:solidFill>
                  <a:srgbClr val="FFFFFF"/>
                </a:solidFill>
              </a:defRPr>
            </a:lvl1pPr>
            <a:lvl2pPr algn="l">
              <a:defRPr sz="2250" b="0" i="0">
                <a:solidFill>
                  <a:srgbClr val="FFFFFF"/>
                </a:solidFill>
              </a:defRPr>
            </a:lvl2pPr>
            <a:lvl3pPr algn="l">
              <a:defRPr sz="2250" b="0" i="0">
                <a:solidFill>
                  <a:srgbClr val="FFFFFF"/>
                </a:solidFill>
              </a:defRPr>
            </a:lvl3pPr>
            <a:lvl4pPr algn="l">
              <a:defRPr sz="2250" b="0" i="0">
                <a:solidFill>
                  <a:srgbClr val="FFFFFF"/>
                </a:solidFill>
              </a:defRPr>
            </a:lvl4pPr>
            <a:lvl5pPr algn="l">
              <a:defRPr sz="2250" b="0" i="0">
                <a:solidFill>
                  <a:srgbClr val="FFFFFF"/>
                </a:solidFill>
              </a:defRPr>
            </a:lvl5pPr>
            <a:lvl6pPr algn="l">
              <a:defRPr sz="2250" b="0" i="0">
                <a:solidFill>
                  <a:srgbClr val="FFFFFF"/>
                </a:solidFill>
              </a:defRPr>
            </a:lvl6pPr>
            <a:lvl7pPr algn="l">
              <a:defRPr sz="2250" b="0" i="0">
                <a:solidFill>
                  <a:srgbClr val="FFFFFF"/>
                </a:solidFill>
              </a:defRPr>
            </a:lvl7pPr>
            <a:lvl8pPr algn="l">
              <a:defRPr sz="2250" b="0" i="0">
                <a:solidFill>
                  <a:srgbClr val="FFFFFF"/>
                </a:solidFill>
              </a:defRPr>
            </a:lvl8pPr>
            <a:lvl9pPr algn="l">
              <a:defRPr sz="2250" b="0" i="0">
                <a:solidFill>
                  <a:srgbClr val="FFFFFF"/>
                </a:solidFill>
              </a:defRPr>
            </a:lvl9pPr>
          </a:lstStyle>
          <a:p>
            <a:pPr algn="l">
              <a:defRPr sz="2250" b="0" i="0">
                <a:solidFill>
                  <a:srgbClr val="FFFFFF"/>
                </a:solidFill>
              </a:defRPr>
            </a:pPr>
            <a:r>
              <a:rPr sz="2250" b="0" i="0">
                <a:solidFill>
                  <a:srgbClr val="FFFFFF"/>
                </a:solidFill>
              </a:rPr>
              <a:t>Propellants and primers. Moving machinery.</a:t>
            </a:r>
          </a:p>
          <a:p>
            <a:pPr algn="l">
              <a:defRPr sz="2250" b="0" i="0">
                <a:solidFill>
                  <a:srgbClr val="FFFFFF"/>
                </a:solidFill>
              </a:defRPr>
            </a:pPr>
            <a:r>
              <a:rPr sz="2250" b="0" i="0">
                <a:solidFill>
                  <a:srgbClr val="FFFFFF"/>
                </a:solidFill>
              </a:rPr>
              <a:t>Real production.</a:t>
            </a:r>
          </a:p>
        </p:txBody>
      </p:sp>
      <p:sp>
        <p:nvSpPr>
          <p:cNvPr id="4" name="">
            <a:extLst>
              <a:ext uri="{FF2B5EF4-FFF2-40B4-BE49-F238E27FC236}">
                <ns2:creationId id="{867EFB6A-CFD9-4C2B-A4E4-A5FB7FD41BB8}"/>
              </a:ext>
            </a:extLst>
          </p:cNvPr>
          <p:cNvSpPr>
            <a:spLocks noGrp="1"/>
          </p:cNvSpPr>
          <p:nvPr/>
        </p:nvSpPr>
        <p:spPr>
          <a:xfrm>
            <a:off x="723900" y="5314950"/>
            <a:ext cx="7810500" cy="552450"/>
          </a:xfrm>
          <a:prstGeom prst="rect">
            <a:avLst/>
          </a:prstGeom>
          <a:noFill/>
          <a:ln w="0">
            <a:noFill/>
            <a:prstDash val="solid"/>
          </a:ln>
        </p:spPr>
        <p:txBody>
          <a:bodyPr lIns="0" tIns="0" rIns="0" bIns="0"/>
          <a:lstStyle>
            <a:defPPr algn="l">
              <a:defRPr sz="2325" b="1" i="0">
                <a:solidFill>
                  <a:srgbClr val="FFFFFF"/>
                </a:solidFill>
              </a:defRPr>
            </a:defPPr>
            <a:lvl1pPr algn="l">
              <a:defRPr sz="2325" b="1" i="0">
                <a:solidFill>
                  <a:srgbClr val="FFFFFF"/>
                </a:solidFill>
              </a:defRPr>
            </a:lvl1pPr>
            <a:lvl2pPr algn="l">
              <a:defRPr sz="2325" b="1" i="0">
                <a:solidFill>
                  <a:srgbClr val="FFFFFF"/>
                </a:solidFill>
              </a:defRPr>
            </a:lvl2pPr>
            <a:lvl3pPr algn="l">
              <a:defRPr sz="2325" b="1" i="0">
                <a:solidFill>
                  <a:srgbClr val="FFFFFF"/>
                </a:solidFill>
              </a:defRPr>
            </a:lvl3pPr>
            <a:lvl4pPr algn="l">
              <a:defRPr sz="2325" b="1" i="0">
                <a:solidFill>
                  <a:srgbClr val="FFFFFF"/>
                </a:solidFill>
              </a:defRPr>
            </a:lvl4pPr>
            <a:lvl5pPr algn="l">
              <a:defRPr sz="2325" b="1" i="0">
                <a:solidFill>
                  <a:srgbClr val="FFFFFF"/>
                </a:solidFill>
              </a:defRPr>
            </a:lvl5pPr>
            <a:lvl6pPr algn="l">
              <a:defRPr sz="2325" b="1" i="0">
                <a:solidFill>
                  <a:srgbClr val="FFFFFF"/>
                </a:solidFill>
              </a:defRPr>
            </a:lvl6pPr>
            <a:lvl7pPr algn="l">
              <a:defRPr sz="2325" b="1" i="0">
                <a:solidFill>
                  <a:srgbClr val="FFFFFF"/>
                </a:solidFill>
              </a:defRPr>
            </a:lvl7pPr>
            <a:lvl8pPr algn="l">
              <a:defRPr sz="2325" b="1" i="0">
                <a:solidFill>
                  <a:srgbClr val="FFFFFF"/>
                </a:solidFill>
              </a:defRPr>
            </a:lvl8pPr>
            <a:lvl9pPr algn="l">
              <a:defRPr sz="2325" b="1" i="0">
                <a:solidFill>
                  <a:srgbClr val="FFFFFF"/>
                </a:solidFill>
              </a:defRPr>
            </a:lvl9pPr>
          </a:lstStyle>
          <a:p>
            <a:pPr algn="l">
              <a:defRPr sz="2325" b="1" i="0">
                <a:solidFill>
                  <a:srgbClr val="FFFFFF"/>
                </a:solidFill>
              </a:defRPr>
            </a:pPr>
            <a:r>
              <a:rPr sz="2325" b="1" i="0">
                <a:solidFill>
                  <a:srgbClr val="FFFFFF"/>
                </a:solidFill>
              </a:rPr>
              <a:t>Build with the people who rely on it.</a:t>
            </a:r>
          </a:p>
        </p:txBody>
      </p:sp>
      <p:sp>
        <p:nvSpPr>
          <p:cNvPr id="5" name="">
            <a:extLst>
              <a:ext uri="{FF2B5EF4-FFF2-40B4-BE49-F238E27FC236}">
                <ns2:creationId id="{A468379D-915A-4138-A97D-416741AE5643}"/>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a:pPr algn="l">
              <a:defRPr sz="1125" b="1" i="0">
                <a:solidFill>
                  <a:srgbClr val="000000"/>
                </a:solidFill>
              </a:defRPr>
            </a:pPr>
            <a:r>
              <a:rPr sz="1125" b="1" i="0">
                <a:solidFill>
                  <a:srgbClr val="000000"/>
                </a:solidFill>
              </a:rPr>
              <a:t>4</a:t>
            </a:r>
          </a:p>
        </p:txBody>
      </p:sp>
    </p:spTree>
    <p:extLst>
      <p:ext uri="{BB962C8B-B14F-4D97-AF65-F5344CB8AC3E}">
        <ns3:creationId val="576258420"/>
      </p:ext>
    </p:extLst>
  </p:cSld>
</p:sld>
</file>

<file path=ppt/slides/slide4.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10" name="">
            <a:extLst>
              <a:ext uri="{FF2B5EF4-FFF2-40B4-BE49-F238E27FC236}">
                <ns2:creationId id="{D0F38884-198E-4A16-8A86-C1862F382EE2}"/>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Engineering that reaches the floor</a:t>
            </a:r>
          </a:p>
        </p:txBody>
      </p:sp>
      <p:sp>
        <p:nvSpPr>
          <p:cNvPr id="2" name="">
            <a:extLst>
              <a:ext uri="{FF2B5EF4-FFF2-40B4-BE49-F238E27FC236}">
                <ns2:creationId id="{FBBC7091-D511-4C55-BC16-67368151C20D}"/>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5</a:t>
            </a:r>
          </a:p>
        </p:txBody>
      </p:sp>
      <p:sp>
        <p:nvSpPr>
          <p:cNvPr id="3" name="">
            <a:extLst>
              <a:ext uri="{FF2B5EF4-FFF2-40B4-BE49-F238E27FC236}">
                <ns2:creationId id="{397AAB4E-702C-4357-88ED-A71219DCD0B1}"/>
              </a:ext>
            </a:extLst>
          </p:cNvPr>
          <p:cNvSpPr>
            <a:spLocks noGrp="1"/>
          </p:cNvSpPr>
          <p:nvPr/>
        </p:nvSpPr>
        <p:spPr>
          <a:xfrm>
            <a:off x="723900" y="2800350"/>
            <a:ext cx="2381250" cy="619125"/>
          </a:xfrm>
          <a:prstGeom prst="rect">
            <a:avLst/>
          </a:prstGeom>
          <a:noFill/>
          <a:ln w="0">
            <a:noFill/>
            <a:prstDash val="solid"/>
          </a:ln>
        </p:spPr>
        <p:txBody>
          <a:bodyPr lIns="0" tIns="0" rIns="0" bIns="0"/>
          <a:lstStyle>
            <a:defPPr algn="l">
              <a:defRPr sz="2625" b="1" i="0">
                <a:solidFill>
                  <a:srgbClr val="BEA06A"/>
                </a:solidFill>
              </a:defRPr>
            </a:defPPr>
            <a:lvl1pPr algn="l">
              <a:buNone/>
              <a:defRPr sz="2625" b="1" i="0">
                <a:solidFill>
                  <a:srgbClr val="BEA06A"/>
                </a:solidFill>
              </a:defRPr>
            </a:lvl1pPr>
            <a:lvl2pPr algn="l">
              <a:buNone/>
              <a:defRPr sz="2625" b="1" i="0">
                <a:solidFill>
                  <a:srgbClr val="BEA06A"/>
                </a:solidFill>
              </a:defRPr>
            </a:lvl2pPr>
            <a:lvl3pPr algn="l">
              <a:buNone/>
              <a:defRPr sz="2625" b="1" i="0">
                <a:solidFill>
                  <a:srgbClr val="BEA06A"/>
                </a:solidFill>
              </a:defRPr>
            </a:lvl3pPr>
            <a:lvl4pPr algn="l">
              <a:buNone/>
              <a:defRPr sz="2625" b="1" i="0">
                <a:solidFill>
                  <a:srgbClr val="BEA06A"/>
                </a:solidFill>
              </a:defRPr>
            </a:lvl4pPr>
            <a:lvl5pPr algn="l">
              <a:buNone/>
              <a:defRPr sz="2625" b="1" i="0">
                <a:solidFill>
                  <a:srgbClr val="BEA06A"/>
                </a:solidFill>
              </a:defRPr>
            </a:lvl5pPr>
            <a:lvl6pPr algn="l">
              <a:buNone/>
              <a:defRPr sz="2625" b="1" i="0">
                <a:solidFill>
                  <a:srgbClr val="BEA06A"/>
                </a:solidFill>
              </a:defRPr>
            </a:lvl6pPr>
            <a:lvl7pPr algn="l">
              <a:buNone/>
              <a:defRPr sz="2625" b="1" i="0">
                <a:solidFill>
                  <a:srgbClr val="BEA06A"/>
                </a:solidFill>
              </a:defRPr>
            </a:lvl7pPr>
            <a:lvl8pPr algn="l">
              <a:buNone/>
              <a:defRPr sz="2625" b="1" i="0">
                <a:solidFill>
                  <a:srgbClr val="BEA06A"/>
                </a:solidFill>
              </a:defRPr>
            </a:lvl8pPr>
            <a:lvl9pPr algn="l">
              <a:buNone/>
              <a:defRPr sz="2625" b="1" i="0">
                <a:solidFill>
                  <a:srgbClr val="BEA06A"/>
                </a:solidFill>
              </a:defRPr>
            </a:lvl9pPr>
          </a:lstStyle>
          <a:p>
            <a:pPr algn="l">
              <a:buNone/>
              <a:defRPr sz="2625" b="1" i="0">
                <a:solidFill>
                  <a:srgbClr val="BEA06A"/>
                </a:solidFill>
              </a:defRPr>
            </a:pPr>
            <a:r>
              <a:rPr sz="2625" b="1" i="0">
                <a:solidFill>
                  <a:srgbClr val="BEA06A"/>
                </a:solidFill>
              </a:rPr>
              <a:t>SENSE</a:t>
            </a:r>
          </a:p>
        </p:txBody>
      </p:sp>
      <p:sp>
        <p:nvSpPr>
          <p:cNvPr id="4" name="">
            <a:extLst>
              <a:ext uri="{FF2B5EF4-FFF2-40B4-BE49-F238E27FC236}">
                <ns2:creationId id="{A34BA23E-0CD2-4E38-8F37-7AAB56C38762}"/>
              </a:ext>
            </a:extLst>
          </p:cNvPr>
          <p:cNvSpPr>
            <a:spLocks noGrp="1"/>
          </p:cNvSpPr>
          <p:nvPr/>
        </p:nvSpPr>
        <p:spPr>
          <a:xfrm>
            <a:off x="723900" y="3543300"/>
            <a:ext cx="2524125" cy="1066800"/>
          </a:xfrm>
          <a:prstGeom prst="rect">
            <a:avLst/>
          </a:prstGeom>
          <a:noFill/>
          <a:ln w="0">
            <a:noFill/>
            <a:prstDash val="solid"/>
          </a:ln>
        </p:spPr>
        <p:txBody>
          <a:bodyPr lIns="0" tIns="0" rIns="0" bIns="0"/>
          <a:lstStyle>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875" b="0" i="0">
                <a:solidFill>
                  <a:srgbClr val="FFFFFF"/>
                </a:solidFill>
              </a:defRPr>
            </a:pPr>
            <a:r>
              <a:rPr sz="1875" b="0" i="0">
                <a:solidFill>
                  <a:srgbClr val="FFFFFF"/>
                </a:solidFill>
              </a:rPr>
              <a:t>Machines capture</a:t>
            </a:r>
          </a:p>
          <a:p>
            <a:pPr algn="l">
              <a:buNone/>
              <a:defRPr sz="1875" b="0" i="0">
                <a:solidFill>
                  <a:srgbClr val="FFFFFF"/>
                </a:solidFill>
              </a:defRPr>
            </a:pPr>
            <a:r>
              <a:rPr sz="1875" b="0" i="0">
                <a:solidFill>
                  <a:srgbClr val="FFFFFF"/>
                </a:solidFill>
              </a:rPr>
              <a:t>what is happening</a:t>
            </a:r>
          </a:p>
        </p:txBody>
      </p:sp>
      <p:sp>
        <p:nvSpPr>
          <p:cNvPr id="5" name="">
            <a:extLst>
              <a:ext uri="{FF2B5EF4-FFF2-40B4-BE49-F238E27FC236}">
                <ns2:creationId id="{74EF2072-0F5B-4869-B3C8-B8EF0150DF55}"/>
              </a:ext>
            </a:extLst>
          </p:cNvPr>
          <p:cNvSpPr>
            <a:spLocks noGrp="1"/>
          </p:cNvSpPr>
          <p:nvPr/>
        </p:nvSpPr>
        <p:spPr>
          <a:xfrm>
            <a:off x="3419475" y="2800350"/>
            <a:ext cx="2381250" cy="619125"/>
          </a:xfrm>
          <a:prstGeom prst="rect">
            <a:avLst/>
          </a:prstGeom>
          <a:noFill/>
          <a:ln w="0">
            <a:noFill/>
            <a:prstDash val="solid"/>
          </a:ln>
        </p:spPr>
        <p:txBody>
          <a:bodyPr lIns="0" tIns="0" rIns="0" bIns="0"/>
          <a:lstStyle>
            <a:defPPr algn="l">
              <a:defRPr sz="2625" b="1" i="0">
                <a:solidFill>
                  <a:srgbClr val="BEA06A"/>
                </a:solidFill>
              </a:defRPr>
            </a:defPPr>
            <a:lvl1pPr algn="l">
              <a:buNone/>
              <a:defRPr sz="2625" b="1" i="0">
                <a:solidFill>
                  <a:srgbClr val="BEA06A"/>
                </a:solidFill>
              </a:defRPr>
            </a:lvl1pPr>
            <a:lvl2pPr algn="l">
              <a:buNone/>
              <a:defRPr sz="2625" b="1" i="0">
                <a:solidFill>
                  <a:srgbClr val="BEA06A"/>
                </a:solidFill>
              </a:defRPr>
            </a:lvl2pPr>
            <a:lvl3pPr algn="l">
              <a:buNone/>
              <a:defRPr sz="2625" b="1" i="0">
                <a:solidFill>
                  <a:srgbClr val="BEA06A"/>
                </a:solidFill>
              </a:defRPr>
            </a:lvl3pPr>
            <a:lvl4pPr algn="l">
              <a:buNone/>
              <a:defRPr sz="2625" b="1" i="0">
                <a:solidFill>
                  <a:srgbClr val="BEA06A"/>
                </a:solidFill>
              </a:defRPr>
            </a:lvl4pPr>
            <a:lvl5pPr algn="l">
              <a:buNone/>
              <a:defRPr sz="2625" b="1" i="0">
                <a:solidFill>
                  <a:srgbClr val="BEA06A"/>
                </a:solidFill>
              </a:defRPr>
            </a:lvl5pPr>
            <a:lvl6pPr algn="l">
              <a:buNone/>
              <a:defRPr sz="2625" b="1" i="0">
                <a:solidFill>
                  <a:srgbClr val="BEA06A"/>
                </a:solidFill>
              </a:defRPr>
            </a:lvl6pPr>
            <a:lvl7pPr algn="l">
              <a:buNone/>
              <a:defRPr sz="2625" b="1" i="0">
                <a:solidFill>
                  <a:srgbClr val="BEA06A"/>
                </a:solidFill>
              </a:defRPr>
            </a:lvl7pPr>
            <a:lvl8pPr algn="l">
              <a:buNone/>
              <a:defRPr sz="2625" b="1" i="0">
                <a:solidFill>
                  <a:srgbClr val="BEA06A"/>
                </a:solidFill>
              </a:defRPr>
            </a:lvl8pPr>
            <a:lvl9pPr algn="l">
              <a:buNone/>
              <a:defRPr sz="2625" b="1" i="0">
                <a:solidFill>
                  <a:srgbClr val="BEA06A"/>
                </a:solidFill>
              </a:defRPr>
            </a:lvl9pPr>
          </a:lstStyle>
          <a:p>
            <a:pPr algn="l">
              <a:buNone/>
              <a:defRPr sz="2625" b="1" i="0">
                <a:solidFill>
                  <a:srgbClr val="BEA06A"/>
                </a:solidFill>
              </a:defRPr>
            </a:pPr>
            <a:r>
              <a:rPr sz="2625" b="1" i="0">
                <a:solidFill>
                  <a:srgbClr val="BEA06A"/>
                </a:solidFill>
              </a:rPr>
              <a:t>DECIDE</a:t>
            </a:r>
          </a:p>
        </p:txBody>
      </p:sp>
      <p:sp>
        <p:nvSpPr>
          <p:cNvPr id="6" name="">
            <a:extLst>
              <a:ext uri="{FF2B5EF4-FFF2-40B4-BE49-F238E27FC236}">
                <ns2:creationId id="{578E9F30-B97B-4D21-9887-533D7D1E5D39}"/>
              </a:ext>
            </a:extLst>
          </p:cNvPr>
          <p:cNvSpPr>
            <a:spLocks noGrp="1"/>
          </p:cNvSpPr>
          <p:nvPr/>
        </p:nvSpPr>
        <p:spPr>
          <a:xfrm>
            <a:off x="3419475" y="3543300"/>
            <a:ext cx="2524125" cy="1066800"/>
          </a:xfrm>
          <a:prstGeom prst="rect">
            <a:avLst/>
          </a:prstGeom>
          <a:noFill/>
          <a:ln w="0">
            <a:noFill/>
            <a:prstDash val="solid"/>
          </a:ln>
        </p:spPr>
        <p:txBody>
          <a:bodyPr lIns="0" tIns="0" rIns="0" bIns="0"/>
          <a:lstStyle>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875" b="0" i="0">
                <a:solidFill>
                  <a:srgbClr val="FFFFFF"/>
                </a:solidFill>
              </a:defRPr>
            </a:pPr>
            <a:r>
              <a:rPr sz="1875" b="0" i="0">
                <a:solidFill>
                  <a:srgbClr val="FFFFFF"/>
                </a:solidFill>
              </a:rPr>
              <a:t>Software turns signals</a:t>
            </a:r>
          </a:p>
          <a:p>
            <a:pPr algn="l">
              <a:buNone/>
              <a:defRPr sz="1875" b="0" i="0">
                <a:solidFill>
                  <a:srgbClr val="FFFFFF"/>
                </a:solidFill>
              </a:defRPr>
            </a:pPr>
            <a:r>
              <a:rPr sz="1875" b="0" i="0">
                <a:solidFill>
                  <a:srgbClr val="FFFFFF"/>
                </a:solidFill>
              </a:rPr>
              <a:t>into a decision</a:t>
            </a:r>
          </a:p>
        </p:txBody>
      </p:sp>
      <p:sp>
        <p:nvSpPr>
          <p:cNvPr id="7" name="">
            <a:extLst>
              <a:ext uri="{FF2B5EF4-FFF2-40B4-BE49-F238E27FC236}">
                <ns2:creationId id="{3644D645-77AD-4BEA-B186-DA1B65F1C548}"/>
              </a:ext>
            </a:extLst>
          </p:cNvPr>
          <p:cNvSpPr>
            <a:spLocks noGrp="1"/>
          </p:cNvSpPr>
          <p:nvPr/>
        </p:nvSpPr>
        <p:spPr>
          <a:xfrm>
            <a:off x="6229350" y="2800350"/>
            <a:ext cx="2381250" cy="619125"/>
          </a:xfrm>
          <a:prstGeom prst="rect">
            <a:avLst/>
          </a:prstGeom>
          <a:noFill/>
          <a:ln w="0">
            <a:noFill/>
            <a:prstDash val="solid"/>
          </a:ln>
        </p:spPr>
        <p:txBody>
          <a:bodyPr lIns="0" tIns="0" rIns="0" bIns="0"/>
          <a:lstStyle>
            <a:defPPr algn="l">
              <a:defRPr sz="2625" b="1" i="0">
                <a:solidFill>
                  <a:srgbClr val="BEA06A"/>
                </a:solidFill>
              </a:defRPr>
            </a:defPPr>
            <a:lvl1pPr algn="l">
              <a:buNone/>
              <a:defRPr sz="2625" b="1" i="0">
                <a:solidFill>
                  <a:srgbClr val="BEA06A"/>
                </a:solidFill>
              </a:defRPr>
            </a:lvl1pPr>
            <a:lvl2pPr algn="l">
              <a:buNone/>
              <a:defRPr sz="2625" b="1" i="0">
                <a:solidFill>
                  <a:srgbClr val="BEA06A"/>
                </a:solidFill>
              </a:defRPr>
            </a:lvl2pPr>
            <a:lvl3pPr algn="l">
              <a:buNone/>
              <a:defRPr sz="2625" b="1" i="0">
                <a:solidFill>
                  <a:srgbClr val="BEA06A"/>
                </a:solidFill>
              </a:defRPr>
            </a:lvl3pPr>
            <a:lvl4pPr algn="l">
              <a:buNone/>
              <a:defRPr sz="2625" b="1" i="0">
                <a:solidFill>
                  <a:srgbClr val="BEA06A"/>
                </a:solidFill>
              </a:defRPr>
            </a:lvl4pPr>
            <a:lvl5pPr algn="l">
              <a:buNone/>
              <a:defRPr sz="2625" b="1" i="0">
                <a:solidFill>
                  <a:srgbClr val="BEA06A"/>
                </a:solidFill>
              </a:defRPr>
            </a:lvl5pPr>
            <a:lvl6pPr algn="l">
              <a:buNone/>
              <a:defRPr sz="2625" b="1" i="0">
                <a:solidFill>
                  <a:srgbClr val="BEA06A"/>
                </a:solidFill>
              </a:defRPr>
            </a:lvl6pPr>
            <a:lvl7pPr algn="l">
              <a:buNone/>
              <a:defRPr sz="2625" b="1" i="0">
                <a:solidFill>
                  <a:srgbClr val="BEA06A"/>
                </a:solidFill>
              </a:defRPr>
            </a:lvl7pPr>
            <a:lvl8pPr algn="l">
              <a:buNone/>
              <a:defRPr sz="2625" b="1" i="0">
                <a:solidFill>
                  <a:srgbClr val="BEA06A"/>
                </a:solidFill>
              </a:defRPr>
            </a:lvl8pPr>
            <a:lvl9pPr algn="l">
              <a:buNone/>
              <a:defRPr sz="2625" b="1" i="0">
                <a:solidFill>
                  <a:srgbClr val="BEA06A"/>
                </a:solidFill>
              </a:defRPr>
            </a:lvl9pPr>
          </a:lstStyle>
          <a:p>
            <a:pPr algn="l">
              <a:buNone/>
              <a:defRPr sz="2625" b="1" i="0">
                <a:solidFill>
                  <a:srgbClr val="BEA06A"/>
                </a:solidFill>
              </a:defRPr>
            </a:pPr>
            <a:r>
              <a:rPr sz="2625" b="1" i="0">
                <a:solidFill>
                  <a:srgbClr val="BEA06A"/>
                </a:solidFill>
              </a:rPr>
              <a:t>ACT</a:t>
            </a:r>
          </a:p>
        </p:txBody>
      </p:sp>
      <p:sp>
        <p:nvSpPr>
          <p:cNvPr id="8" name="">
            <a:extLst>
              <a:ext uri="{FF2B5EF4-FFF2-40B4-BE49-F238E27FC236}">
                <ns2:creationId id="{8CD4209B-EEAA-49CF-B1CF-B1BCE1C02033}"/>
              </a:ext>
            </a:extLst>
          </p:cNvPr>
          <p:cNvSpPr>
            <a:spLocks noGrp="1"/>
          </p:cNvSpPr>
          <p:nvPr/>
        </p:nvSpPr>
        <p:spPr>
          <a:xfrm>
            <a:off x="6229350" y="3543300"/>
            <a:ext cx="2524125" cy="1066800"/>
          </a:xfrm>
          <a:prstGeom prst="rect">
            <a:avLst/>
          </a:prstGeom>
          <a:noFill/>
          <a:ln w="0">
            <a:noFill/>
            <a:prstDash val="solid"/>
          </a:ln>
        </p:spPr>
        <p:txBody>
          <a:bodyPr lIns="0" tIns="0" rIns="0" bIns="0"/>
          <a:lstStyle>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875" b="0" i="0">
                <a:solidFill>
                  <a:srgbClr val="FFFFFF"/>
                </a:solidFill>
              </a:defRPr>
            </a:pPr>
            <a:r>
              <a:rPr sz="1875" b="0" i="0">
                <a:solidFill>
                  <a:srgbClr val="FFFFFF"/>
                </a:solidFill>
              </a:rPr>
              <a:t>People and equipment</a:t>
            </a:r>
          </a:p>
          <a:p>
            <a:pPr algn="l">
              <a:buNone/>
              <a:defRPr sz="1875" b="0" i="0">
                <a:solidFill>
                  <a:srgbClr val="FFFFFF"/>
                </a:solidFill>
              </a:defRPr>
            </a:pPr>
            <a:r>
              <a:rPr sz="1875" b="0" i="0">
                <a:solidFill>
                  <a:srgbClr val="FFFFFF"/>
                </a:solidFill>
              </a:rPr>
              <a:t>respond</a:t>
            </a:r>
          </a:p>
        </p:txBody>
      </p:sp>
      <p:sp>
        <p:nvSpPr>
          <p:cNvPr id="9" name="">
            <a:extLst>
              <a:ext uri="{FF2B5EF4-FFF2-40B4-BE49-F238E27FC236}">
                <ns2:creationId id="{EFEC76D1-80FD-4BC8-AFC9-1E585F89C1B7}"/>
              </a:ext>
            </a:extLst>
          </p:cNvPr>
          <p:cNvSpPr>
            <a:spLocks noGrp="1"/>
          </p:cNvSpPr>
          <p:nvPr/>
        </p:nvSpPr>
        <p:spPr>
          <a:xfrm>
            <a:off x="723900" y="5362575"/>
            <a:ext cx="7429500" cy="619125"/>
          </a:xfrm>
          <a:prstGeom prst="rect">
            <a:avLst/>
          </a:prstGeom>
          <a:noFill/>
          <a:ln w="0">
            <a:noFill/>
            <a:prstDash val="solid"/>
          </a:ln>
        </p:spPr>
        <p:txBody>
          <a:bodyPr lIns="0" tIns="0" rIns="0" bIns="0"/>
          <a:lstStyle>
            <a:defPPr algn="l">
              <a:defRPr sz="2550" b="1" i="0">
                <a:solidFill>
                  <a:srgbClr val="FFFFFF"/>
                </a:solidFill>
              </a:defRPr>
            </a:defPPr>
            <a:lvl1pPr algn="l">
              <a:buNone/>
              <a:defRPr sz="2550" b="1" i="0">
                <a:solidFill>
                  <a:srgbClr val="FFFFFF"/>
                </a:solidFill>
              </a:defRPr>
            </a:lvl1pPr>
            <a:lvl2pPr algn="l">
              <a:buNone/>
              <a:defRPr sz="2550" b="1" i="0">
                <a:solidFill>
                  <a:srgbClr val="FFFFFF"/>
                </a:solidFill>
              </a:defRPr>
            </a:lvl2pPr>
            <a:lvl3pPr algn="l">
              <a:buNone/>
              <a:defRPr sz="2550" b="1" i="0">
                <a:solidFill>
                  <a:srgbClr val="FFFFFF"/>
                </a:solidFill>
              </a:defRPr>
            </a:lvl3pPr>
            <a:lvl4pPr algn="l">
              <a:buNone/>
              <a:defRPr sz="2550" b="1" i="0">
                <a:solidFill>
                  <a:srgbClr val="FFFFFF"/>
                </a:solidFill>
              </a:defRPr>
            </a:lvl4pPr>
            <a:lvl5pPr algn="l">
              <a:buNone/>
              <a:defRPr sz="2550" b="1" i="0">
                <a:solidFill>
                  <a:srgbClr val="FFFFFF"/>
                </a:solidFill>
              </a:defRPr>
            </a:lvl5pPr>
            <a:lvl6pPr algn="l">
              <a:buNone/>
              <a:defRPr sz="2550" b="1" i="0">
                <a:solidFill>
                  <a:srgbClr val="FFFFFF"/>
                </a:solidFill>
              </a:defRPr>
            </a:lvl6pPr>
            <a:lvl7pPr algn="l">
              <a:buNone/>
              <a:defRPr sz="2550" b="1" i="0">
                <a:solidFill>
                  <a:srgbClr val="FFFFFF"/>
                </a:solidFill>
              </a:defRPr>
            </a:lvl7pPr>
            <a:lvl8pPr algn="l">
              <a:buNone/>
              <a:defRPr sz="2550" b="1" i="0">
                <a:solidFill>
                  <a:srgbClr val="FFFFFF"/>
                </a:solidFill>
              </a:defRPr>
            </a:lvl8pPr>
            <a:lvl9pPr algn="l">
              <a:buNone/>
              <a:defRPr sz="2550" b="1" i="0">
                <a:solidFill>
                  <a:srgbClr val="FFFFFF"/>
                </a:solidFill>
              </a:defRPr>
            </a:lvl9pPr>
          </a:lstStyle>
          <a:p>
            <a:pPr algn="l">
              <a:buNone/>
              <a:defRPr sz="2550" b="1" i="0">
                <a:solidFill>
                  <a:srgbClr val="FFFFFF"/>
                </a:solidFill>
              </a:defRPr>
            </a:pPr>
            <a:r>
              <a:rPr sz="2550" b="1" i="0">
                <a:solidFill>
                  <a:srgbClr val="FFFFFF"/>
                </a:solidFill>
              </a:rPr>
              <a:t>Make every decision useful on the floor.</a:t>
            </a:r>
          </a:p>
        </p:txBody>
      </p:sp>
    </p:spTree>
    <p:extLst>
      <p:ext uri="{BB962C8B-B14F-4D97-AF65-F5344CB8AC3E}">
        <ns3:creationId val="1022646670"/>
      </p:ext>
    </p:extLst>
  </p:cSld>
</p:sld>
</file>

<file path=ppt/slides/slide5.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8" name="">
            <a:extLst>
              <a:ext uri="{FF2B5EF4-FFF2-40B4-BE49-F238E27FC236}">
                <ns2:creationId id="{4202D145-63A5-4D8D-AFAA-8E1DDA390D36}"/>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a:pPr algn="l">
              <a:defRPr sz="3000" b="0" i="0">
                <a:solidFill>
                  <a:srgbClr val="FFFFFF"/>
                </a:solidFill>
              </a:defRPr>
            </a:pPr>
            <a:r>
              <a:rPr sz="3000" b="0" i="0">
                <a:solidFill>
                  <a:srgbClr val="FFFFFF"/>
                </a:solidFill>
              </a:rPr>
              <a:t>The work spans the organization</a:t>
            </a:r>
          </a:p>
        </p:txBody>
      </p:sp>
      <p:sp>
        <p:nvSpPr>
          <p:cNvPr id="2" name="">
            <a:extLst>
              <a:ext uri="{FF2B5EF4-FFF2-40B4-BE49-F238E27FC236}">
                <ns2:creationId id="{76D95F68-FF4A-47B2-B52E-82565A65E4FF}"/>
              </a:ext>
            </a:extLst>
          </p:cNvPr>
          <p:cNvSpPr>
            <a:spLocks noGrp="1"/>
          </p:cNvSpPr>
          <p:nvPr/>
        </p:nvSpPr>
        <p:spPr>
          <a:xfrm>
            <a:off x="723900" y="2771775"/>
            <a:ext cx="3857625" cy="495300"/>
          </a:xfrm>
          <a:prstGeom prst="rect">
            <a:avLst/>
          </a:prstGeom>
          <a:noFill/>
          <a:ln w="0">
            <a:noFill/>
            <a:prstDash val="solid"/>
          </a:ln>
        </p:spPr>
        <p:txBody>
          <a:bodyPr lIns="0" tIns="0" rIns="0" bIns="0"/>
          <a:lstStyle>
            <a:defPPr algn="l">
              <a:defRPr sz="2325" b="1" i="0">
                <a:solidFill>
                  <a:srgbClr val="BEA06A"/>
                </a:solidFill>
              </a:defRPr>
            </a:defPPr>
            <a:lvl1pPr algn="l">
              <a:defRPr sz="2325" b="1" i="0">
                <a:solidFill>
                  <a:srgbClr val="BEA06A"/>
                </a:solidFill>
              </a:defRPr>
            </a:lvl1pPr>
            <a:lvl2pPr algn="l">
              <a:defRPr sz="2325" b="1" i="0">
                <a:solidFill>
                  <a:srgbClr val="BEA06A"/>
                </a:solidFill>
              </a:defRPr>
            </a:lvl2pPr>
            <a:lvl3pPr algn="l">
              <a:defRPr sz="2325" b="1" i="0">
                <a:solidFill>
                  <a:srgbClr val="BEA06A"/>
                </a:solidFill>
              </a:defRPr>
            </a:lvl3pPr>
            <a:lvl4pPr algn="l">
              <a:defRPr sz="2325" b="1" i="0">
                <a:solidFill>
                  <a:srgbClr val="BEA06A"/>
                </a:solidFill>
              </a:defRPr>
            </a:lvl4pPr>
            <a:lvl5pPr algn="l">
              <a:defRPr sz="2325" b="1" i="0">
                <a:solidFill>
                  <a:srgbClr val="BEA06A"/>
                </a:solidFill>
              </a:defRPr>
            </a:lvl5pPr>
            <a:lvl6pPr algn="l">
              <a:defRPr sz="2325" b="1" i="0">
                <a:solidFill>
                  <a:srgbClr val="BEA06A"/>
                </a:solidFill>
              </a:defRPr>
            </a:lvl6pPr>
            <a:lvl7pPr algn="l">
              <a:defRPr sz="2325" b="1" i="0">
                <a:solidFill>
                  <a:srgbClr val="BEA06A"/>
                </a:solidFill>
              </a:defRPr>
            </a:lvl7pPr>
            <a:lvl8pPr algn="l">
              <a:defRPr sz="2325" b="1" i="0">
                <a:solidFill>
                  <a:srgbClr val="BEA06A"/>
                </a:solidFill>
              </a:defRPr>
            </a:lvl8pPr>
            <a:lvl9pPr algn="l">
              <a:defRPr sz="2325" b="1" i="0">
                <a:solidFill>
                  <a:srgbClr val="BEA06A"/>
                </a:solidFill>
              </a:defRPr>
            </a:lvl9pPr>
          </a:lstStyle>
          <a:p>
            <a:pPr algn="l">
              <a:defRPr sz="2325" b="1" i="0">
                <a:solidFill>
                  <a:srgbClr val="BEA06A"/>
                </a:solidFill>
              </a:defRPr>
            </a:pPr>
            <a:r>
              <a:rPr sz="2325" b="1" i="0">
                <a:solidFill>
                  <a:srgbClr val="BEA06A"/>
                </a:solidFill>
              </a:rPr>
              <a:t>LIVE IN PRODUCTION</a:t>
            </a:r>
          </a:p>
        </p:txBody>
      </p:sp>
      <p:sp>
        <p:nvSpPr>
          <p:cNvPr id="3" name="">
            <a:extLst>
              <a:ext uri="{FF2B5EF4-FFF2-40B4-BE49-F238E27FC236}">
                <ns2:creationId id="{57934EC7-4A7E-4795-ADF5-F5311C550969}"/>
              </a:ext>
            </a:extLst>
          </p:cNvPr>
          <p:cNvSpPr>
            <a:spLocks noGrp="1"/>
          </p:cNvSpPr>
          <p:nvPr/>
        </p:nvSpPr>
        <p:spPr>
          <a:xfrm>
            <a:off x="723900" y="3400425"/>
            <a:ext cx="3857625" cy="1428750"/>
          </a:xfrm>
          <a:prstGeom prst="rect">
            <a:avLst/>
          </a:prstGeom>
          <a:noFill/>
          <a:ln w="0">
            <a:noFill/>
            <a:prstDash val="solid"/>
          </a:ln>
        </p:spPr>
        <p:txBody>
          <a:bodyPr lIns="0" tIns="0" rIns="0" bIns="0"/>
          <a:lstStyle>
            <a:defPPr algn="l">
              <a:defRPr sz="2025" b="0" i="0">
                <a:solidFill>
                  <a:srgbClr val="FFFFFF"/>
                </a:solidFill>
              </a:defRPr>
            </a:defPPr>
            <a:lvl1pPr algn="l">
              <a:defRPr sz="2025" b="0" i="0">
                <a:solidFill>
                  <a:srgbClr val="FFFFFF"/>
                </a:solidFill>
              </a:defRPr>
            </a:lvl1pPr>
            <a:lvl2pPr algn="l">
              <a:defRPr sz="2025" b="0" i="0">
                <a:solidFill>
                  <a:srgbClr val="FFFFFF"/>
                </a:solidFill>
              </a:defRPr>
            </a:lvl2pPr>
            <a:lvl3pPr algn="l">
              <a:defRPr sz="2025" b="0" i="0">
                <a:solidFill>
                  <a:srgbClr val="FFFFFF"/>
                </a:solidFill>
              </a:defRPr>
            </a:lvl3pPr>
            <a:lvl4pPr algn="l">
              <a:defRPr sz="2025" b="0" i="0">
                <a:solidFill>
                  <a:srgbClr val="FFFFFF"/>
                </a:solidFill>
              </a:defRPr>
            </a:lvl4pPr>
            <a:lvl5pPr algn="l">
              <a:defRPr sz="2025" b="0" i="0">
                <a:solidFill>
                  <a:srgbClr val="FFFFFF"/>
                </a:solidFill>
              </a:defRPr>
            </a:lvl5pPr>
            <a:lvl6pPr algn="l">
              <a:defRPr sz="2025" b="0" i="0">
                <a:solidFill>
                  <a:srgbClr val="FFFFFF"/>
                </a:solidFill>
              </a:defRPr>
            </a:lvl6pPr>
            <a:lvl7pPr algn="l">
              <a:defRPr sz="2025" b="0" i="0">
                <a:solidFill>
                  <a:srgbClr val="FFFFFF"/>
                </a:solidFill>
              </a:defRPr>
            </a:lvl7pPr>
            <a:lvl8pPr algn="l">
              <a:defRPr sz="2025" b="0" i="0">
                <a:solidFill>
                  <a:srgbClr val="FFFFFF"/>
                </a:solidFill>
              </a:defRPr>
            </a:lvl8pPr>
            <a:lvl9pPr algn="l">
              <a:defRPr sz="2025" b="0" i="0">
                <a:solidFill>
                  <a:srgbClr val="FFFFFF"/>
                </a:solidFill>
              </a:defRPr>
            </a:lvl9pPr>
          </a:lstStyle>
          <a:p>
            <a:pPr algn="l">
              <a:defRPr sz="2025" b="0" i="0">
                <a:solidFill>
                  <a:srgbClr val="FFFFFF"/>
                </a:solidFill>
              </a:defRPr>
            </a:pPr>
            <a:r>
              <a:rPr sz="2025" b="0" i="0">
                <a:solidFill>
                  <a:srgbClr val="FFFFFF"/>
                </a:solidFill>
              </a:rPr>
              <a:t>Centerfire inspection</a:t>
            </a:r>
          </a:p>
          <a:p>
            <a:pPr algn="l">
              <a:defRPr sz="2025" b="0" i="0">
                <a:solidFill>
                  <a:srgbClr val="FFFFFF"/>
                </a:solidFill>
              </a:defRPr>
            </a:pPr>
            <a:r>
              <a:rPr sz="2025" b="0" i="0">
                <a:solidFill>
                  <a:srgbClr val="FFFFFF"/>
                </a:solidFill>
              </a:rPr>
              <a:t>Shotshell inspection</a:t>
            </a:r>
          </a:p>
        </p:txBody>
      </p:sp>
      <p:sp>
        <p:nvSpPr>
          <p:cNvPr id="4" name="">
            <a:extLst>
              <a:ext uri="{FF2B5EF4-FFF2-40B4-BE49-F238E27FC236}">
                <ns2:creationId id="{B3E9516A-69ED-4901-B7FE-B330CE25572C}"/>
              </a:ext>
            </a:extLst>
          </p:cNvPr>
          <p:cNvSpPr>
            <a:spLocks noGrp="1"/>
          </p:cNvSpPr>
          <p:nvPr/>
        </p:nvSpPr>
        <p:spPr>
          <a:xfrm>
            <a:off x="4953000" y="2771775"/>
            <a:ext cx="3676650" cy="495300"/>
          </a:xfrm>
          <a:prstGeom prst="rect">
            <a:avLst/>
          </a:prstGeom>
          <a:noFill/>
          <a:ln w="0">
            <a:noFill/>
            <a:prstDash val="solid"/>
          </a:ln>
        </p:spPr>
        <p:txBody>
          <a:bodyPr lIns="0" tIns="0" rIns="0" bIns="0"/>
          <a:lstStyle>
            <a:defPPr algn="l">
              <a:defRPr sz="2325" b="1" i="0">
                <a:solidFill>
                  <a:srgbClr val="BEA06A"/>
                </a:solidFill>
              </a:defRPr>
            </a:defPPr>
            <a:lvl1pPr algn="l">
              <a:defRPr sz="2325" b="1" i="0">
                <a:solidFill>
                  <a:srgbClr val="BEA06A"/>
                </a:solidFill>
              </a:defRPr>
            </a:lvl1pPr>
            <a:lvl2pPr algn="l">
              <a:defRPr sz="2325" b="1" i="0">
                <a:solidFill>
                  <a:srgbClr val="BEA06A"/>
                </a:solidFill>
              </a:defRPr>
            </a:lvl2pPr>
            <a:lvl3pPr algn="l">
              <a:defRPr sz="2325" b="1" i="0">
                <a:solidFill>
                  <a:srgbClr val="BEA06A"/>
                </a:solidFill>
              </a:defRPr>
            </a:lvl3pPr>
            <a:lvl4pPr algn="l">
              <a:defRPr sz="2325" b="1" i="0">
                <a:solidFill>
                  <a:srgbClr val="BEA06A"/>
                </a:solidFill>
              </a:defRPr>
            </a:lvl4pPr>
            <a:lvl5pPr algn="l">
              <a:defRPr sz="2325" b="1" i="0">
                <a:solidFill>
                  <a:srgbClr val="BEA06A"/>
                </a:solidFill>
              </a:defRPr>
            </a:lvl5pPr>
            <a:lvl6pPr algn="l">
              <a:defRPr sz="2325" b="1" i="0">
                <a:solidFill>
                  <a:srgbClr val="BEA06A"/>
                </a:solidFill>
              </a:defRPr>
            </a:lvl6pPr>
            <a:lvl7pPr algn="l">
              <a:defRPr sz="2325" b="1" i="0">
                <a:solidFill>
                  <a:srgbClr val="BEA06A"/>
                </a:solidFill>
              </a:defRPr>
            </a:lvl7pPr>
            <a:lvl8pPr algn="l">
              <a:defRPr sz="2325" b="1" i="0">
                <a:solidFill>
                  <a:srgbClr val="BEA06A"/>
                </a:solidFill>
              </a:defRPr>
            </a:lvl8pPr>
            <a:lvl9pPr algn="l">
              <a:defRPr sz="2325" b="1" i="0">
                <a:solidFill>
                  <a:srgbClr val="BEA06A"/>
                </a:solidFill>
              </a:defRPr>
            </a:lvl9pPr>
          </a:lstStyle>
          <a:p>
            <a:pPr algn="l">
              <a:defRPr sz="2325" b="1" i="0">
                <a:solidFill>
                  <a:srgbClr val="BEA06A"/>
                </a:solidFill>
              </a:defRPr>
            </a:pPr>
            <a:r>
              <a:rPr sz="2325" b="1" i="0">
                <a:solidFill>
                  <a:srgbClr val="BEA06A"/>
                </a:solidFill>
              </a:rPr>
              <a:t>OTHER CAPABILITIES</a:t>
            </a:r>
          </a:p>
        </p:txBody>
      </p:sp>
      <p:sp>
        <p:nvSpPr>
          <p:cNvPr id="5" name="">
            <a:extLst>
              <a:ext uri="{FF2B5EF4-FFF2-40B4-BE49-F238E27FC236}">
                <ns2:creationId id="{961F9EAF-EDCD-41D9-9D0E-FC4877219D99}"/>
              </a:ext>
            </a:extLst>
          </p:cNvPr>
          <p:cNvSpPr>
            <a:spLocks noGrp="1"/>
          </p:cNvSpPr>
          <p:nvPr/>
        </p:nvSpPr>
        <p:spPr>
          <a:xfrm>
            <a:off x="4953000" y="3400425"/>
            <a:ext cx="3619500" cy="1047750"/>
          </a:xfrm>
          <a:prstGeom prst="rect">
            <a:avLst/>
          </a:prstGeom>
          <a:noFill/>
          <a:ln w="0">
            <a:noFill/>
            <a:prstDash val="solid"/>
          </a:ln>
        </p:spPr>
        <p:txBody>
          <a:bodyPr lIns="0" tIns="0" rIns="0" bIns="0"/>
          <a:lstStyle>
            <a:defPPr algn="l">
              <a:defRPr sz="2025" b="0" i="0">
                <a:solidFill>
                  <a:srgbClr val="FFFFFF"/>
                </a:solidFill>
              </a:defRPr>
            </a:defPPr>
            <a:lvl1pPr algn="l">
              <a:defRPr sz="2025" b="0" i="0">
                <a:solidFill>
                  <a:srgbClr val="FFFFFF"/>
                </a:solidFill>
              </a:defRPr>
            </a:lvl1pPr>
            <a:lvl2pPr algn="l">
              <a:defRPr sz="2025" b="0" i="0">
                <a:solidFill>
                  <a:srgbClr val="FFFFFF"/>
                </a:solidFill>
              </a:defRPr>
            </a:lvl2pPr>
            <a:lvl3pPr algn="l">
              <a:defRPr sz="2025" b="0" i="0">
                <a:solidFill>
                  <a:srgbClr val="FFFFFF"/>
                </a:solidFill>
              </a:defRPr>
            </a:lvl3pPr>
            <a:lvl4pPr algn="l">
              <a:defRPr sz="2025" b="0" i="0">
                <a:solidFill>
                  <a:srgbClr val="FFFFFF"/>
                </a:solidFill>
              </a:defRPr>
            </a:lvl4pPr>
            <a:lvl5pPr algn="l">
              <a:defRPr sz="2025" b="0" i="0">
                <a:solidFill>
                  <a:srgbClr val="FFFFFF"/>
                </a:solidFill>
              </a:defRPr>
            </a:lvl5pPr>
            <a:lvl6pPr algn="l">
              <a:defRPr sz="2025" b="0" i="0">
                <a:solidFill>
                  <a:srgbClr val="FFFFFF"/>
                </a:solidFill>
              </a:defRPr>
            </a:lvl6pPr>
            <a:lvl7pPr algn="l">
              <a:defRPr sz="2025" b="0" i="0">
                <a:solidFill>
                  <a:srgbClr val="FFFFFF"/>
                </a:solidFill>
              </a:defRPr>
            </a:lvl7pPr>
            <a:lvl8pPr algn="l">
              <a:defRPr sz="2025" b="0" i="0">
                <a:solidFill>
                  <a:srgbClr val="FFFFFF"/>
                </a:solidFill>
              </a:defRPr>
            </a:lvl8pPr>
            <a:lvl9pPr algn="l">
              <a:defRPr sz="2025" b="0" i="0">
                <a:solidFill>
                  <a:srgbClr val="FFFFFF"/>
                </a:solidFill>
              </a:defRPr>
            </a:lvl9pPr>
          </a:lstStyle>
          <a:p>
            <a:pPr algn="l">
              <a:defRPr sz="2025" b="0" i="0">
                <a:solidFill>
                  <a:srgbClr val="FFFFFF"/>
                </a:solidFill>
              </a:defRPr>
            </a:pPr>
            <a:r>
              <a:rPr sz="2025" b="0" i="0">
                <a:solidFill>
                  <a:srgbClr val="FFFFFF"/>
                </a:solidFill>
              </a:rPr>
              <a:t>Public sentiment</a:t>
            </a:r>
          </a:p>
          <a:p>
            <a:pPr algn="l">
              <a:defRPr sz="2025" b="0" i="0">
                <a:solidFill>
                  <a:srgbClr val="FFFFFF"/>
                </a:solidFill>
              </a:defRPr>
            </a:pPr>
            <a:r>
              <a:rPr sz="2025" b="0" i="0">
                <a:solidFill>
                  <a:srgbClr val="FFFFFF"/>
                </a:solidFill>
              </a:rPr>
              <a:t>Remi</a:t>
            </a:r>
          </a:p>
        </p:txBody>
      </p:sp>
      <p:sp>
        <p:nvSpPr>
          <p:cNvPr id="6" name="">
            <a:extLst>
              <a:ext uri="{FF2B5EF4-FFF2-40B4-BE49-F238E27FC236}">
                <ns2:creationId id="{C90BB98B-14F2-4C32-9D6E-77ECFB3534F5}"/>
              </a:ext>
            </a:extLst>
          </p:cNvPr>
          <p:cNvSpPr>
            <a:spLocks noGrp="1"/>
          </p:cNvSpPr>
          <p:nvPr/>
        </p:nvSpPr>
        <p:spPr>
          <a:xfrm>
            <a:off x="723900" y="5362575"/>
            <a:ext cx="7810500" cy="581025"/>
          </a:xfrm>
          <a:prstGeom prst="rect">
            <a:avLst/>
          </a:prstGeom>
          <a:noFill/>
          <a:ln w="0">
            <a:noFill/>
            <a:prstDash val="solid"/>
          </a:ln>
        </p:spPr>
        <p:txBody>
          <a:bodyPr lIns="0" tIns="0" rIns="0" bIns="0"/>
          <a:lstStyle>
            <a:defPPr algn="l">
              <a:defRPr sz="2100" b="1" i="0">
                <a:solidFill>
                  <a:srgbClr val="FFFFFF"/>
                </a:solidFill>
              </a:defRPr>
            </a:defPPr>
            <a:lvl1pPr algn="l">
              <a:defRPr sz="2100" b="1" i="0">
                <a:solidFill>
                  <a:srgbClr val="FFFFFF"/>
                </a:solidFill>
              </a:defRPr>
            </a:lvl1pPr>
            <a:lvl2pPr algn="l">
              <a:defRPr sz="2100" b="1" i="0">
                <a:solidFill>
                  <a:srgbClr val="FFFFFF"/>
                </a:solidFill>
              </a:defRPr>
            </a:lvl2pPr>
            <a:lvl3pPr algn="l">
              <a:defRPr sz="2100" b="1" i="0">
                <a:solidFill>
                  <a:srgbClr val="FFFFFF"/>
                </a:solidFill>
              </a:defRPr>
            </a:lvl3pPr>
            <a:lvl4pPr algn="l">
              <a:defRPr sz="2100" b="1" i="0">
                <a:solidFill>
                  <a:srgbClr val="FFFFFF"/>
                </a:solidFill>
              </a:defRPr>
            </a:lvl4pPr>
            <a:lvl5pPr algn="l">
              <a:defRPr sz="2100" b="1" i="0">
                <a:solidFill>
                  <a:srgbClr val="FFFFFF"/>
                </a:solidFill>
              </a:defRPr>
            </a:lvl5pPr>
            <a:lvl6pPr algn="l">
              <a:defRPr sz="2100" b="1" i="0">
                <a:solidFill>
                  <a:srgbClr val="FFFFFF"/>
                </a:solidFill>
              </a:defRPr>
            </a:lvl6pPr>
            <a:lvl7pPr algn="l">
              <a:defRPr sz="2100" b="1" i="0">
                <a:solidFill>
                  <a:srgbClr val="FFFFFF"/>
                </a:solidFill>
              </a:defRPr>
            </a:lvl7pPr>
            <a:lvl8pPr algn="l">
              <a:defRPr sz="2100" b="1" i="0">
                <a:solidFill>
                  <a:srgbClr val="FFFFFF"/>
                </a:solidFill>
              </a:defRPr>
            </a:lvl8pPr>
            <a:lvl9pPr algn="l">
              <a:defRPr sz="2100" b="1" i="0">
                <a:solidFill>
                  <a:srgbClr val="FFFFFF"/>
                </a:solidFill>
              </a:defRPr>
            </a:lvl9pPr>
          </a:lstStyle>
          <a:p>
            <a:pPr algn="l">
              <a:defRPr sz="2100" b="1" i="0">
                <a:solidFill>
                  <a:srgbClr val="FFFFFF"/>
                </a:solidFill>
              </a:defRPr>
            </a:pPr>
            <a:r>
              <a:rPr sz="2100" b="1" i="0">
                <a:solidFill>
                  <a:srgbClr val="FFFFFF"/>
                </a:solidFill>
              </a:rPr>
              <a:t>Each system helps someone make a better decision.</a:t>
            </a:r>
          </a:p>
        </p:txBody>
      </p:sp>
      <p:sp>
        <p:nvSpPr>
          <p:cNvPr id="7" name="">
            <a:extLst>
              <a:ext uri="{FF2B5EF4-FFF2-40B4-BE49-F238E27FC236}">
                <ns2:creationId id="{97DCA6FC-32C0-4710-8448-724E5C7CFABB}"/>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a:pPr algn="l">
              <a:defRPr sz="1125" b="1" i="0">
                <a:solidFill>
                  <a:srgbClr val="000000"/>
                </a:solidFill>
              </a:defRPr>
            </a:pPr>
            <a:r>
              <a:rPr sz="1125" b="1" i="0">
                <a:solidFill>
                  <a:srgbClr val="000000"/>
                </a:solidFill>
              </a:rPr>
              <a:t>6</a:t>
            </a:r>
          </a:p>
        </p:txBody>
      </p:sp>
    </p:spTree>
    <p:extLst>
      <p:ext uri="{BB962C8B-B14F-4D97-AF65-F5344CB8AC3E}">
        <ns3:creationId val="2072561181"/>
      </p:ext>
    </p:extLst>
  </p:cSld>
</p:sld>
</file>

<file path=ppt/slides/slide7.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6" name="">
            <a:extLst>
              <a:ext uri="{FF2B5EF4-FFF2-40B4-BE49-F238E27FC236}">
                <ns2:creationId id="{5A47B281-DF16-4F21-9F61-FAEF3D12CBF2}"/>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a:pPr algn="l">
              <a:defRPr sz="3000" b="0" i="0">
                <a:solidFill>
                  <a:srgbClr val="FFFFFF"/>
                </a:solidFill>
              </a:defRPr>
            </a:pPr>
            <a:r>
              <a:rPr sz="3000" b="0" i="0">
                <a:solidFill>
                  <a:srgbClr val="FFFFFF"/>
                </a:solidFill>
              </a:rPr>
              <a:t>Centerfire inspection</a:t>
            </a:r>
          </a:p>
        </p:txBody>
      </p:sp>
      <p:sp>
        <p:nvSpPr>
          <p:cNvPr id="2" name="">
            <a:extLst>
              <a:ext uri="{FF2B5EF4-FFF2-40B4-BE49-F238E27FC236}">
                <ns2:creationId id="{913F532E-68E3-41BB-BCF3-2E00BE7C661B}"/>
              </a:ext>
            </a:extLst>
          </p:cNvPr>
          <p:cNvSpPr>
            <a:spLocks noGrp="1"/>
          </p:cNvSpPr>
          <p:nvPr/>
        </p:nvSpPr>
        <p:spPr>
          <a:xfrm>
            <a:off x="723900" y="2676525"/>
            <a:ext cx="7734300" cy="1257300"/>
          </a:xfrm>
          <a:prstGeom prst="rect">
            <a:avLst/>
          </a:prstGeom>
          <a:noFill/>
          <a:ln w="0">
            <a:noFill/>
            <a:prstDash val="solid"/>
          </a:ln>
        </p:spPr>
        <p:txBody>
          <a:bodyPr lIns="0" tIns="0" rIns="0" bIns="0"/>
          <a:lstStyle>
            <a:defPPr algn="l">
              <a:defRPr sz="3000" b="1" i="0">
                <a:solidFill>
                  <a:srgbClr val="FFFFFF"/>
                </a:solidFill>
              </a:defRPr>
            </a:defPPr>
            <a:lvl1pPr algn="l">
              <a:defRPr sz="3000" b="1" i="0">
                <a:solidFill>
                  <a:srgbClr val="FFFFFF"/>
                </a:solidFill>
              </a:defRPr>
            </a:lvl1pPr>
            <a:lvl2pPr algn="l">
              <a:defRPr sz="3000" b="1" i="0">
                <a:solidFill>
                  <a:srgbClr val="FFFFFF"/>
                </a:solidFill>
              </a:defRPr>
            </a:lvl2pPr>
            <a:lvl3pPr algn="l">
              <a:defRPr sz="3000" b="1" i="0">
                <a:solidFill>
                  <a:srgbClr val="FFFFFF"/>
                </a:solidFill>
              </a:defRPr>
            </a:lvl3pPr>
            <a:lvl4pPr algn="l">
              <a:defRPr sz="3000" b="1" i="0">
                <a:solidFill>
                  <a:srgbClr val="FFFFFF"/>
                </a:solidFill>
              </a:defRPr>
            </a:lvl4pPr>
            <a:lvl5pPr algn="l">
              <a:defRPr sz="3000" b="1" i="0">
                <a:solidFill>
                  <a:srgbClr val="FFFFFF"/>
                </a:solidFill>
              </a:defRPr>
            </a:lvl5pPr>
            <a:lvl6pPr algn="l">
              <a:defRPr sz="3000" b="1" i="0">
                <a:solidFill>
                  <a:srgbClr val="FFFFFF"/>
                </a:solidFill>
              </a:defRPr>
            </a:lvl6pPr>
            <a:lvl7pPr algn="l">
              <a:defRPr sz="3000" b="1" i="0">
                <a:solidFill>
                  <a:srgbClr val="FFFFFF"/>
                </a:solidFill>
              </a:defRPr>
            </a:lvl7pPr>
            <a:lvl8pPr algn="l">
              <a:defRPr sz="3000" b="1" i="0">
                <a:solidFill>
                  <a:srgbClr val="FFFFFF"/>
                </a:solidFill>
              </a:defRPr>
            </a:lvl8pPr>
            <a:lvl9pPr algn="l">
              <a:defRPr sz="3000" b="1" i="0">
                <a:solidFill>
                  <a:srgbClr val="FFFFFF"/>
                </a:solidFill>
              </a:defRPr>
            </a:lvl9pPr>
          </a:lstStyle>
          <a:p>
            <a:pPr algn="l">
              <a:defRPr sz="3000" b="1" i="0">
                <a:solidFill>
                  <a:srgbClr val="FFFFFF"/>
                </a:solidFill>
              </a:defRPr>
            </a:pPr>
            <a:r>
              <a:rPr sz="3000" b="1" i="0">
                <a:solidFill>
                  <a:srgbClr val="FFFFFF"/>
                </a:solidFill>
              </a:rPr>
              <a:t>Image capture.</a:t>
            </a:r>
          </a:p>
          <a:p>
            <a:pPr algn="l">
              <a:defRPr sz="3000" b="1" i="0">
                <a:solidFill>
                  <a:srgbClr val="FFFFFF"/>
                </a:solidFill>
              </a:defRPr>
            </a:pPr>
            <a:r>
              <a:rPr sz="3000" b="1" i="0">
                <a:solidFill>
                  <a:srgbClr val="FFFFFF"/>
                </a:solidFill>
              </a:rPr>
              <a:t>Inference. A usable result.</a:t>
            </a:r>
          </a:p>
        </p:txBody>
      </p:sp>
      <p:sp>
        <p:nvSpPr>
          <p:cNvPr id="3" name="">
            <a:extLst>
              <a:ext uri="{FF2B5EF4-FFF2-40B4-BE49-F238E27FC236}">
                <ns2:creationId id="{E2379997-D0B0-440C-BDA3-F8AAC3654CF4}"/>
              </a:ext>
            </a:extLst>
          </p:cNvPr>
          <p:cNvSpPr>
            <a:spLocks noGrp="1"/>
          </p:cNvSpPr>
          <p:nvPr/>
        </p:nvSpPr>
        <p:spPr>
          <a:xfrm>
            <a:off x="723900" y="4371975"/>
            <a:ext cx="7734300" cy="666750"/>
          </a:xfrm>
          <a:prstGeom prst="rect">
            <a:avLst/>
          </a:prstGeom>
          <a:noFill/>
          <a:ln w="0">
            <a:noFill/>
            <a:prstDash val="solid"/>
          </a:ln>
        </p:spPr>
        <p:txBody>
          <a:bodyPr lIns="0" tIns="0" rIns="0" bIns="0"/>
          <a:lstStyle>
            <a:defPPr algn="l">
              <a:defRPr sz="2250" b="0" i="0">
                <a:solidFill>
                  <a:srgbClr val="BEA06A"/>
                </a:solidFill>
              </a:defRPr>
            </a:defPPr>
            <a:lvl1pPr algn="l">
              <a:defRPr sz="2250" b="0" i="0">
                <a:solidFill>
                  <a:srgbClr val="BEA06A"/>
                </a:solidFill>
              </a:defRPr>
            </a:lvl1pPr>
            <a:lvl2pPr algn="l">
              <a:defRPr sz="2250" b="0" i="0">
                <a:solidFill>
                  <a:srgbClr val="BEA06A"/>
                </a:solidFill>
              </a:defRPr>
            </a:lvl2pPr>
            <a:lvl3pPr algn="l">
              <a:defRPr sz="2250" b="0" i="0">
                <a:solidFill>
                  <a:srgbClr val="BEA06A"/>
                </a:solidFill>
              </a:defRPr>
            </a:lvl3pPr>
            <a:lvl4pPr algn="l">
              <a:defRPr sz="2250" b="0" i="0">
                <a:solidFill>
                  <a:srgbClr val="BEA06A"/>
                </a:solidFill>
              </a:defRPr>
            </a:lvl4pPr>
            <a:lvl5pPr algn="l">
              <a:defRPr sz="2250" b="0" i="0">
                <a:solidFill>
                  <a:srgbClr val="BEA06A"/>
                </a:solidFill>
              </a:defRPr>
            </a:lvl5pPr>
            <a:lvl6pPr algn="l">
              <a:defRPr sz="2250" b="0" i="0">
                <a:solidFill>
                  <a:srgbClr val="BEA06A"/>
                </a:solidFill>
              </a:defRPr>
            </a:lvl6pPr>
            <a:lvl7pPr algn="l">
              <a:defRPr sz="2250" b="0" i="0">
                <a:solidFill>
                  <a:srgbClr val="BEA06A"/>
                </a:solidFill>
              </a:defRPr>
            </a:lvl7pPr>
            <a:lvl8pPr algn="l">
              <a:defRPr sz="2250" b="0" i="0">
                <a:solidFill>
                  <a:srgbClr val="BEA06A"/>
                </a:solidFill>
              </a:defRPr>
            </a:lvl8pPr>
            <a:lvl9pPr algn="l">
              <a:defRPr sz="2250" b="0" i="0">
                <a:solidFill>
                  <a:srgbClr val="BEA06A"/>
                </a:solidFill>
              </a:defRPr>
            </a:lvl9pPr>
          </a:lstStyle>
          <a:p>
            <a:pPr algn="l">
              <a:defRPr sz="2250" b="0" i="0">
                <a:solidFill>
                  <a:srgbClr val="BEA06A"/>
                </a:solidFill>
              </a:defRPr>
            </a:pPr>
            <a:r>
              <a:rPr sz="2250" b="0" i="0">
                <a:solidFill>
                  <a:srgbClr val="BEA06A"/>
                </a:solidFill>
              </a:rPr>
              <a:t>The hardest part is earning trust.</a:t>
            </a:r>
          </a:p>
        </p:txBody>
      </p:sp>
      <p:sp>
        <p:nvSpPr>
          <p:cNvPr id="4" name="">
            <a:extLst>
              <a:ext uri="{FF2B5EF4-FFF2-40B4-BE49-F238E27FC236}">
                <ns2:creationId id="{D454F285-D6E4-4C44-B0B0-7CCEDC912140}"/>
              </a:ext>
            </a:extLst>
          </p:cNvPr>
          <p:cNvSpPr>
            <a:spLocks noGrp="1"/>
          </p:cNvSpPr>
          <p:nvPr/>
        </p:nvSpPr>
        <p:spPr>
          <a:xfrm>
            <a:off x="723900" y="5400675"/>
            <a:ext cx="7677150" cy="476250"/>
          </a:xfrm>
          <a:prstGeom prst="rect">
            <a:avLst/>
          </a:prstGeom>
          <a:noFill/>
          <a:ln w="0">
            <a:noFill/>
            <a:prstDash val="solid"/>
          </a:ln>
        </p:spPr>
        <p:txBody>
          <a:bodyPr lIns="0" tIns="0" rIns="0" bIns="0"/>
          <a:lstStyle>
            <a:defPPr algn="l">
              <a:defRPr sz="1875" b="0" i="0">
                <a:solidFill>
                  <a:srgbClr val="D5D8DA"/>
                </a:solidFill>
              </a:defRPr>
            </a:defPPr>
            <a:lvl1pPr algn="l">
              <a:defRPr sz="1875" b="0" i="0">
                <a:solidFill>
                  <a:srgbClr val="D5D8DA"/>
                </a:solidFill>
              </a:defRPr>
            </a:lvl1pPr>
            <a:lvl2pPr algn="l">
              <a:defRPr sz="1875" b="0" i="0">
                <a:solidFill>
                  <a:srgbClr val="D5D8DA"/>
                </a:solidFill>
              </a:defRPr>
            </a:lvl2pPr>
            <a:lvl3pPr algn="l">
              <a:defRPr sz="1875" b="0" i="0">
                <a:solidFill>
                  <a:srgbClr val="D5D8DA"/>
                </a:solidFill>
              </a:defRPr>
            </a:lvl3pPr>
            <a:lvl4pPr algn="l">
              <a:defRPr sz="1875" b="0" i="0">
                <a:solidFill>
                  <a:srgbClr val="D5D8DA"/>
                </a:solidFill>
              </a:defRPr>
            </a:lvl4pPr>
            <a:lvl5pPr algn="l">
              <a:defRPr sz="1875" b="0" i="0">
                <a:solidFill>
                  <a:srgbClr val="D5D8DA"/>
                </a:solidFill>
              </a:defRPr>
            </a:lvl5pPr>
            <a:lvl6pPr algn="l">
              <a:defRPr sz="1875" b="0" i="0">
                <a:solidFill>
                  <a:srgbClr val="D5D8DA"/>
                </a:solidFill>
              </a:defRPr>
            </a:lvl6pPr>
            <a:lvl7pPr algn="l">
              <a:defRPr sz="1875" b="0" i="0">
                <a:solidFill>
                  <a:srgbClr val="D5D8DA"/>
                </a:solidFill>
              </a:defRPr>
            </a:lvl7pPr>
            <a:lvl8pPr algn="l">
              <a:defRPr sz="1875" b="0" i="0">
                <a:solidFill>
                  <a:srgbClr val="D5D8DA"/>
                </a:solidFill>
              </a:defRPr>
            </a:lvl8pPr>
            <a:lvl9pPr algn="l">
              <a:defRPr sz="1875" b="0" i="0">
                <a:solidFill>
                  <a:srgbClr val="D5D8DA"/>
                </a:solidFill>
              </a:defRPr>
            </a:lvl9pPr>
          </a:lstStyle>
          <a:p>
            <a:pPr algn="l">
              <a:defRPr sz="1875" b="0" i="0">
                <a:solidFill>
                  <a:srgbClr val="D5D8DA"/>
                </a:solidFill>
              </a:defRPr>
            </a:pPr>
            <a:r>
              <a:rPr sz="1875" b="0" i="0">
                <a:solidFill>
                  <a:srgbClr val="D5D8DA"/>
                </a:solidFill>
              </a:rPr>
              <a:t>Live on the floor. Listen, show evidence, refine.</a:t>
            </a:r>
          </a:p>
        </p:txBody>
      </p:sp>
      <p:sp>
        <p:nvSpPr>
          <p:cNvPr id="5" name="">
            <a:extLst>
              <a:ext uri="{FF2B5EF4-FFF2-40B4-BE49-F238E27FC236}">
                <ns2:creationId id="{9A25501B-5C46-45C4-B809-E769A3926639}"/>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a:pPr algn="l">
              <a:defRPr sz="1125" b="1" i="0">
                <a:solidFill>
                  <a:srgbClr val="000000"/>
                </a:solidFill>
              </a:defRPr>
            </a:pPr>
            <a:r>
              <a:rPr sz="1125" b="1" i="0">
                <a:solidFill>
                  <a:srgbClr val="000000"/>
                </a:solidFill>
              </a:rPr>
              <a:t>7</a:t>
            </a:r>
          </a:p>
        </p:txBody>
      </p:sp>
    </p:spTree>
    <p:extLst>
      <p:ext uri="{BB962C8B-B14F-4D97-AF65-F5344CB8AC3E}">
        <ns3:creationId val="994694381"/>
      </p:ext>
    </p:extLst>
  </p:cSld>
</p:sld>
</file>

<file path=ppt/slides/slide8.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6" name="">
            <a:extLst>
              <a:ext uri="{FF2B5EF4-FFF2-40B4-BE49-F238E27FC236}">
                <ns2:creationId id="{2CB9929E-941A-4352-94E3-21AE8B4A1F44}"/>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a:pPr algn="l">
              <a:defRPr sz="3000" b="0" i="0">
                <a:solidFill>
                  <a:srgbClr val="FFFFFF"/>
                </a:solidFill>
              </a:defRPr>
            </a:pPr>
            <a:r>
              <a:rPr sz="3000" b="0" i="0">
                <a:solidFill>
                  <a:srgbClr val="FFFFFF"/>
                </a:solidFill>
              </a:rPr>
              <a:t>Shotshell inspection</a:t>
            </a:r>
          </a:p>
        </p:txBody>
      </p:sp>
      <p:sp>
        <p:nvSpPr>
          <p:cNvPr id="2" name="">
            <a:extLst>
              <a:ext uri="{FF2B5EF4-FFF2-40B4-BE49-F238E27FC236}">
                <ns2:creationId id="{568EBA13-2702-4735-BD69-FF7AD1E9BAB1}"/>
              </a:ext>
            </a:extLst>
          </p:cNvPr>
          <p:cNvSpPr>
            <a:spLocks noGrp="1"/>
          </p:cNvSpPr>
          <p:nvPr/>
        </p:nvSpPr>
        <p:spPr>
          <a:xfrm>
            <a:off x="723900" y="2676525"/>
            <a:ext cx="7734300" cy="1257300"/>
          </a:xfrm>
          <a:prstGeom prst="rect">
            <a:avLst/>
          </a:prstGeom>
          <a:noFill/>
          <a:ln w="0">
            <a:noFill/>
            <a:prstDash val="solid"/>
          </a:ln>
        </p:spPr>
        <p:txBody>
          <a:bodyPr lIns="0" tIns="0" rIns="0" bIns="0"/>
          <a:lstStyle>
            <a:defPPr algn="l">
              <a:defRPr sz="3000" b="1" i="0">
                <a:solidFill>
                  <a:srgbClr val="FFFFFF"/>
                </a:solidFill>
              </a:defRPr>
            </a:defPPr>
            <a:lvl1pPr algn="l">
              <a:defRPr sz="3000" b="1" i="0">
                <a:solidFill>
                  <a:srgbClr val="FFFFFF"/>
                </a:solidFill>
              </a:defRPr>
            </a:lvl1pPr>
            <a:lvl2pPr algn="l">
              <a:defRPr sz="3000" b="1" i="0">
                <a:solidFill>
                  <a:srgbClr val="FFFFFF"/>
                </a:solidFill>
              </a:defRPr>
            </a:lvl2pPr>
            <a:lvl3pPr algn="l">
              <a:defRPr sz="3000" b="1" i="0">
                <a:solidFill>
                  <a:srgbClr val="FFFFFF"/>
                </a:solidFill>
              </a:defRPr>
            </a:lvl3pPr>
            <a:lvl4pPr algn="l">
              <a:defRPr sz="3000" b="1" i="0">
                <a:solidFill>
                  <a:srgbClr val="FFFFFF"/>
                </a:solidFill>
              </a:defRPr>
            </a:lvl4pPr>
            <a:lvl5pPr algn="l">
              <a:defRPr sz="3000" b="1" i="0">
                <a:solidFill>
                  <a:srgbClr val="FFFFFF"/>
                </a:solidFill>
              </a:defRPr>
            </a:lvl5pPr>
            <a:lvl6pPr algn="l">
              <a:defRPr sz="3000" b="1" i="0">
                <a:solidFill>
                  <a:srgbClr val="FFFFFF"/>
                </a:solidFill>
              </a:defRPr>
            </a:lvl6pPr>
            <a:lvl7pPr algn="l">
              <a:defRPr sz="3000" b="1" i="0">
                <a:solidFill>
                  <a:srgbClr val="FFFFFF"/>
                </a:solidFill>
              </a:defRPr>
            </a:lvl7pPr>
            <a:lvl8pPr algn="l">
              <a:defRPr sz="3000" b="1" i="0">
                <a:solidFill>
                  <a:srgbClr val="FFFFFF"/>
                </a:solidFill>
              </a:defRPr>
            </a:lvl8pPr>
            <a:lvl9pPr algn="l">
              <a:defRPr sz="3000" b="1" i="0">
                <a:solidFill>
                  <a:srgbClr val="FFFFFF"/>
                </a:solidFill>
              </a:defRPr>
            </a:lvl9pPr>
          </a:lstStyle>
          <a:p>
            <a:pPr algn="l">
              <a:defRPr sz="3000" b="1" i="0">
                <a:solidFill>
                  <a:srgbClr val="FFFFFF"/>
                </a:solidFill>
              </a:defRPr>
            </a:pPr>
            <a:r>
              <a:rPr sz="3000" b="1" i="0">
                <a:solidFill>
                  <a:srgbClr val="FFFFFF"/>
                </a:solidFill>
              </a:rPr>
              <a:t>A different product.</a:t>
            </a:r>
          </a:p>
          <a:p>
            <a:pPr algn="l">
              <a:defRPr sz="3000" b="1" i="0">
                <a:solidFill>
                  <a:srgbClr val="FFFFFF"/>
                </a:solidFill>
              </a:defRPr>
            </a:pPr>
            <a:r>
              <a:rPr sz="3000" b="1" i="0">
                <a:solidFill>
                  <a:srgbClr val="FFFFFF"/>
                </a:solidFill>
              </a:rPr>
              <a:t>Different data and view.</a:t>
            </a:r>
          </a:p>
        </p:txBody>
      </p:sp>
      <p:sp>
        <p:nvSpPr>
          <p:cNvPr id="3" name="">
            <a:extLst>
              <a:ext uri="{FF2B5EF4-FFF2-40B4-BE49-F238E27FC236}">
                <ns2:creationId id="{962D2FF8-ED40-4461-B307-7A960585C20F}"/>
              </a:ext>
            </a:extLst>
          </p:cNvPr>
          <p:cNvSpPr>
            <a:spLocks noGrp="1"/>
          </p:cNvSpPr>
          <p:nvPr/>
        </p:nvSpPr>
        <p:spPr>
          <a:xfrm>
            <a:off x="723900" y="4371975"/>
            <a:ext cx="7734300" cy="666750"/>
          </a:xfrm>
          <a:prstGeom prst="rect">
            <a:avLst/>
          </a:prstGeom>
          <a:noFill/>
          <a:ln w="0">
            <a:noFill/>
            <a:prstDash val="solid"/>
          </a:ln>
        </p:spPr>
        <p:txBody>
          <a:bodyPr lIns="0" tIns="0" rIns="0" bIns="0"/>
          <a:lstStyle>
            <a:defPPr algn="l">
              <a:defRPr sz="2250" b="0" i="0">
                <a:solidFill>
                  <a:srgbClr val="BEA06A"/>
                </a:solidFill>
              </a:defRPr>
            </a:defPPr>
            <a:lvl1pPr algn="l">
              <a:defRPr sz="2250" b="0" i="0">
                <a:solidFill>
                  <a:srgbClr val="BEA06A"/>
                </a:solidFill>
              </a:defRPr>
            </a:lvl1pPr>
            <a:lvl2pPr algn="l">
              <a:defRPr sz="2250" b="0" i="0">
                <a:solidFill>
                  <a:srgbClr val="BEA06A"/>
                </a:solidFill>
              </a:defRPr>
            </a:lvl2pPr>
            <a:lvl3pPr algn="l">
              <a:defRPr sz="2250" b="0" i="0">
                <a:solidFill>
                  <a:srgbClr val="BEA06A"/>
                </a:solidFill>
              </a:defRPr>
            </a:lvl3pPr>
            <a:lvl4pPr algn="l">
              <a:defRPr sz="2250" b="0" i="0">
                <a:solidFill>
                  <a:srgbClr val="BEA06A"/>
                </a:solidFill>
              </a:defRPr>
            </a:lvl4pPr>
            <a:lvl5pPr algn="l">
              <a:defRPr sz="2250" b="0" i="0">
                <a:solidFill>
                  <a:srgbClr val="BEA06A"/>
                </a:solidFill>
              </a:defRPr>
            </a:lvl5pPr>
            <a:lvl6pPr algn="l">
              <a:defRPr sz="2250" b="0" i="0">
                <a:solidFill>
                  <a:srgbClr val="BEA06A"/>
                </a:solidFill>
              </a:defRPr>
            </a:lvl6pPr>
            <a:lvl7pPr algn="l">
              <a:defRPr sz="2250" b="0" i="0">
                <a:solidFill>
                  <a:srgbClr val="BEA06A"/>
                </a:solidFill>
              </a:defRPr>
            </a:lvl7pPr>
            <a:lvl8pPr algn="l">
              <a:defRPr sz="2250" b="0" i="0">
                <a:solidFill>
                  <a:srgbClr val="BEA06A"/>
                </a:solidFill>
              </a:defRPr>
            </a:lvl8pPr>
            <a:lvl9pPr algn="l">
              <a:defRPr sz="2250" b="0" i="0">
                <a:solidFill>
                  <a:srgbClr val="BEA06A"/>
                </a:solidFill>
              </a:defRPr>
            </a:lvl9pPr>
          </a:lstStyle>
          <a:p>
            <a:pPr algn="l">
              <a:defRPr sz="2250" b="0" i="0">
                <a:solidFill>
                  <a:srgbClr val="BEA06A"/>
                </a:solidFill>
              </a:defRPr>
            </a:pPr>
            <a:r>
              <a:rPr sz="2250" b="0" i="0">
                <a:solidFill>
                  <a:srgbClr val="BEA06A"/>
                </a:solidFill>
              </a:rPr>
              <a:t>Adapt the view. Fit the result to the line.</a:t>
            </a:r>
          </a:p>
        </p:txBody>
      </p:sp>
      <p:sp>
        <p:nvSpPr>
          <p:cNvPr id="4" name="">
            <a:extLst>
              <a:ext uri="{FF2B5EF4-FFF2-40B4-BE49-F238E27FC236}">
                <ns2:creationId id="{2E5668E9-61AA-4359-BB77-949880F817AE}"/>
              </a:ext>
            </a:extLst>
          </p:cNvPr>
          <p:cNvSpPr>
            <a:spLocks noGrp="1"/>
          </p:cNvSpPr>
          <p:nvPr/>
        </p:nvSpPr>
        <p:spPr>
          <a:xfrm>
            <a:off x="723900" y="5400675"/>
            <a:ext cx="7677150" cy="476250"/>
          </a:xfrm>
          <a:prstGeom prst="rect">
            <a:avLst/>
          </a:prstGeom>
          <a:noFill/>
          <a:ln w="0">
            <a:noFill/>
            <a:prstDash val="solid"/>
          </a:ln>
        </p:spPr>
        <p:txBody>
          <a:bodyPr lIns="0" tIns="0" rIns="0" bIns="0"/>
          <a:lstStyle>
            <a:defPPr algn="l">
              <a:defRPr sz="1875" b="0" i="0">
                <a:solidFill>
                  <a:srgbClr val="D5D8DA"/>
                </a:solidFill>
              </a:defRPr>
            </a:defPPr>
            <a:lvl1pPr algn="l">
              <a:defRPr sz="1875" b="0" i="0">
                <a:solidFill>
                  <a:srgbClr val="D5D8DA"/>
                </a:solidFill>
              </a:defRPr>
            </a:lvl1pPr>
            <a:lvl2pPr algn="l">
              <a:defRPr sz="1875" b="0" i="0">
                <a:solidFill>
                  <a:srgbClr val="D5D8DA"/>
                </a:solidFill>
              </a:defRPr>
            </a:lvl2pPr>
            <a:lvl3pPr algn="l">
              <a:defRPr sz="1875" b="0" i="0">
                <a:solidFill>
                  <a:srgbClr val="D5D8DA"/>
                </a:solidFill>
              </a:defRPr>
            </a:lvl3pPr>
            <a:lvl4pPr algn="l">
              <a:defRPr sz="1875" b="0" i="0">
                <a:solidFill>
                  <a:srgbClr val="D5D8DA"/>
                </a:solidFill>
              </a:defRPr>
            </a:lvl4pPr>
            <a:lvl5pPr algn="l">
              <a:defRPr sz="1875" b="0" i="0">
                <a:solidFill>
                  <a:srgbClr val="D5D8DA"/>
                </a:solidFill>
              </a:defRPr>
            </a:lvl5pPr>
            <a:lvl6pPr algn="l">
              <a:defRPr sz="1875" b="0" i="0">
                <a:solidFill>
                  <a:srgbClr val="D5D8DA"/>
                </a:solidFill>
              </a:defRPr>
            </a:lvl6pPr>
            <a:lvl7pPr algn="l">
              <a:defRPr sz="1875" b="0" i="0">
                <a:solidFill>
                  <a:srgbClr val="D5D8DA"/>
                </a:solidFill>
              </a:defRPr>
            </a:lvl7pPr>
            <a:lvl8pPr algn="l">
              <a:defRPr sz="1875" b="0" i="0">
                <a:solidFill>
                  <a:srgbClr val="D5D8DA"/>
                </a:solidFill>
              </a:defRPr>
            </a:lvl8pPr>
            <a:lvl9pPr algn="l">
              <a:defRPr sz="1875" b="0" i="0">
                <a:solidFill>
                  <a:srgbClr val="D5D8DA"/>
                </a:solidFill>
              </a:defRPr>
            </a:lvl9pPr>
          </a:lstStyle>
          <a:p>
            <a:pPr algn="l">
              <a:defRPr sz="1875" b="0" i="0">
                <a:solidFill>
                  <a:srgbClr val="D5D8DA"/>
                </a:solidFill>
              </a:defRPr>
            </a:pPr>
            <a:r>
              <a:rPr sz="1875" b="0" i="0">
                <a:solidFill>
                  <a:srgbClr val="D5D8DA"/>
                </a:solidFill>
              </a:rPr>
              <a:t>Live on the floor. Tailored to a different product.</a:t>
            </a:r>
          </a:p>
        </p:txBody>
      </p:sp>
      <p:sp>
        <p:nvSpPr>
          <p:cNvPr id="5" name="">
            <a:extLst>
              <a:ext uri="{FF2B5EF4-FFF2-40B4-BE49-F238E27FC236}">
                <ns2:creationId id="{BF02ACA2-F7EB-4C35-8D8C-83905A212148}"/>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a:pPr algn="l">
              <a:defRPr sz="1125" b="1" i="0">
                <a:solidFill>
                  <a:srgbClr val="000000"/>
                </a:solidFill>
              </a:defRPr>
            </a:pPr>
            <a:r>
              <a:rPr sz="1125" b="1" i="0">
                <a:solidFill>
                  <a:srgbClr val="000000"/>
                </a:solidFill>
              </a:rPr>
              <a:t>8</a:t>
            </a:r>
          </a:p>
        </p:txBody>
      </p:sp>
    </p:spTree>
    <p:extLst>
      <p:ext uri="{BB962C8B-B14F-4D97-AF65-F5344CB8AC3E}">
        <ns3:creationId val="1955991026"/>
      </p:ext>
    </p:extLst>
  </p:cSld>
</p:sld>
</file>

<file path=ppt/slides/slide9.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6" name="">
            <a:extLst>
              <a:ext uri="{FF2B5EF4-FFF2-40B4-BE49-F238E27FC236}">
                <ns2:creationId id="{DA15C80C-203E-40F7-8212-EC5B148D63AA}"/>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a:pPr algn="l">
              <a:defRPr sz="3000" b="0" i="0">
                <a:solidFill>
                  <a:srgbClr val="FFFFFF"/>
                </a:solidFill>
              </a:defRPr>
            </a:pPr>
            <a:r>
              <a:rPr sz="3000" b="0" i="0">
                <a:solidFill>
                  <a:srgbClr val="FFFFFF"/>
                </a:solidFill>
              </a:rPr>
              <a:t>Public sentiment</a:t>
            </a:r>
          </a:p>
        </p:txBody>
      </p:sp>
      <p:sp>
        <p:nvSpPr>
          <p:cNvPr id="2" name="">
            <a:extLst>
              <a:ext uri="{FF2B5EF4-FFF2-40B4-BE49-F238E27FC236}">
                <ns2:creationId id="{71F5E8C9-0B99-47C7-AC32-66FEBE80E7DA}"/>
              </a:ext>
            </a:extLst>
          </p:cNvPr>
          <p:cNvSpPr>
            <a:spLocks noGrp="1"/>
          </p:cNvSpPr>
          <p:nvPr/>
        </p:nvSpPr>
        <p:spPr>
          <a:xfrm>
            <a:off x="723900" y="2676525"/>
            <a:ext cx="7734300" cy="1257300"/>
          </a:xfrm>
          <a:prstGeom prst="rect">
            <a:avLst/>
          </a:prstGeom>
          <a:noFill/>
          <a:ln w="0">
            <a:noFill/>
            <a:prstDash val="solid"/>
          </a:ln>
        </p:spPr>
        <p:txBody>
          <a:bodyPr lIns="0" tIns="0" rIns="0" bIns="0"/>
          <a:lstStyle>
            <a:defPPr algn="l">
              <a:defRPr sz="3150" b="1" i="0">
                <a:solidFill>
                  <a:srgbClr val="FFFFFF"/>
                </a:solidFill>
              </a:defRPr>
            </a:defPPr>
            <a:lvl1pPr algn="l">
              <a:defRPr sz="3150" b="1" i="0">
                <a:solidFill>
                  <a:srgbClr val="FFFFFF"/>
                </a:solidFill>
              </a:defRPr>
            </a:lvl1pPr>
            <a:lvl2pPr algn="l">
              <a:defRPr sz="3150" b="1" i="0">
                <a:solidFill>
                  <a:srgbClr val="FFFFFF"/>
                </a:solidFill>
              </a:defRPr>
            </a:lvl2pPr>
            <a:lvl3pPr algn="l">
              <a:defRPr sz="3150" b="1" i="0">
                <a:solidFill>
                  <a:srgbClr val="FFFFFF"/>
                </a:solidFill>
              </a:defRPr>
            </a:lvl3pPr>
            <a:lvl4pPr algn="l">
              <a:defRPr sz="3150" b="1" i="0">
                <a:solidFill>
                  <a:srgbClr val="FFFFFF"/>
                </a:solidFill>
              </a:defRPr>
            </a:lvl4pPr>
            <a:lvl5pPr algn="l">
              <a:defRPr sz="3150" b="1" i="0">
                <a:solidFill>
                  <a:srgbClr val="FFFFFF"/>
                </a:solidFill>
              </a:defRPr>
            </a:lvl5pPr>
            <a:lvl6pPr algn="l">
              <a:defRPr sz="3150" b="1" i="0">
                <a:solidFill>
                  <a:srgbClr val="FFFFFF"/>
                </a:solidFill>
              </a:defRPr>
            </a:lvl6pPr>
            <a:lvl7pPr algn="l">
              <a:defRPr sz="3150" b="1" i="0">
                <a:solidFill>
                  <a:srgbClr val="FFFFFF"/>
                </a:solidFill>
              </a:defRPr>
            </a:lvl7pPr>
            <a:lvl8pPr algn="l">
              <a:defRPr sz="3150" b="1" i="0">
                <a:solidFill>
                  <a:srgbClr val="FFFFFF"/>
                </a:solidFill>
              </a:defRPr>
            </a:lvl8pPr>
            <a:lvl9pPr algn="l">
              <a:defRPr sz="3150" b="1" i="0">
                <a:solidFill>
                  <a:srgbClr val="FFFFFF"/>
                </a:solidFill>
              </a:defRPr>
            </a:lvl9pPr>
          </a:lstStyle>
          <a:p>
            <a:pPr algn="l">
              <a:defRPr sz="3150" b="1" i="0">
                <a:solidFill>
                  <a:srgbClr val="FFFFFF"/>
                </a:solidFill>
              </a:defRPr>
            </a:pPr>
            <a:r>
              <a:rPr sz="3150" b="1" i="0">
                <a:solidFill>
                  <a:srgbClr val="FFFFFF"/>
                </a:solidFill>
              </a:rPr>
              <a:t>Public discussion.</a:t>
            </a:r>
          </a:p>
          <a:p>
            <a:pPr algn="l">
              <a:defRPr sz="3150" b="1" i="0">
                <a:solidFill>
                  <a:srgbClr val="FFFFFF"/>
                </a:solidFill>
              </a:defRPr>
            </a:pPr>
            <a:r>
              <a:rPr sz="3150" b="1" i="0">
                <a:solidFill>
                  <a:srgbClr val="FFFFFF"/>
                </a:solidFill>
              </a:rPr>
              <a:t>Themes with source links.</a:t>
            </a:r>
          </a:p>
        </p:txBody>
      </p:sp>
      <p:sp>
        <p:nvSpPr>
          <p:cNvPr id="3" name="">
            <a:extLst>
              <a:ext uri="{FF2B5EF4-FFF2-40B4-BE49-F238E27FC236}">
                <ns2:creationId id="{6BBEBB02-563D-4498-93E6-658D69AB738A}"/>
              </a:ext>
            </a:extLst>
          </p:cNvPr>
          <p:cNvSpPr>
            <a:spLocks noGrp="1"/>
          </p:cNvSpPr>
          <p:nvPr/>
        </p:nvSpPr>
        <p:spPr>
          <a:xfrm>
            <a:off x="723900" y="4371975"/>
            <a:ext cx="7734300" cy="666750"/>
          </a:xfrm>
          <a:prstGeom prst="rect">
            <a:avLst/>
          </a:prstGeom>
          <a:noFill/>
          <a:ln w="0">
            <a:noFill/>
            <a:prstDash val="solid"/>
          </a:ln>
        </p:spPr>
        <p:txBody>
          <a:bodyPr lIns="0" tIns="0" rIns="0" bIns="0"/>
          <a:lstStyle>
            <a:defPPr algn="l">
              <a:defRPr sz="2250" b="0" i="0">
                <a:solidFill>
                  <a:srgbClr val="BEA06A"/>
                </a:solidFill>
              </a:defRPr>
            </a:defPPr>
            <a:lvl1pPr algn="l">
              <a:defRPr sz="2250" b="0" i="0">
                <a:solidFill>
                  <a:srgbClr val="BEA06A"/>
                </a:solidFill>
              </a:defRPr>
            </a:lvl1pPr>
            <a:lvl2pPr algn="l">
              <a:defRPr sz="2250" b="0" i="0">
                <a:solidFill>
                  <a:srgbClr val="BEA06A"/>
                </a:solidFill>
              </a:defRPr>
            </a:lvl2pPr>
            <a:lvl3pPr algn="l">
              <a:defRPr sz="2250" b="0" i="0">
                <a:solidFill>
                  <a:srgbClr val="BEA06A"/>
                </a:solidFill>
              </a:defRPr>
            </a:lvl3pPr>
            <a:lvl4pPr algn="l">
              <a:defRPr sz="2250" b="0" i="0">
                <a:solidFill>
                  <a:srgbClr val="BEA06A"/>
                </a:solidFill>
              </a:defRPr>
            </a:lvl4pPr>
            <a:lvl5pPr algn="l">
              <a:defRPr sz="2250" b="0" i="0">
                <a:solidFill>
                  <a:srgbClr val="BEA06A"/>
                </a:solidFill>
              </a:defRPr>
            </a:lvl5pPr>
            <a:lvl6pPr algn="l">
              <a:defRPr sz="2250" b="0" i="0">
                <a:solidFill>
                  <a:srgbClr val="BEA06A"/>
                </a:solidFill>
              </a:defRPr>
            </a:lvl6pPr>
            <a:lvl7pPr algn="l">
              <a:defRPr sz="2250" b="0" i="0">
                <a:solidFill>
                  <a:srgbClr val="BEA06A"/>
                </a:solidFill>
              </a:defRPr>
            </a:lvl7pPr>
            <a:lvl8pPr algn="l">
              <a:defRPr sz="2250" b="0" i="0">
                <a:solidFill>
                  <a:srgbClr val="BEA06A"/>
                </a:solidFill>
              </a:defRPr>
            </a:lvl8pPr>
            <a:lvl9pPr algn="l">
              <a:defRPr sz="2250" b="0" i="0">
                <a:solidFill>
                  <a:srgbClr val="BEA06A"/>
                </a:solidFill>
              </a:defRPr>
            </a:lvl9pPr>
          </a:lstStyle>
          <a:p>
            <a:pPr algn="l">
              <a:defRPr sz="2250" b="0" i="0">
                <a:solidFill>
                  <a:srgbClr val="BEA06A"/>
                </a:solidFill>
              </a:defRPr>
            </a:pPr>
            <a:r>
              <a:rPr sz="2250" b="0" i="0">
                <a:solidFill>
                  <a:srgbClr val="BEA06A"/>
                </a:solidFill>
              </a:rPr>
              <a:t>Find themes. Read the original sources.</a:t>
            </a:r>
          </a:p>
        </p:txBody>
      </p:sp>
      <p:sp>
        <p:nvSpPr>
          <p:cNvPr id="4" name="">
            <a:extLst>
              <a:ext uri="{FF2B5EF4-FFF2-40B4-BE49-F238E27FC236}">
                <ns2:creationId id="{C5A5BDA2-0D55-48A0-A674-76A219CF9A99}"/>
              </a:ext>
            </a:extLst>
          </p:cNvPr>
          <p:cNvSpPr>
            <a:spLocks noGrp="1"/>
          </p:cNvSpPr>
          <p:nvPr/>
        </p:nvSpPr>
        <p:spPr>
          <a:xfrm>
            <a:off x="723900" y="5400675"/>
            <a:ext cx="7677150" cy="476250"/>
          </a:xfrm>
          <a:prstGeom prst="rect">
            <a:avLst/>
          </a:prstGeom>
          <a:noFill/>
          <a:ln w="0">
            <a:noFill/>
            <a:prstDash val="solid"/>
          </a:ln>
        </p:spPr>
        <p:txBody>
          <a:bodyPr lIns="0" tIns="0" rIns="0" bIns="0"/>
          <a:lstStyle>
            <a:defPPr algn="l">
              <a:defRPr sz="1950" b="0" i="0">
                <a:solidFill>
                  <a:srgbClr val="D5D8DA"/>
                </a:solidFill>
              </a:defRPr>
            </a:defPPr>
            <a:lvl1pPr algn="l">
              <a:defRPr sz="1950" b="0" i="0">
                <a:solidFill>
                  <a:srgbClr val="D5D8DA"/>
                </a:solidFill>
              </a:defRPr>
            </a:lvl1pPr>
            <a:lvl2pPr algn="l">
              <a:defRPr sz="1950" b="0" i="0">
                <a:solidFill>
                  <a:srgbClr val="D5D8DA"/>
                </a:solidFill>
              </a:defRPr>
            </a:lvl2pPr>
            <a:lvl3pPr algn="l">
              <a:defRPr sz="1950" b="0" i="0">
                <a:solidFill>
                  <a:srgbClr val="D5D8DA"/>
                </a:solidFill>
              </a:defRPr>
            </a:lvl3pPr>
            <a:lvl4pPr algn="l">
              <a:defRPr sz="1950" b="0" i="0">
                <a:solidFill>
                  <a:srgbClr val="D5D8DA"/>
                </a:solidFill>
              </a:defRPr>
            </a:lvl4pPr>
            <a:lvl5pPr algn="l">
              <a:defRPr sz="1950" b="0" i="0">
                <a:solidFill>
                  <a:srgbClr val="D5D8DA"/>
                </a:solidFill>
              </a:defRPr>
            </a:lvl5pPr>
            <a:lvl6pPr algn="l">
              <a:defRPr sz="1950" b="0" i="0">
                <a:solidFill>
                  <a:srgbClr val="D5D8DA"/>
                </a:solidFill>
              </a:defRPr>
            </a:lvl6pPr>
            <a:lvl7pPr algn="l">
              <a:defRPr sz="1950" b="0" i="0">
                <a:solidFill>
                  <a:srgbClr val="D5D8DA"/>
                </a:solidFill>
              </a:defRPr>
            </a:lvl7pPr>
            <a:lvl8pPr algn="l">
              <a:defRPr sz="1950" b="0" i="0">
                <a:solidFill>
                  <a:srgbClr val="D5D8DA"/>
                </a:solidFill>
              </a:defRPr>
            </a:lvl8pPr>
            <a:lvl9pPr algn="l">
              <a:defRPr sz="1950" b="0" i="0">
                <a:solidFill>
                  <a:srgbClr val="D5D8DA"/>
                </a:solidFill>
              </a:defRPr>
            </a:lvl9pPr>
          </a:lstStyle>
          <a:p>
            <a:pPr algn="l">
              <a:defRPr sz="1950" b="0" i="0">
                <a:solidFill>
                  <a:srgbClr val="D5D8DA"/>
                </a:solidFill>
              </a:defRPr>
            </a:pPr>
            <a:r>
              <a:rPr sz="1950" b="0" i="0">
                <a:solidFill>
                  <a:srgbClr val="D5D8DA"/>
                </a:solidFill>
              </a:rPr>
              <a:t>For product and business decisions.</a:t>
            </a:r>
          </a:p>
        </p:txBody>
      </p:sp>
      <p:sp>
        <p:nvSpPr>
          <p:cNvPr id="5" name="">
            <a:extLst>
              <a:ext uri="{FF2B5EF4-FFF2-40B4-BE49-F238E27FC236}">
                <ns2:creationId id="{87A350F8-8E5E-434E-AF17-D17239863896}"/>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a:pPr algn="l">
              <a:defRPr sz="1125" b="1" i="0">
                <a:solidFill>
                  <a:srgbClr val="000000"/>
                </a:solidFill>
              </a:defRPr>
            </a:pPr>
            <a:r>
              <a:rPr sz="1125" b="1" i="0">
                <a:solidFill>
                  <a:srgbClr val="000000"/>
                </a:solidFill>
              </a:rPr>
              <a:t>9</a:t>
            </a:r>
          </a:p>
        </p:txBody>
      </p:sp>
    </p:spTree>
    <p:extLst>
      <p:ext uri="{BB962C8B-B14F-4D97-AF65-F5344CB8AC3E}">
        <ns3:creationId val="1027846116"/>
      </p:ext>
    </p:extLst>
  </p:cSld>
</p:sld>
</file>

<file path=ppt/slides/slide10.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6" name="">
            <a:extLst>
              <a:ext uri="{FF2B5EF4-FFF2-40B4-BE49-F238E27FC236}">
                <ns2:creationId id="{9B1156EA-8987-49A4-8E46-F402BF5C6DF7}"/>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a:pPr algn="l">
              <a:defRPr sz="3000" b="0" i="0">
                <a:solidFill>
                  <a:srgbClr val="FFFFFF"/>
                </a:solidFill>
              </a:defRPr>
            </a:pPr>
            <a:r>
              <a:rPr sz="3000" b="0" i="0">
                <a:solidFill>
                  <a:srgbClr val="FFFFFF"/>
                </a:solidFill>
              </a:rPr>
              <a:t>Remi</a:t>
            </a:r>
          </a:p>
        </p:txBody>
      </p:sp>
      <p:sp>
        <p:nvSpPr>
          <p:cNvPr id="2" name="">
            <a:extLst>
              <a:ext uri="{FF2B5EF4-FFF2-40B4-BE49-F238E27FC236}">
                <ns2:creationId id="{86696325-598A-4F15-8C00-2733D0A384FD}"/>
              </a:ext>
            </a:extLst>
          </p:cNvPr>
          <p:cNvSpPr>
            <a:spLocks noGrp="1"/>
          </p:cNvSpPr>
          <p:nvPr/>
        </p:nvSpPr>
        <p:spPr>
          <a:xfrm>
            <a:off x="723900" y="2676525"/>
            <a:ext cx="7734300" cy="1257300"/>
          </a:xfrm>
          <a:prstGeom prst="rect">
            <a:avLst/>
          </a:prstGeom>
          <a:noFill/>
          <a:ln w="0">
            <a:noFill/>
            <a:prstDash val="solid"/>
          </a:ln>
        </p:spPr>
        <p:txBody>
          <a:bodyPr lIns="0" tIns="0" rIns="0" bIns="0"/>
          <a:lstStyle>
            <a:defPPr algn="l">
              <a:defRPr sz="3075" b="1" i="0">
                <a:solidFill>
                  <a:srgbClr val="FFFFFF"/>
                </a:solidFill>
              </a:defRPr>
            </a:defPPr>
            <a:lvl1pPr algn="l">
              <a:defRPr sz="3075" b="1" i="0">
                <a:solidFill>
                  <a:srgbClr val="FFFFFF"/>
                </a:solidFill>
              </a:defRPr>
            </a:lvl1pPr>
            <a:lvl2pPr algn="l">
              <a:defRPr sz="3075" b="1" i="0">
                <a:solidFill>
                  <a:srgbClr val="FFFFFF"/>
                </a:solidFill>
              </a:defRPr>
            </a:lvl2pPr>
            <a:lvl3pPr algn="l">
              <a:defRPr sz="3075" b="1" i="0">
                <a:solidFill>
                  <a:srgbClr val="FFFFFF"/>
                </a:solidFill>
              </a:defRPr>
            </a:lvl3pPr>
            <a:lvl4pPr algn="l">
              <a:defRPr sz="3075" b="1" i="0">
                <a:solidFill>
                  <a:srgbClr val="FFFFFF"/>
                </a:solidFill>
              </a:defRPr>
            </a:lvl4pPr>
            <a:lvl5pPr algn="l">
              <a:defRPr sz="3075" b="1" i="0">
                <a:solidFill>
                  <a:srgbClr val="FFFFFF"/>
                </a:solidFill>
              </a:defRPr>
            </a:lvl5pPr>
            <a:lvl6pPr algn="l">
              <a:defRPr sz="3075" b="1" i="0">
                <a:solidFill>
                  <a:srgbClr val="FFFFFF"/>
                </a:solidFill>
              </a:defRPr>
            </a:lvl6pPr>
            <a:lvl7pPr algn="l">
              <a:defRPr sz="3075" b="1" i="0">
                <a:solidFill>
                  <a:srgbClr val="FFFFFF"/>
                </a:solidFill>
              </a:defRPr>
            </a:lvl7pPr>
            <a:lvl8pPr algn="l">
              <a:defRPr sz="3075" b="1" i="0">
                <a:solidFill>
                  <a:srgbClr val="FFFFFF"/>
                </a:solidFill>
              </a:defRPr>
            </a:lvl8pPr>
            <a:lvl9pPr algn="l">
              <a:defRPr sz="3075" b="1" i="0">
                <a:solidFill>
                  <a:srgbClr val="FFFFFF"/>
                </a:solidFill>
              </a:defRPr>
            </a:lvl9pPr>
          </a:lstStyle>
          <a:p>
            <a:pPr algn="l">
              <a:defRPr sz="3075" b="1" i="0">
                <a:solidFill>
                  <a:srgbClr val="FFFFFF"/>
                </a:solidFill>
              </a:defRPr>
            </a:pPr>
            <a:r>
              <a:rPr sz="3075" b="1" i="0">
                <a:solidFill>
                  <a:srgbClr val="FFFFFF"/>
                </a:solidFill>
              </a:rPr>
              <a:t>Project documents.</a:t>
            </a:r>
          </a:p>
          <a:p>
            <a:pPr algn="l">
              <a:defRPr sz="3075" b="1" i="0">
                <a:solidFill>
                  <a:srgbClr val="FFFFFF"/>
                </a:solidFill>
              </a:defRPr>
            </a:pPr>
            <a:r>
              <a:rPr sz="3075" b="1" i="0">
                <a:solidFill>
                  <a:srgbClr val="FFFFFF"/>
                </a:solidFill>
              </a:rPr>
              <a:t>Retrieved before answering.</a:t>
            </a:r>
          </a:p>
        </p:txBody>
      </p:sp>
      <p:sp>
        <p:nvSpPr>
          <p:cNvPr id="3" name="">
            <a:extLst>
              <a:ext uri="{FF2B5EF4-FFF2-40B4-BE49-F238E27FC236}">
                <ns2:creationId id="{0318606F-670A-4B99-B01B-F0EEADE2C436}"/>
              </a:ext>
            </a:extLst>
          </p:cNvPr>
          <p:cNvSpPr>
            <a:spLocks noGrp="1"/>
          </p:cNvSpPr>
          <p:nvPr/>
        </p:nvSpPr>
        <p:spPr>
          <a:xfrm>
            <a:off x="723900" y="4371975"/>
            <a:ext cx="7734300" cy="666750"/>
          </a:xfrm>
          <a:prstGeom prst="rect">
            <a:avLst/>
          </a:prstGeom>
          <a:noFill/>
          <a:ln w="0">
            <a:noFill/>
            <a:prstDash val="solid"/>
          </a:ln>
        </p:spPr>
        <p:txBody>
          <a:bodyPr lIns="0" tIns="0" rIns="0" bIns="0"/>
          <a:lstStyle>
            <a:defPPr algn="l">
              <a:defRPr sz="2250" b="0" i="0">
                <a:solidFill>
                  <a:srgbClr val="BEA06A"/>
                </a:solidFill>
              </a:defRPr>
            </a:defPPr>
            <a:lvl1pPr algn="l">
              <a:defRPr sz="2250" b="0" i="0">
                <a:solidFill>
                  <a:srgbClr val="BEA06A"/>
                </a:solidFill>
              </a:defRPr>
            </a:lvl1pPr>
            <a:lvl2pPr algn="l">
              <a:defRPr sz="2250" b="0" i="0">
                <a:solidFill>
                  <a:srgbClr val="BEA06A"/>
                </a:solidFill>
              </a:defRPr>
            </a:lvl2pPr>
            <a:lvl3pPr algn="l">
              <a:defRPr sz="2250" b="0" i="0">
                <a:solidFill>
                  <a:srgbClr val="BEA06A"/>
                </a:solidFill>
              </a:defRPr>
            </a:lvl3pPr>
            <a:lvl4pPr algn="l">
              <a:defRPr sz="2250" b="0" i="0">
                <a:solidFill>
                  <a:srgbClr val="BEA06A"/>
                </a:solidFill>
              </a:defRPr>
            </a:lvl4pPr>
            <a:lvl5pPr algn="l">
              <a:defRPr sz="2250" b="0" i="0">
                <a:solidFill>
                  <a:srgbClr val="BEA06A"/>
                </a:solidFill>
              </a:defRPr>
            </a:lvl5pPr>
            <a:lvl6pPr algn="l">
              <a:defRPr sz="2250" b="0" i="0">
                <a:solidFill>
                  <a:srgbClr val="BEA06A"/>
                </a:solidFill>
              </a:defRPr>
            </a:lvl6pPr>
            <a:lvl7pPr algn="l">
              <a:defRPr sz="2250" b="0" i="0">
                <a:solidFill>
                  <a:srgbClr val="BEA06A"/>
                </a:solidFill>
              </a:defRPr>
            </a:lvl7pPr>
            <a:lvl8pPr algn="l">
              <a:defRPr sz="2250" b="0" i="0">
                <a:solidFill>
                  <a:srgbClr val="BEA06A"/>
                </a:solidFill>
              </a:defRPr>
            </a:lvl8pPr>
            <a:lvl9pPr algn="l">
              <a:defRPr sz="2250" b="0" i="0">
                <a:solidFill>
                  <a:srgbClr val="BEA06A"/>
                </a:solidFill>
              </a:defRPr>
            </a:lvl9pPr>
          </a:lstStyle>
          <a:p>
            <a:pPr algn="l">
              <a:defRPr sz="2250" b="0" i="0">
                <a:solidFill>
                  <a:srgbClr val="BEA06A"/>
                </a:solidFill>
              </a:defRPr>
            </a:pPr>
            <a:r>
              <a:rPr sz="2250" b="0" i="0">
                <a:solidFill>
                  <a:srgbClr val="BEA06A"/>
                </a:solidFill>
              </a:rPr>
              <a:t>Retrieve. Cite. Verify.</a:t>
            </a:r>
          </a:p>
        </p:txBody>
      </p:sp>
      <p:sp>
        <p:nvSpPr>
          <p:cNvPr id="4" name="">
            <a:extLst>
              <a:ext uri="{FF2B5EF4-FFF2-40B4-BE49-F238E27FC236}">
                <ns2:creationId id="{1804FC08-3AF6-454F-AA56-391A3E4FB909}"/>
              </a:ext>
            </a:extLst>
          </p:cNvPr>
          <p:cNvSpPr>
            <a:spLocks noGrp="1"/>
          </p:cNvSpPr>
          <p:nvPr/>
        </p:nvSpPr>
        <p:spPr>
          <a:xfrm>
            <a:off x="723900" y="5400675"/>
            <a:ext cx="7677150" cy="476250"/>
          </a:xfrm>
          <a:prstGeom prst="rect">
            <a:avLst/>
          </a:prstGeom>
          <a:noFill/>
          <a:ln w="0">
            <a:noFill/>
            <a:prstDash val="solid"/>
          </a:ln>
        </p:spPr>
        <p:txBody>
          <a:bodyPr lIns="0" tIns="0" rIns="0" bIns="0"/>
          <a:lstStyle>
            <a:defPPr algn="l">
              <a:defRPr sz="1875" b="0" i="0">
                <a:solidFill>
                  <a:srgbClr val="D5D8DA"/>
                </a:solidFill>
              </a:defRPr>
            </a:defPPr>
            <a:lvl1pPr algn="l">
              <a:defRPr sz="1875" b="0" i="0">
                <a:solidFill>
                  <a:srgbClr val="D5D8DA"/>
                </a:solidFill>
              </a:defRPr>
            </a:lvl1pPr>
            <a:lvl2pPr algn="l">
              <a:defRPr sz="1875" b="0" i="0">
                <a:solidFill>
                  <a:srgbClr val="D5D8DA"/>
                </a:solidFill>
              </a:defRPr>
            </a:lvl2pPr>
            <a:lvl3pPr algn="l">
              <a:defRPr sz="1875" b="0" i="0">
                <a:solidFill>
                  <a:srgbClr val="D5D8DA"/>
                </a:solidFill>
              </a:defRPr>
            </a:lvl3pPr>
            <a:lvl4pPr algn="l">
              <a:defRPr sz="1875" b="0" i="0">
                <a:solidFill>
                  <a:srgbClr val="D5D8DA"/>
                </a:solidFill>
              </a:defRPr>
            </a:lvl4pPr>
            <a:lvl5pPr algn="l">
              <a:defRPr sz="1875" b="0" i="0">
                <a:solidFill>
                  <a:srgbClr val="D5D8DA"/>
                </a:solidFill>
              </a:defRPr>
            </a:lvl5pPr>
            <a:lvl6pPr algn="l">
              <a:defRPr sz="1875" b="0" i="0">
                <a:solidFill>
                  <a:srgbClr val="D5D8DA"/>
                </a:solidFill>
              </a:defRPr>
            </a:lvl6pPr>
            <a:lvl7pPr algn="l">
              <a:defRPr sz="1875" b="0" i="0">
                <a:solidFill>
                  <a:srgbClr val="D5D8DA"/>
                </a:solidFill>
              </a:defRPr>
            </a:lvl7pPr>
            <a:lvl8pPr algn="l">
              <a:defRPr sz="1875" b="0" i="0">
                <a:solidFill>
                  <a:srgbClr val="D5D8DA"/>
                </a:solidFill>
              </a:defRPr>
            </a:lvl8pPr>
            <a:lvl9pPr algn="l">
              <a:defRPr sz="1875" b="0" i="0">
                <a:solidFill>
                  <a:srgbClr val="D5D8DA"/>
                </a:solidFill>
              </a:defRPr>
            </a:lvl9pPr>
          </a:lstStyle>
          <a:p>
            <a:pPr algn="l">
              <a:defRPr sz="1875" b="0" i="0">
                <a:solidFill>
                  <a:srgbClr val="D5D8DA"/>
                </a:solidFill>
              </a:defRPr>
            </a:pPr>
            <a:r>
              <a:rPr sz="1875" b="0" i="0">
                <a:solidFill>
                  <a:srgbClr val="D5D8DA"/>
                </a:solidFill>
              </a:rPr>
              <a:t>Local model and scoped tools for engineering.</a:t>
            </a:r>
          </a:p>
        </p:txBody>
      </p:sp>
      <p:sp>
        <p:nvSpPr>
          <p:cNvPr id="5" name="">
            <a:extLst>
              <a:ext uri="{FF2B5EF4-FFF2-40B4-BE49-F238E27FC236}">
                <ns2:creationId id="{DCF0F68B-4A7D-4791-A107-E1828180AAF5}"/>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a:pPr algn="l">
              <a:defRPr sz="1125" b="1" i="0">
                <a:solidFill>
                  <a:srgbClr val="000000"/>
                </a:solidFill>
              </a:defRPr>
            </a:pPr>
            <a:r>
              <a:rPr sz="1125" b="1" i="0">
                <a:solidFill>
                  <a:srgbClr val="000000"/>
                </a:solidFill>
              </a:rPr>
              <a:t>10</a:t>
            </a:r>
          </a:p>
        </p:txBody>
      </p:sp>
    </p:spTree>
    <p:extLst>
      <p:ext uri="{BB962C8B-B14F-4D97-AF65-F5344CB8AC3E}">
        <ns3:creationId val="497082280"/>
      </p:ext>
    </p:extLst>
  </p:cSld>
</p:sld>
</file>

<file path=ppt/slides/slide11.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11" name="">
            <a:extLst>
              <a:ext uri="{FF2B5EF4-FFF2-40B4-BE49-F238E27FC236}">
                <ns2:creationId id="{0FA85AD2-4C6D-41EF-BDC8-64159D097DFD}"/>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Why we love this work</a:t>
            </a:r>
          </a:p>
        </p:txBody>
      </p:sp>
      <p:sp>
        <p:nvSpPr>
          <p:cNvPr id="2" name="">
            <a:extLst>
              <a:ext uri="{FF2B5EF4-FFF2-40B4-BE49-F238E27FC236}">
                <ns2:creationId id="{F977F1D9-1B3B-4F10-BB61-ACD7FD77573F}"/>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11</a:t>
            </a:r>
          </a:p>
        </p:txBody>
      </p:sp>
      <p:sp>
        <p:nvSpPr>
          <p:cNvPr id="3" name="">
            <a:extLst>
              <a:ext uri="{FF2B5EF4-FFF2-40B4-BE49-F238E27FC236}">
                <ns2:creationId id="{1D6CBC50-C279-4861-87F5-D957614B2EA6}"/>
              </a:ext>
            </a:extLst>
          </p:cNvPr>
          <p:cNvSpPr>
            <a:spLocks noGrp="1"/>
          </p:cNvSpPr>
          <p:nvPr/>
        </p:nvSpPr>
        <p:spPr>
          <a:xfrm>
            <a:off x="723900" y="2686050"/>
            <a:ext cx="3524250" cy="466725"/>
          </a:xfrm>
          <a:prstGeom prst="rect">
            <a:avLst/>
          </a:prstGeom>
          <a:noFill/>
          <a:ln w="0">
            <a:noFill/>
            <a:prstDash val="solid"/>
          </a:ln>
        </p:spPr>
        <p:txBody>
          <a:bodyPr lIns="0" tIns="0" rIns="0" bIns="0"/>
          <a:lstStyle>
            <a:defPPr algn="l">
              <a:defRPr sz="2325" b="1" i="0">
                <a:solidFill>
                  <a:srgbClr val="BEA06A"/>
                </a:solidFill>
              </a:defRPr>
            </a:defPPr>
            <a:lvl1pPr algn="l">
              <a:buNone/>
              <a:defRPr sz="2325" b="1" i="0">
                <a:solidFill>
                  <a:srgbClr val="BEA06A"/>
                </a:solidFill>
              </a:defRPr>
            </a:lvl1pPr>
            <a:lvl2pPr algn="l">
              <a:buNone/>
              <a:defRPr sz="2325" b="1" i="0">
                <a:solidFill>
                  <a:srgbClr val="BEA06A"/>
                </a:solidFill>
              </a:defRPr>
            </a:lvl2pPr>
            <a:lvl3pPr algn="l">
              <a:buNone/>
              <a:defRPr sz="2325" b="1" i="0">
                <a:solidFill>
                  <a:srgbClr val="BEA06A"/>
                </a:solidFill>
              </a:defRPr>
            </a:lvl3pPr>
            <a:lvl4pPr algn="l">
              <a:buNone/>
              <a:defRPr sz="2325" b="1" i="0">
                <a:solidFill>
                  <a:srgbClr val="BEA06A"/>
                </a:solidFill>
              </a:defRPr>
            </a:lvl4pPr>
            <a:lvl5pPr algn="l">
              <a:buNone/>
              <a:defRPr sz="2325" b="1" i="0">
                <a:solidFill>
                  <a:srgbClr val="BEA06A"/>
                </a:solidFill>
              </a:defRPr>
            </a:lvl5pPr>
            <a:lvl6pPr algn="l">
              <a:buNone/>
              <a:defRPr sz="2325" b="1" i="0">
                <a:solidFill>
                  <a:srgbClr val="BEA06A"/>
                </a:solidFill>
              </a:defRPr>
            </a:lvl6pPr>
            <a:lvl7pPr algn="l">
              <a:buNone/>
              <a:defRPr sz="2325" b="1" i="0">
                <a:solidFill>
                  <a:srgbClr val="BEA06A"/>
                </a:solidFill>
              </a:defRPr>
            </a:lvl7pPr>
            <a:lvl8pPr algn="l">
              <a:buNone/>
              <a:defRPr sz="2325" b="1" i="0">
                <a:solidFill>
                  <a:srgbClr val="BEA06A"/>
                </a:solidFill>
              </a:defRPr>
            </a:lvl8pPr>
            <a:lvl9pPr algn="l">
              <a:buNone/>
              <a:defRPr sz="2325" b="1" i="0">
                <a:solidFill>
                  <a:srgbClr val="BEA06A"/>
                </a:solidFill>
              </a:defRPr>
            </a:lvl9pPr>
          </a:lstStyle>
          <a:p>
            <a:pPr algn="l">
              <a:buNone/>
              <a:defRPr sz="2325" b="1" i="0">
                <a:solidFill>
                  <a:srgbClr val="BEA06A"/>
                </a:solidFill>
              </a:defRPr>
            </a:pPr>
            <a:r>
              <a:rPr sz="2325" b="1" i="0">
                <a:solidFill>
                  <a:srgbClr val="BEA06A"/>
                </a:solidFill>
              </a:rPr>
              <a:t>VARIETY</a:t>
            </a:r>
          </a:p>
        </p:txBody>
      </p:sp>
      <p:sp>
        <p:nvSpPr>
          <p:cNvPr id="4" name="">
            <a:extLst>
              <a:ext uri="{FF2B5EF4-FFF2-40B4-BE49-F238E27FC236}">
                <ns2:creationId id="{F4E9C001-20D1-4DD6-BBCD-4FCD600D1E5B}"/>
              </a:ext>
            </a:extLst>
          </p:cNvPr>
          <p:cNvSpPr>
            <a:spLocks noGrp="1"/>
          </p:cNvSpPr>
          <p:nvPr/>
        </p:nvSpPr>
        <p:spPr>
          <a:xfrm>
            <a:off x="723900" y="3219450"/>
            <a:ext cx="3667125" cy="542925"/>
          </a:xfrm>
          <a:prstGeom prst="rect">
            <a:avLst/>
          </a:prstGeom>
          <a:noFill/>
          <a:ln w="0">
            <a:noFill/>
            <a:prstDash val="solid"/>
          </a:ln>
        </p:spPr>
        <p:txBody>
          <a:bodyPr lIns="0" tIns="0" rIns="0" bIns="0"/>
          <a:lstStyle>
            <a:defPPr algn="l">
              <a:defRPr sz="1800" b="0" i="0">
                <a:solidFill>
                  <a:srgbClr val="FFFFFF"/>
                </a:solidFill>
              </a:defRPr>
            </a:defPPr>
            <a:lvl1pPr algn="l">
              <a:buNone/>
              <a:defRPr sz="1800" b="0" i="0">
                <a:solidFill>
                  <a:srgbClr val="FFFFFF"/>
                </a:solidFill>
              </a:defRPr>
            </a:lvl1pPr>
            <a:lvl2pPr algn="l">
              <a:buNone/>
              <a:defRPr sz="1800" b="0" i="0">
                <a:solidFill>
                  <a:srgbClr val="FFFFFF"/>
                </a:solidFill>
              </a:defRPr>
            </a:lvl2pPr>
            <a:lvl3pPr algn="l">
              <a:buNone/>
              <a:defRPr sz="1800" b="0" i="0">
                <a:solidFill>
                  <a:srgbClr val="FFFFFF"/>
                </a:solidFill>
              </a:defRPr>
            </a:lvl3pPr>
            <a:lvl4pPr algn="l">
              <a:buNone/>
              <a:defRPr sz="1800" b="0" i="0">
                <a:solidFill>
                  <a:srgbClr val="FFFFFF"/>
                </a:solidFill>
              </a:defRPr>
            </a:lvl4pPr>
            <a:lvl5pPr algn="l">
              <a:buNone/>
              <a:defRPr sz="1800" b="0" i="0">
                <a:solidFill>
                  <a:srgbClr val="FFFFFF"/>
                </a:solidFill>
              </a:defRPr>
            </a:lvl5pPr>
            <a:lvl6pPr algn="l">
              <a:buNone/>
              <a:defRPr sz="1800" b="0" i="0">
                <a:solidFill>
                  <a:srgbClr val="FFFFFF"/>
                </a:solidFill>
              </a:defRPr>
            </a:lvl6pPr>
            <a:lvl7pPr algn="l">
              <a:buNone/>
              <a:defRPr sz="1800" b="0" i="0">
                <a:solidFill>
                  <a:srgbClr val="FFFFFF"/>
                </a:solidFill>
              </a:defRPr>
            </a:lvl7pPr>
            <a:lvl8pPr algn="l">
              <a:buNone/>
              <a:defRPr sz="1800" b="0" i="0">
                <a:solidFill>
                  <a:srgbClr val="FFFFFF"/>
                </a:solidFill>
              </a:defRPr>
            </a:lvl8pPr>
            <a:lvl9pPr algn="l">
              <a:buNone/>
              <a:defRPr sz="1800" b="0" i="0">
                <a:solidFill>
                  <a:srgbClr val="FFFFFF"/>
                </a:solidFill>
              </a:defRPr>
            </a:lvl9pPr>
          </a:lstStyle>
          <a:p>
            <a:pPr algn="l">
              <a:buNone/>
              <a:defRPr sz="1800" b="0" i="0">
                <a:solidFill>
                  <a:srgbClr val="FFFFFF"/>
                </a:solidFill>
              </a:defRPr>
            </a:pPr>
            <a:r>
              <a:rPr sz="1800" b="0" i="0">
                <a:solidFill>
                  <a:srgbClr val="FFFFFF"/>
                </a:solidFill>
              </a:rPr>
              <a:t>AI, software, machines</a:t>
            </a:r>
          </a:p>
        </p:txBody>
      </p:sp>
      <p:sp>
        <p:nvSpPr>
          <p:cNvPr id="5" name="">
            <a:extLst>
              <a:ext uri="{FF2B5EF4-FFF2-40B4-BE49-F238E27FC236}">
                <ns2:creationId id="{84EAA43C-6C73-4ACF-881D-7CB0D03E84AE}"/>
              </a:ext>
            </a:extLst>
          </p:cNvPr>
          <p:cNvSpPr>
            <a:spLocks noGrp="1"/>
          </p:cNvSpPr>
          <p:nvPr/>
        </p:nvSpPr>
        <p:spPr>
          <a:xfrm>
            <a:off x="4857750" y="2686050"/>
            <a:ext cx="3524250" cy="466725"/>
          </a:xfrm>
          <a:prstGeom prst="rect">
            <a:avLst/>
          </a:prstGeom>
          <a:noFill/>
          <a:ln w="0">
            <a:noFill/>
            <a:prstDash val="solid"/>
          </a:ln>
        </p:spPr>
        <p:txBody>
          <a:bodyPr lIns="0" tIns="0" rIns="0" bIns="0"/>
          <a:lstStyle>
            <a:defPPr algn="l">
              <a:defRPr sz="2325" b="1" i="0">
                <a:solidFill>
                  <a:srgbClr val="BEA06A"/>
                </a:solidFill>
              </a:defRPr>
            </a:defPPr>
            <a:lvl1pPr algn="l">
              <a:buNone/>
              <a:defRPr sz="2325" b="1" i="0">
                <a:solidFill>
                  <a:srgbClr val="BEA06A"/>
                </a:solidFill>
              </a:defRPr>
            </a:lvl1pPr>
            <a:lvl2pPr algn="l">
              <a:buNone/>
              <a:defRPr sz="2325" b="1" i="0">
                <a:solidFill>
                  <a:srgbClr val="BEA06A"/>
                </a:solidFill>
              </a:defRPr>
            </a:lvl2pPr>
            <a:lvl3pPr algn="l">
              <a:buNone/>
              <a:defRPr sz="2325" b="1" i="0">
                <a:solidFill>
                  <a:srgbClr val="BEA06A"/>
                </a:solidFill>
              </a:defRPr>
            </a:lvl3pPr>
            <a:lvl4pPr algn="l">
              <a:buNone/>
              <a:defRPr sz="2325" b="1" i="0">
                <a:solidFill>
                  <a:srgbClr val="BEA06A"/>
                </a:solidFill>
              </a:defRPr>
            </a:lvl4pPr>
            <a:lvl5pPr algn="l">
              <a:buNone/>
              <a:defRPr sz="2325" b="1" i="0">
                <a:solidFill>
                  <a:srgbClr val="BEA06A"/>
                </a:solidFill>
              </a:defRPr>
            </a:lvl5pPr>
            <a:lvl6pPr algn="l">
              <a:buNone/>
              <a:defRPr sz="2325" b="1" i="0">
                <a:solidFill>
                  <a:srgbClr val="BEA06A"/>
                </a:solidFill>
              </a:defRPr>
            </a:lvl6pPr>
            <a:lvl7pPr algn="l">
              <a:buNone/>
              <a:defRPr sz="2325" b="1" i="0">
                <a:solidFill>
                  <a:srgbClr val="BEA06A"/>
                </a:solidFill>
              </a:defRPr>
            </a:lvl7pPr>
            <a:lvl8pPr algn="l">
              <a:buNone/>
              <a:defRPr sz="2325" b="1" i="0">
                <a:solidFill>
                  <a:srgbClr val="BEA06A"/>
                </a:solidFill>
              </a:defRPr>
            </a:lvl8pPr>
            <a:lvl9pPr algn="l">
              <a:buNone/>
              <a:defRPr sz="2325" b="1" i="0">
                <a:solidFill>
                  <a:srgbClr val="BEA06A"/>
                </a:solidFill>
              </a:defRPr>
            </a:lvl9pPr>
          </a:lstStyle>
          <a:p>
            <a:pPr algn="l">
              <a:buNone/>
              <a:defRPr sz="2325" b="1" i="0">
                <a:solidFill>
                  <a:srgbClr val="BEA06A"/>
                </a:solidFill>
              </a:defRPr>
            </a:pPr>
            <a:r>
              <a:rPr sz="2325" b="1" i="0">
                <a:solidFill>
                  <a:srgbClr val="BEA06A"/>
                </a:solidFill>
              </a:rPr>
              <a:t>FREEDOM</a:t>
            </a:r>
          </a:p>
        </p:txBody>
      </p:sp>
      <p:sp>
        <p:nvSpPr>
          <p:cNvPr id="6" name="">
            <a:extLst>
              <a:ext uri="{FF2B5EF4-FFF2-40B4-BE49-F238E27FC236}">
                <ns2:creationId id="{78523446-C2A7-486D-A964-356B4DB41418}"/>
              </a:ext>
            </a:extLst>
          </p:cNvPr>
          <p:cNvSpPr>
            <a:spLocks noGrp="1"/>
          </p:cNvSpPr>
          <p:nvPr/>
        </p:nvSpPr>
        <p:spPr>
          <a:xfrm>
            <a:off x="4857750" y="3219450"/>
            <a:ext cx="3667125" cy="542925"/>
          </a:xfrm>
          <a:prstGeom prst="rect">
            <a:avLst/>
          </a:prstGeom>
          <a:noFill/>
          <a:ln w="0">
            <a:noFill/>
            <a:prstDash val="solid"/>
          </a:ln>
        </p:spPr>
        <p:txBody>
          <a:bodyPr lIns="0" tIns="0" rIns="0" bIns="0"/>
          <a:lstStyle>
            <a:defPPr algn="l">
              <a:defRPr sz="1800" b="0" i="0">
                <a:solidFill>
                  <a:srgbClr val="FFFFFF"/>
                </a:solidFill>
              </a:defRPr>
            </a:defPPr>
            <a:lvl1pPr algn="l">
              <a:buNone/>
              <a:defRPr sz="1800" b="0" i="0">
                <a:solidFill>
                  <a:srgbClr val="FFFFFF"/>
                </a:solidFill>
              </a:defRPr>
            </a:lvl1pPr>
            <a:lvl2pPr algn="l">
              <a:buNone/>
              <a:defRPr sz="1800" b="0" i="0">
                <a:solidFill>
                  <a:srgbClr val="FFFFFF"/>
                </a:solidFill>
              </a:defRPr>
            </a:lvl2pPr>
            <a:lvl3pPr algn="l">
              <a:buNone/>
              <a:defRPr sz="1800" b="0" i="0">
                <a:solidFill>
                  <a:srgbClr val="FFFFFF"/>
                </a:solidFill>
              </a:defRPr>
            </a:lvl3pPr>
            <a:lvl4pPr algn="l">
              <a:buNone/>
              <a:defRPr sz="1800" b="0" i="0">
                <a:solidFill>
                  <a:srgbClr val="FFFFFF"/>
                </a:solidFill>
              </a:defRPr>
            </a:lvl4pPr>
            <a:lvl5pPr algn="l">
              <a:buNone/>
              <a:defRPr sz="1800" b="0" i="0">
                <a:solidFill>
                  <a:srgbClr val="FFFFFF"/>
                </a:solidFill>
              </a:defRPr>
            </a:lvl5pPr>
            <a:lvl6pPr algn="l">
              <a:buNone/>
              <a:defRPr sz="1800" b="0" i="0">
                <a:solidFill>
                  <a:srgbClr val="FFFFFF"/>
                </a:solidFill>
              </a:defRPr>
            </a:lvl6pPr>
            <a:lvl7pPr algn="l">
              <a:buNone/>
              <a:defRPr sz="1800" b="0" i="0">
                <a:solidFill>
                  <a:srgbClr val="FFFFFF"/>
                </a:solidFill>
              </a:defRPr>
            </a:lvl7pPr>
            <a:lvl8pPr algn="l">
              <a:buNone/>
              <a:defRPr sz="1800" b="0" i="0">
                <a:solidFill>
                  <a:srgbClr val="FFFFFF"/>
                </a:solidFill>
              </a:defRPr>
            </a:lvl8pPr>
            <a:lvl9pPr algn="l">
              <a:buNone/>
              <a:defRPr sz="1800" b="0" i="0">
                <a:solidFill>
                  <a:srgbClr val="FFFFFF"/>
                </a:solidFill>
              </a:defRPr>
            </a:lvl9pPr>
          </a:lstStyle>
          <a:p>
            <a:pPr algn="l">
              <a:buNone/>
              <a:defRPr sz="1800" b="0" i="0">
                <a:solidFill>
                  <a:srgbClr val="FFFFFF"/>
                </a:solidFill>
              </a:defRPr>
            </a:pPr>
            <a:r>
              <a:rPr sz="1800" b="0" i="0">
                <a:solidFill>
                  <a:srgbClr val="FFFFFF"/>
                </a:solidFill>
              </a:rPr>
              <a:t>Room to explore ideas</a:t>
            </a:r>
          </a:p>
        </p:txBody>
      </p:sp>
      <p:sp>
        <p:nvSpPr>
          <p:cNvPr id="7" name="">
            <a:extLst>
              <a:ext uri="{FF2B5EF4-FFF2-40B4-BE49-F238E27FC236}">
                <ns2:creationId id="{29E64668-D269-420C-98DD-9FAD60EEE8CC}"/>
              </a:ext>
            </a:extLst>
          </p:cNvPr>
          <p:cNvSpPr>
            <a:spLocks noGrp="1"/>
          </p:cNvSpPr>
          <p:nvPr/>
        </p:nvSpPr>
        <p:spPr>
          <a:xfrm>
            <a:off x="723900" y="4362450"/>
            <a:ext cx="3524250" cy="466725"/>
          </a:xfrm>
          <a:prstGeom prst="rect">
            <a:avLst/>
          </a:prstGeom>
          <a:noFill/>
          <a:ln w="0">
            <a:noFill/>
            <a:prstDash val="solid"/>
          </a:ln>
        </p:spPr>
        <p:txBody>
          <a:bodyPr lIns="0" tIns="0" rIns="0" bIns="0"/>
          <a:lstStyle>
            <a:defPPr algn="l">
              <a:defRPr sz="2325" b="1" i="0">
                <a:solidFill>
                  <a:srgbClr val="BEA06A"/>
                </a:solidFill>
              </a:defRPr>
            </a:defPPr>
            <a:lvl1pPr algn="l">
              <a:buNone/>
              <a:defRPr sz="2325" b="1" i="0">
                <a:solidFill>
                  <a:srgbClr val="BEA06A"/>
                </a:solidFill>
              </a:defRPr>
            </a:lvl1pPr>
            <a:lvl2pPr algn="l">
              <a:buNone/>
              <a:defRPr sz="2325" b="1" i="0">
                <a:solidFill>
                  <a:srgbClr val="BEA06A"/>
                </a:solidFill>
              </a:defRPr>
            </a:lvl2pPr>
            <a:lvl3pPr algn="l">
              <a:buNone/>
              <a:defRPr sz="2325" b="1" i="0">
                <a:solidFill>
                  <a:srgbClr val="BEA06A"/>
                </a:solidFill>
              </a:defRPr>
            </a:lvl3pPr>
            <a:lvl4pPr algn="l">
              <a:buNone/>
              <a:defRPr sz="2325" b="1" i="0">
                <a:solidFill>
                  <a:srgbClr val="BEA06A"/>
                </a:solidFill>
              </a:defRPr>
            </a:lvl4pPr>
            <a:lvl5pPr algn="l">
              <a:buNone/>
              <a:defRPr sz="2325" b="1" i="0">
                <a:solidFill>
                  <a:srgbClr val="BEA06A"/>
                </a:solidFill>
              </a:defRPr>
            </a:lvl5pPr>
            <a:lvl6pPr algn="l">
              <a:buNone/>
              <a:defRPr sz="2325" b="1" i="0">
                <a:solidFill>
                  <a:srgbClr val="BEA06A"/>
                </a:solidFill>
              </a:defRPr>
            </a:lvl6pPr>
            <a:lvl7pPr algn="l">
              <a:buNone/>
              <a:defRPr sz="2325" b="1" i="0">
                <a:solidFill>
                  <a:srgbClr val="BEA06A"/>
                </a:solidFill>
              </a:defRPr>
            </a:lvl7pPr>
            <a:lvl8pPr algn="l">
              <a:buNone/>
              <a:defRPr sz="2325" b="1" i="0">
                <a:solidFill>
                  <a:srgbClr val="BEA06A"/>
                </a:solidFill>
              </a:defRPr>
            </a:lvl8pPr>
            <a:lvl9pPr algn="l">
              <a:buNone/>
              <a:defRPr sz="2325" b="1" i="0">
                <a:solidFill>
                  <a:srgbClr val="BEA06A"/>
                </a:solidFill>
              </a:defRPr>
            </a:lvl9pPr>
          </a:lstStyle>
          <a:p>
            <a:pPr algn="l">
              <a:buNone/>
              <a:defRPr sz="2325" b="1" i="0">
                <a:solidFill>
                  <a:srgbClr val="BEA06A"/>
                </a:solidFill>
              </a:defRPr>
            </a:pPr>
            <a:r>
              <a:rPr sz="2325" b="1" i="0">
                <a:solidFill>
                  <a:srgbClr val="BEA06A"/>
                </a:solidFill>
              </a:rPr>
              <a:t>OWNERSHIP</a:t>
            </a:r>
          </a:p>
        </p:txBody>
      </p:sp>
      <p:sp>
        <p:nvSpPr>
          <p:cNvPr id="8" name="">
            <a:extLst>
              <a:ext uri="{FF2B5EF4-FFF2-40B4-BE49-F238E27FC236}">
                <ns2:creationId id="{5BE92EAC-3DBA-4E31-9DE2-09E6E99F4B15}"/>
              </a:ext>
            </a:extLst>
          </p:cNvPr>
          <p:cNvSpPr>
            <a:spLocks noGrp="1"/>
          </p:cNvSpPr>
          <p:nvPr/>
        </p:nvSpPr>
        <p:spPr>
          <a:xfrm>
            <a:off x="723900" y="4895850"/>
            <a:ext cx="3667125" cy="542925"/>
          </a:xfrm>
          <a:prstGeom prst="rect">
            <a:avLst/>
          </a:prstGeom>
          <a:noFill/>
          <a:ln w="0">
            <a:noFill/>
            <a:prstDash val="solid"/>
          </a:ln>
        </p:spPr>
        <p:txBody>
          <a:bodyPr lIns="0" tIns="0" rIns="0" bIns="0"/>
          <a:lstStyle>
            <a:defPPr algn="l">
              <a:defRPr sz="1800" b="0" i="0">
                <a:solidFill>
                  <a:srgbClr val="FFFFFF"/>
                </a:solidFill>
              </a:defRPr>
            </a:defPPr>
            <a:lvl1pPr algn="l">
              <a:buNone/>
              <a:defRPr sz="1800" b="0" i="0">
                <a:solidFill>
                  <a:srgbClr val="FFFFFF"/>
                </a:solidFill>
              </a:defRPr>
            </a:lvl1pPr>
            <a:lvl2pPr algn="l">
              <a:buNone/>
              <a:defRPr sz="1800" b="0" i="0">
                <a:solidFill>
                  <a:srgbClr val="FFFFFF"/>
                </a:solidFill>
              </a:defRPr>
            </a:lvl2pPr>
            <a:lvl3pPr algn="l">
              <a:buNone/>
              <a:defRPr sz="1800" b="0" i="0">
                <a:solidFill>
                  <a:srgbClr val="FFFFFF"/>
                </a:solidFill>
              </a:defRPr>
            </a:lvl3pPr>
            <a:lvl4pPr algn="l">
              <a:buNone/>
              <a:defRPr sz="1800" b="0" i="0">
                <a:solidFill>
                  <a:srgbClr val="FFFFFF"/>
                </a:solidFill>
              </a:defRPr>
            </a:lvl4pPr>
            <a:lvl5pPr algn="l">
              <a:buNone/>
              <a:defRPr sz="1800" b="0" i="0">
                <a:solidFill>
                  <a:srgbClr val="FFFFFF"/>
                </a:solidFill>
              </a:defRPr>
            </a:lvl5pPr>
            <a:lvl6pPr algn="l">
              <a:buNone/>
              <a:defRPr sz="1800" b="0" i="0">
                <a:solidFill>
                  <a:srgbClr val="FFFFFF"/>
                </a:solidFill>
              </a:defRPr>
            </a:lvl6pPr>
            <a:lvl7pPr algn="l">
              <a:buNone/>
              <a:defRPr sz="1800" b="0" i="0">
                <a:solidFill>
                  <a:srgbClr val="FFFFFF"/>
                </a:solidFill>
              </a:defRPr>
            </a:lvl7pPr>
            <a:lvl8pPr algn="l">
              <a:buNone/>
              <a:defRPr sz="1800" b="0" i="0">
                <a:solidFill>
                  <a:srgbClr val="FFFFFF"/>
                </a:solidFill>
              </a:defRPr>
            </a:lvl8pPr>
            <a:lvl9pPr algn="l">
              <a:buNone/>
              <a:defRPr sz="1800" b="0" i="0">
                <a:solidFill>
                  <a:srgbClr val="FFFFFF"/>
                </a:solidFill>
              </a:defRPr>
            </a:lvl9pPr>
          </a:lstStyle>
          <a:p>
            <a:pPr algn="l">
              <a:buNone/>
              <a:defRPr sz="1800" b="0" i="0">
                <a:solidFill>
                  <a:srgbClr val="FFFFFF"/>
                </a:solidFill>
              </a:defRPr>
            </a:pPr>
            <a:r>
              <a:rPr sz="1800" b="0" i="0">
                <a:solidFill>
                  <a:srgbClr val="FFFFFF"/>
                </a:solidFill>
              </a:rPr>
              <a:t>Carry ideas into use</a:t>
            </a:r>
          </a:p>
        </p:txBody>
      </p:sp>
      <p:sp>
        <p:nvSpPr>
          <p:cNvPr id="9" name="">
            <a:extLst>
              <a:ext uri="{FF2B5EF4-FFF2-40B4-BE49-F238E27FC236}">
                <ns2:creationId id="{529696B3-7E61-48F8-8669-C7D99D87BC1D}"/>
              </a:ext>
            </a:extLst>
          </p:cNvPr>
          <p:cNvSpPr>
            <a:spLocks noGrp="1"/>
          </p:cNvSpPr>
          <p:nvPr/>
        </p:nvSpPr>
        <p:spPr>
          <a:xfrm>
            <a:off x="4857750" y="4362450"/>
            <a:ext cx="3524250" cy="466725"/>
          </a:xfrm>
          <a:prstGeom prst="rect">
            <a:avLst/>
          </a:prstGeom>
          <a:noFill/>
          <a:ln w="0">
            <a:noFill/>
            <a:prstDash val="solid"/>
          </a:ln>
        </p:spPr>
        <p:txBody>
          <a:bodyPr lIns="0" tIns="0" rIns="0" bIns="0"/>
          <a:lstStyle>
            <a:defPPr algn="l">
              <a:defRPr sz="2325" b="1" i="0">
                <a:solidFill>
                  <a:srgbClr val="BEA06A"/>
                </a:solidFill>
              </a:defRPr>
            </a:defPPr>
            <a:lvl1pPr algn="l">
              <a:buNone/>
              <a:defRPr sz="2325" b="1" i="0">
                <a:solidFill>
                  <a:srgbClr val="BEA06A"/>
                </a:solidFill>
              </a:defRPr>
            </a:lvl1pPr>
            <a:lvl2pPr algn="l">
              <a:buNone/>
              <a:defRPr sz="2325" b="1" i="0">
                <a:solidFill>
                  <a:srgbClr val="BEA06A"/>
                </a:solidFill>
              </a:defRPr>
            </a:lvl2pPr>
            <a:lvl3pPr algn="l">
              <a:buNone/>
              <a:defRPr sz="2325" b="1" i="0">
                <a:solidFill>
                  <a:srgbClr val="BEA06A"/>
                </a:solidFill>
              </a:defRPr>
            </a:lvl3pPr>
            <a:lvl4pPr algn="l">
              <a:buNone/>
              <a:defRPr sz="2325" b="1" i="0">
                <a:solidFill>
                  <a:srgbClr val="BEA06A"/>
                </a:solidFill>
              </a:defRPr>
            </a:lvl4pPr>
            <a:lvl5pPr algn="l">
              <a:buNone/>
              <a:defRPr sz="2325" b="1" i="0">
                <a:solidFill>
                  <a:srgbClr val="BEA06A"/>
                </a:solidFill>
              </a:defRPr>
            </a:lvl5pPr>
            <a:lvl6pPr algn="l">
              <a:buNone/>
              <a:defRPr sz="2325" b="1" i="0">
                <a:solidFill>
                  <a:srgbClr val="BEA06A"/>
                </a:solidFill>
              </a:defRPr>
            </a:lvl6pPr>
            <a:lvl7pPr algn="l">
              <a:buNone/>
              <a:defRPr sz="2325" b="1" i="0">
                <a:solidFill>
                  <a:srgbClr val="BEA06A"/>
                </a:solidFill>
              </a:defRPr>
            </a:lvl7pPr>
            <a:lvl8pPr algn="l">
              <a:buNone/>
              <a:defRPr sz="2325" b="1" i="0">
                <a:solidFill>
                  <a:srgbClr val="BEA06A"/>
                </a:solidFill>
              </a:defRPr>
            </a:lvl8pPr>
            <a:lvl9pPr algn="l">
              <a:buNone/>
              <a:defRPr sz="2325" b="1" i="0">
                <a:solidFill>
                  <a:srgbClr val="BEA06A"/>
                </a:solidFill>
              </a:defRPr>
            </a:lvl9pPr>
          </a:lstStyle>
          <a:p>
            <a:pPr algn="l">
              <a:buNone/>
              <a:defRPr sz="2325" b="1" i="0">
                <a:solidFill>
                  <a:srgbClr val="BEA06A"/>
                </a:solidFill>
              </a:defRPr>
            </a:pPr>
            <a:r>
              <a:rPr sz="2325" b="1" i="0">
                <a:solidFill>
                  <a:srgbClr val="BEA06A"/>
                </a:solidFill>
              </a:rPr>
              <a:t>GROWTH</a:t>
            </a:r>
          </a:p>
        </p:txBody>
      </p:sp>
      <p:sp>
        <p:nvSpPr>
          <p:cNvPr id="10" name="">
            <a:extLst>
              <a:ext uri="{FF2B5EF4-FFF2-40B4-BE49-F238E27FC236}">
                <ns2:creationId id="{FBA41055-B537-4BAD-9716-3374AA39CB9D}"/>
              </a:ext>
            </a:extLst>
          </p:cNvPr>
          <p:cNvSpPr>
            <a:spLocks noGrp="1"/>
          </p:cNvSpPr>
          <p:nvPr/>
        </p:nvSpPr>
        <p:spPr>
          <a:xfrm>
            <a:off x="4857750" y="4895850"/>
            <a:ext cx="3667125" cy="542925"/>
          </a:xfrm>
          <a:prstGeom prst="rect">
            <a:avLst/>
          </a:prstGeom>
          <a:noFill/>
          <a:ln w="0">
            <a:noFill/>
            <a:prstDash val="solid"/>
          </a:ln>
        </p:spPr>
        <p:txBody>
          <a:bodyPr lIns="0" tIns="0" rIns="0" bIns="0"/>
          <a:lstStyle>
            <a:defPPr algn="l">
              <a:defRPr sz="1800" b="0" i="0">
                <a:solidFill>
                  <a:srgbClr val="FFFFFF"/>
                </a:solidFill>
              </a:defRPr>
            </a:defPPr>
            <a:lvl1pPr algn="l">
              <a:buNone/>
              <a:defRPr sz="1800" b="0" i="0">
                <a:solidFill>
                  <a:srgbClr val="FFFFFF"/>
                </a:solidFill>
              </a:defRPr>
            </a:lvl1pPr>
            <a:lvl2pPr algn="l">
              <a:buNone/>
              <a:defRPr sz="1800" b="0" i="0">
                <a:solidFill>
                  <a:srgbClr val="FFFFFF"/>
                </a:solidFill>
              </a:defRPr>
            </a:lvl2pPr>
            <a:lvl3pPr algn="l">
              <a:buNone/>
              <a:defRPr sz="1800" b="0" i="0">
                <a:solidFill>
                  <a:srgbClr val="FFFFFF"/>
                </a:solidFill>
              </a:defRPr>
            </a:lvl3pPr>
            <a:lvl4pPr algn="l">
              <a:buNone/>
              <a:defRPr sz="1800" b="0" i="0">
                <a:solidFill>
                  <a:srgbClr val="FFFFFF"/>
                </a:solidFill>
              </a:defRPr>
            </a:lvl4pPr>
            <a:lvl5pPr algn="l">
              <a:buNone/>
              <a:defRPr sz="1800" b="0" i="0">
                <a:solidFill>
                  <a:srgbClr val="FFFFFF"/>
                </a:solidFill>
              </a:defRPr>
            </a:lvl5pPr>
            <a:lvl6pPr algn="l">
              <a:buNone/>
              <a:defRPr sz="1800" b="0" i="0">
                <a:solidFill>
                  <a:srgbClr val="FFFFFF"/>
                </a:solidFill>
              </a:defRPr>
            </a:lvl6pPr>
            <a:lvl7pPr algn="l">
              <a:buNone/>
              <a:defRPr sz="1800" b="0" i="0">
                <a:solidFill>
                  <a:srgbClr val="FFFFFF"/>
                </a:solidFill>
              </a:defRPr>
            </a:lvl7pPr>
            <a:lvl8pPr algn="l">
              <a:buNone/>
              <a:defRPr sz="1800" b="0" i="0">
                <a:solidFill>
                  <a:srgbClr val="FFFFFF"/>
                </a:solidFill>
              </a:defRPr>
            </a:lvl8pPr>
            <a:lvl9pPr algn="l">
              <a:buNone/>
              <a:defRPr sz="1800" b="0" i="0">
                <a:solidFill>
                  <a:srgbClr val="FFFFFF"/>
                </a:solidFill>
              </a:defRPr>
            </a:lvl9pPr>
          </a:lstStyle>
          <a:p>
            <a:pPr algn="l">
              <a:buNone/>
              <a:defRPr sz="1800" b="0" i="0">
                <a:solidFill>
                  <a:srgbClr val="FFFFFF"/>
                </a:solidFill>
              </a:defRPr>
            </a:pPr>
            <a:r>
              <a:rPr sz="1800" b="0" i="0">
                <a:solidFill>
                  <a:srgbClr val="FFFFFF"/>
                </a:solidFill>
              </a:rPr>
              <a:t>Unexpected opportunities</a:t>
            </a:r>
          </a:p>
        </p:txBody>
      </p:sp>
    </p:spTree>
    <p:extLst>
      <p:ext uri="{BB962C8B-B14F-4D97-AF65-F5344CB8AC3E}">
        <ns3:creationId val="639619468"/>
      </p:ext>
    </p:extLst>
  </p:cSld>
</p:sld>
</file>

<file path=ppt/slides/slide12.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5" name="">
            <a:extLst>
              <a:ext uri="{FF2B5EF4-FFF2-40B4-BE49-F238E27FC236}">
                <ns2:creationId id="{74F53755-D18B-494F-91B3-4A8CF82CB40D}"/>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Live demonstration</a:t>
            </a:r>
          </a:p>
        </p:txBody>
      </p:sp>
      <p:sp>
        <p:nvSpPr>
          <p:cNvPr id="2" name="">
            <a:extLst>
              <a:ext uri="{FF2B5EF4-FFF2-40B4-BE49-F238E27FC236}">
                <ns2:creationId id="{53B10451-B5D7-47AF-BD80-1C675D94DD64}"/>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12</a:t>
            </a:r>
          </a:p>
        </p:txBody>
      </p:sp>
      <p:sp>
        <p:nvSpPr>
          <p:cNvPr id="3" name="">
            <a:extLst>
              <a:ext uri="{FF2B5EF4-FFF2-40B4-BE49-F238E27FC236}">
                <ns2:creationId id="{6C991B4C-C3C7-4221-B8C0-A3450B46C642}"/>
              </a:ext>
            </a:extLst>
          </p:cNvPr>
          <p:cNvSpPr>
            <a:spLocks noGrp="1"/>
          </p:cNvSpPr>
          <p:nvPr/>
        </p:nvSpPr>
        <p:spPr>
          <a:xfrm>
            <a:off x="723900" y="3067050"/>
            <a:ext cx="7810500" cy="781050"/>
          </a:xfrm>
          <a:prstGeom prst="rect">
            <a:avLst/>
          </a:prstGeom>
          <a:noFill/>
          <a:ln w="0">
            <a:noFill/>
            <a:prstDash val="solid"/>
          </a:ln>
        </p:spPr>
        <p:txBody>
          <a:bodyPr lIns="0" tIns="0" rIns="0" bIns="0"/>
          <a:lstStyle>
            <a:defPPr algn="l">
              <a:defRPr sz="3600" b="1" i="0">
                <a:solidFill>
                  <a:srgbClr val="FFFFFF"/>
                </a:solidFill>
              </a:defRPr>
            </a:defPPr>
            <a:lvl1pPr algn="l">
              <a:buNone/>
              <a:defRPr sz="3600" b="1" i="0">
                <a:solidFill>
                  <a:srgbClr val="FFFFFF"/>
                </a:solidFill>
              </a:defRPr>
            </a:lvl1pPr>
            <a:lvl2pPr algn="l">
              <a:buNone/>
              <a:defRPr sz="3600" b="1" i="0">
                <a:solidFill>
                  <a:srgbClr val="FFFFFF"/>
                </a:solidFill>
              </a:defRPr>
            </a:lvl2pPr>
            <a:lvl3pPr algn="l">
              <a:buNone/>
              <a:defRPr sz="3600" b="1" i="0">
                <a:solidFill>
                  <a:srgbClr val="FFFFFF"/>
                </a:solidFill>
              </a:defRPr>
            </a:lvl3pPr>
            <a:lvl4pPr algn="l">
              <a:buNone/>
              <a:defRPr sz="3600" b="1" i="0">
                <a:solidFill>
                  <a:srgbClr val="FFFFFF"/>
                </a:solidFill>
              </a:defRPr>
            </a:lvl4pPr>
            <a:lvl5pPr algn="l">
              <a:buNone/>
              <a:defRPr sz="3600" b="1" i="0">
                <a:solidFill>
                  <a:srgbClr val="FFFFFF"/>
                </a:solidFill>
              </a:defRPr>
            </a:lvl5pPr>
            <a:lvl6pPr algn="l">
              <a:buNone/>
              <a:defRPr sz="3600" b="1" i="0">
                <a:solidFill>
                  <a:srgbClr val="FFFFFF"/>
                </a:solidFill>
              </a:defRPr>
            </a:lvl6pPr>
            <a:lvl7pPr algn="l">
              <a:buNone/>
              <a:defRPr sz="3600" b="1" i="0">
                <a:solidFill>
                  <a:srgbClr val="FFFFFF"/>
                </a:solidFill>
              </a:defRPr>
            </a:lvl7pPr>
            <a:lvl8pPr algn="l">
              <a:buNone/>
              <a:defRPr sz="3600" b="1" i="0">
                <a:solidFill>
                  <a:srgbClr val="FFFFFF"/>
                </a:solidFill>
              </a:defRPr>
            </a:lvl8pPr>
            <a:lvl9pPr algn="l">
              <a:buNone/>
              <a:defRPr sz="3600" b="1" i="0">
                <a:solidFill>
                  <a:srgbClr val="FFFFFF"/>
                </a:solidFill>
              </a:defRPr>
            </a:lvl9pPr>
          </a:lstStyle>
          <a:p>
            <a:pPr algn="l">
              <a:buNone/>
              <a:defRPr sz="3600" b="1" i="0">
                <a:solidFill>
                  <a:srgbClr val="FFFFFF"/>
                </a:solidFill>
              </a:defRPr>
            </a:pPr>
            <a:r>
              <a:rPr sz="3600" b="1" i="0">
                <a:solidFill>
                  <a:srgbClr val="FFFFFF"/>
                </a:solidFill>
              </a:rPr>
              <a:t>CAMERA  →  AI  →  ACTION</a:t>
            </a:r>
          </a:p>
        </p:txBody>
      </p:sp>
      <p:sp>
        <p:nvSpPr>
          <p:cNvPr id="4" name="">
            <a:extLst>
              <a:ext uri="{FF2B5EF4-FFF2-40B4-BE49-F238E27FC236}">
                <ns2:creationId id="{6D1BD60B-FA35-47C3-B6E1-5A7A523CA7B8}"/>
              </a:ext>
            </a:extLst>
          </p:cNvPr>
          <p:cNvSpPr>
            <a:spLocks noGrp="1"/>
          </p:cNvSpPr>
          <p:nvPr/>
        </p:nvSpPr>
        <p:spPr>
          <a:xfrm>
            <a:off x="733425" y="4267200"/>
            <a:ext cx="7677150" cy="590550"/>
          </a:xfrm>
          <a:prstGeom prst="rect">
            <a:avLst/>
          </a:prstGeom>
          <a:noFill/>
          <a:ln w="0">
            <a:noFill/>
            <a:prstDash val="solid"/>
          </a:ln>
        </p:spPr>
        <p:txBody>
          <a:bodyPr lIns="0" tIns="0" rIns="0" bIns="0"/>
          <a:lstStyle>
            <a:defPPr algn="l">
              <a:defRPr sz="2250" b="0" i="0">
                <a:solidFill>
                  <a:srgbClr val="BEA06A"/>
                </a:solidFill>
              </a:defRPr>
            </a:defPPr>
            <a:lvl1pPr algn="l">
              <a:buNone/>
              <a:defRPr sz="2250" b="0" i="0">
                <a:solidFill>
                  <a:srgbClr val="BEA06A"/>
                </a:solidFill>
              </a:defRPr>
            </a:lvl1pPr>
            <a:lvl2pPr algn="l">
              <a:buNone/>
              <a:defRPr sz="2250" b="0" i="0">
                <a:solidFill>
                  <a:srgbClr val="BEA06A"/>
                </a:solidFill>
              </a:defRPr>
            </a:lvl2pPr>
            <a:lvl3pPr algn="l">
              <a:buNone/>
              <a:defRPr sz="2250" b="0" i="0">
                <a:solidFill>
                  <a:srgbClr val="BEA06A"/>
                </a:solidFill>
              </a:defRPr>
            </a:lvl3pPr>
            <a:lvl4pPr algn="l">
              <a:buNone/>
              <a:defRPr sz="2250" b="0" i="0">
                <a:solidFill>
                  <a:srgbClr val="BEA06A"/>
                </a:solidFill>
              </a:defRPr>
            </a:lvl4pPr>
            <a:lvl5pPr algn="l">
              <a:buNone/>
              <a:defRPr sz="2250" b="0" i="0">
                <a:solidFill>
                  <a:srgbClr val="BEA06A"/>
                </a:solidFill>
              </a:defRPr>
            </a:lvl5pPr>
            <a:lvl6pPr algn="l">
              <a:buNone/>
              <a:defRPr sz="2250" b="0" i="0">
                <a:solidFill>
                  <a:srgbClr val="BEA06A"/>
                </a:solidFill>
              </a:defRPr>
            </a:lvl6pPr>
            <a:lvl7pPr algn="l">
              <a:buNone/>
              <a:defRPr sz="2250" b="0" i="0">
                <a:solidFill>
                  <a:srgbClr val="BEA06A"/>
                </a:solidFill>
              </a:defRPr>
            </a:lvl7pPr>
            <a:lvl8pPr algn="l">
              <a:buNone/>
              <a:defRPr sz="2250" b="0" i="0">
                <a:solidFill>
                  <a:srgbClr val="BEA06A"/>
                </a:solidFill>
              </a:defRPr>
            </a:lvl8pPr>
            <a:lvl9pPr algn="l">
              <a:buNone/>
              <a:defRPr sz="2250" b="0" i="0">
                <a:solidFill>
                  <a:srgbClr val="BEA06A"/>
                </a:solidFill>
              </a:defRPr>
            </a:lvl9pPr>
          </a:lstStyle>
          <a:p>
            <a:pPr algn="l">
              <a:buNone/>
              <a:defRPr sz="2250" b="0" i="0">
                <a:solidFill>
                  <a:srgbClr val="BEA06A"/>
                </a:solidFill>
              </a:defRPr>
            </a:pPr>
            <a:r>
              <a:rPr sz="2250" b="0" i="0">
                <a:solidFill>
                  <a:srgbClr val="BEA06A"/>
                </a:solidFill>
              </a:rPr>
              <a:t>Gatorade bottles  ·  on-screen sorting</a:t>
            </a:r>
          </a:p>
        </p:txBody>
      </p:sp>
    </p:spTree>
    <p:extLst>
      <p:ext uri="{BB962C8B-B14F-4D97-AF65-F5344CB8AC3E}">
        <ns3:creationId val="389409563"/>
      </p:ext>
    </p:extLst>
  </p:cSld>
</p:sld>
</file>

<file path=ppt/slides/slide13.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11" name="">
            <a:extLst>
              <a:ext uri="{FF2B5EF4-FFF2-40B4-BE49-F238E27FC236}">
                <ns2:creationId id="{A1F7533C-A063-4877-8F2C-12238601AFBD}"/>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The hard problems</a:t>
            </a:r>
          </a:p>
        </p:txBody>
      </p:sp>
      <p:sp>
        <p:nvSpPr>
          <p:cNvPr id="2" name="">
            <a:extLst>
              <a:ext uri="{FF2B5EF4-FFF2-40B4-BE49-F238E27FC236}">
                <ns2:creationId id="{C10B698F-57F2-43CA-9802-0D85442CA123}"/>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13</a:t>
            </a:r>
          </a:p>
        </p:txBody>
      </p:sp>
      <p:sp>
        <p:nvSpPr>
          <p:cNvPr id="3" name="">
            <a:extLst>
              <a:ext uri="{FF2B5EF4-FFF2-40B4-BE49-F238E27FC236}">
                <ns2:creationId id="{F0958AEF-88D8-43CA-BDE1-77631A11F538}"/>
              </a:ext>
            </a:extLst>
          </p:cNvPr>
          <p:cNvSpPr>
            <a:spLocks noGrp="1"/>
          </p:cNvSpPr>
          <p:nvPr/>
        </p:nvSpPr>
        <p:spPr>
          <a:xfrm>
            <a:off x="723900" y="2600325"/>
            <a:ext cx="7753350" cy="581025"/>
          </a:xfrm>
          <a:prstGeom prst="rect">
            <a:avLst/>
          </a:prstGeom>
          <a:noFill/>
          <a:ln w="0">
            <a:noFill/>
            <a:prstDash val="solid"/>
          </a:ln>
        </p:spPr>
        <p:txBody>
          <a:bodyPr lIns="0" tIns="0" rIns="0" bIns="0"/>
          <a:lstStyle>
            <a:defPPr algn="l">
              <a:defRPr sz="2100" b="0" i="0">
                <a:solidFill>
                  <a:srgbClr val="FFFFFF"/>
                </a:solidFill>
              </a:defRPr>
            </a:defPPr>
            <a:lvl1pPr algn="l">
              <a:buNone/>
              <a:defRPr sz="2100" b="0" i="0">
                <a:solidFill>
                  <a:srgbClr val="FFFFFF"/>
                </a:solidFill>
              </a:defRPr>
            </a:lvl1pPr>
            <a:lvl2pPr algn="l">
              <a:buNone/>
              <a:defRPr sz="2100" b="0" i="0">
                <a:solidFill>
                  <a:srgbClr val="FFFFFF"/>
                </a:solidFill>
              </a:defRPr>
            </a:lvl2pPr>
            <a:lvl3pPr algn="l">
              <a:buNone/>
              <a:defRPr sz="2100" b="0" i="0">
                <a:solidFill>
                  <a:srgbClr val="FFFFFF"/>
                </a:solidFill>
              </a:defRPr>
            </a:lvl3pPr>
            <a:lvl4pPr algn="l">
              <a:buNone/>
              <a:defRPr sz="2100" b="0" i="0">
                <a:solidFill>
                  <a:srgbClr val="FFFFFF"/>
                </a:solidFill>
              </a:defRPr>
            </a:lvl4pPr>
            <a:lvl5pPr algn="l">
              <a:buNone/>
              <a:defRPr sz="2100" b="0" i="0">
                <a:solidFill>
                  <a:srgbClr val="FFFFFF"/>
                </a:solidFill>
              </a:defRPr>
            </a:lvl5pPr>
            <a:lvl6pPr algn="l">
              <a:buNone/>
              <a:defRPr sz="2100" b="0" i="0">
                <a:solidFill>
                  <a:srgbClr val="FFFFFF"/>
                </a:solidFill>
              </a:defRPr>
            </a:lvl6pPr>
            <a:lvl7pPr algn="l">
              <a:buNone/>
              <a:defRPr sz="2100" b="0" i="0">
                <a:solidFill>
                  <a:srgbClr val="FFFFFF"/>
                </a:solidFill>
              </a:defRPr>
            </a:lvl7pPr>
            <a:lvl8pPr algn="l">
              <a:buNone/>
              <a:defRPr sz="2100" b="0" i="0">
                <a:solidFill>
                  <a:srgbClr val="FFFFFF"/>
                </a:solidFill>
              </a:defRPr>
            </a:lvl8pPr>
            <a:lvl9pPr algn="l">
              <a:buNone/>
              <a:defRPr sz="2100" b="0" i="0">
                <a:solidFill>
                  <a:srgbClr val="FFFFFF"/>
                </a:solidFill>
              </a:defRPr>
            </a:lvl9pPr>
          </a:lstStyle>
          <a:p>
            <a:pPr algn="l">
              <a:buNone/>
              <a:defRPr sz="2100" b="0" i="0">
                <a:solidFill>
                  <a:srgbClr val="FFFFFF"/>
                </a:solidFill>
              </a:defRPr>
            </a:pPr>
            <a:r>
              <a:rPr sz="2100" b="0" i="0">
                <a:solidFill>
                  <a:srgbClr val="FFFFFF"/>
                </a:solidFill>
              </a:rPr>
              <a:t>The floor changes. The system must keep working.</a:t>
            </a:r>
          </a:p>
        </p:txBody>
      </p:sp>
      <p:sp>
        <p:nvSpPr>
          <p:cNvPr id="4" name="">
            <a:extLst>
              <a:ext uri="{FF2B5EF4-FFF2-40B4-BE49-F238E27FC236}">
                <ns2:creationId id="{973D8A1D-4FB8-41E9-80F1-1E41891BE0A3}"/>
              </a:ext>
            </a:extLst>
          </p:cNvPr>
          <p:cNvSpPr>
            <a:spLocks noGrp="1"/>
          </p:cNvSpPr>
          <p:nvPr/>
        </p:nvSpPr>
        <p:spPr>
          <a:xfrm>
            <a:off x="723900" y="3667125"/>
            <a:ext cx="2533650" cy="514350"/>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VARIATION</a:t>
            </a:r>
          </a:p>
        </p:txBody>
      </p:sp>
      <p:sp>
        <p:nvSpPr>
          <p:cNvPr id="5" name="">
            <a:extLst>
              <a:ext uri="{FF2B5EF4-FFF2-40B4-BE49-F238E27FC236}">
                <ns2:creationId id="{CB957D22-3EC9-4AC0-ADE8-21CB7AB27045}"/>
              </a:ext>
            </a:extLst>
          </p:cNvPr>
          <p:cNvSpPr>
            <a:spLocks noGrp="1"/>
          </p:cNvSpPr>
          <p:nvPr/>
        </p:nvSpPr>
        <p:spPr>
          <a:xfrm>
            <a:off x="723900" y="4219575"/>
            <a:ext cx="2524125" cy="619125"/>
          </a:xfrm>
          <a:prstGeom prst="rect">
            <a:avLst/>
          </a:prstGeom>
          <a:noFill/>
          <a:ln w="0">
            <a:noFill/>
            <a:prstDash val="solid"/>
          </a:ln>
        </p:spPr>
        <p:txBody>
          <a:bodyPr lIns="0" tIns="0" rIns="0" bIns="0"/>
          <a:lstStyle>
            <a:defPPr algn="l">
              <a:defRPr sz="1725" b="0" i="0">
                <a:solidFill>
                  <a:srgbClr val="FFFFFF"/>
                </a:solidFill>
              </a:defRPr>
            </a:defPPr>
            <a:lvl1pPr algn="l">
              <a:buNone/>
              <a:defRPr sz="1725" b="0" i="0">
                <a:solidFill>
                  <a:srgbClr val="FFFFFF"/>
                </a:solidFill>
              </a:defRPr>
            </a:lvl1pPr>
            <a:lvl2pPr algn="l">
              <a:buNone/>
              <a:defRPr sz="1725" b="0" i="0">
                <a:solidFill>
                  <a:srgbClr val="FFFFFF"/>
                </a:solidFill>
              </a:defRPr>
            </a:lvl2pPr>
            <a:lvl3pPr algn="l">
              <a:buNone/>
              <a:defRPr sz="1725" b="0" i="0">
                <a:solidFill>
                  <a:srgbClr val="FFFFFF"/>
                </a:solidFill>
              </a:defRPr>
            </a:lvl3pPr>
            <a:lvl4pPr algn="l">
              <a:buNone/>
              <a:defRPr sz="1725" b="0" i="0">
                <a:solidFill>
                  <a:srgbClr val="FFFFFF"/>
                </a:solidFill>
              </a:defRPr>
            </a:lvl4pPr>
            <a:lvl5pPr algn="l">
              <a:buNone/>
              <a:defRPr sz="1725" b="0" i="0">
                <a:solidFill>
                  <a:srgbClr val="FFFFFF"/>
                </a:solidFill>
              </a:defRPr>
            </a:lvl5pPr>
            <a:lvl6pPr algn="l">
              <a:buNone/>
              <a:defRPr sz="1725" b="0" i="0">
                <a:solidFill>
                  <a:srgbClr val="FFFFFF"/>
                </a:solidFill>
              </a:defRPr>
            </a:lvl6pPr>
            <a:lvl7pPr algn="l">
              <a:buNone/>
              <a:defRPr sz="1725" b="0" i="0">
                <a:solidFill>
                  <a:srgbClr val="FFFFFF"/>
                </a:solidFill>
              </a:defRPr>
            </a:lvl7pPr>
            <a:lvl8pPr algn="l">
              <a:buNone/>
              <a:defRPr sz="1725" b="0" i="0">
                <a:solidFill>
                  <a:srgbClr val="FFFFFF"/>
                </a:solidFill>
              </a:defRPr>
            </a:lvl8pPr>
            <a:lvl9pPr algn="l">
              <a:buNone/>
              <a:defRPr sz="1725" b="0" i="0">
                <a:solidFill>
                  <a:srgbClr val="FFFFFF"/>
                </a:solidFill>
              </a:defRPr>
            </a:lvl9pPr>
          </a:lstStyle>
          <a:p>
            <a:pPr algn="l">
              <a:buNone/>
              <a:defRPr sz="1725" b="0" i="0">
                <a:solidFill>
                  <a:srgbClr val="FFFFFF"/>
                </a:solidFill>
              </a:defRPr>
            </a:pPr>
            <a:r>
              <a:rPr sz="1725" b="0" i="0">
                <a:solidFill>
                  <a:srgbClr val="FFFFFF"/>
                </a:solidFill>
              </a:rPr>
              <a:t>Conditions change</a:t>
            </a:r>
          </a:p>
        </p:txBody>
      </p:sp>
      <p:sp>
        <p:nvSpPr>
          <p:cNvPr id="6" name="">
            <a:extLst>
              <a:ext uri="{FF2B5EF4-FFF2-40B4-BE49-F238E27FC236}">
                <ns2:creationId id="{0ACA5BE1-2F32-48F9-912B-DA8A3F95F80E}"/>
              </a:ext>
            </a:extLst>
          </p:cNvPr>
          <p:cNvSpPr>
            <a:spLocks noGrp="1"/>
          </p:cNvSpPr>
          <p:nvPr/>
        </p:nvSpPr>
        <p:spPr>
          <a:xfrm>
            <a:off x="3419475" y="3667125"/>
            <a:ext cx="2533650" cy="514350"/>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TIMING</a:t>
            </a:r>
          </a:p>
        </p:txBody>
      </p:sp>
      <p:sp>
        <p:nvSpPr>
          <p:cNvPr id="7" name="">
            <a:extLst>
              <a:ext uri="{FF2B5EF4-FFF2-40B4-BE49-F238E27FC236}">
                <ns2:creationId id="{DF3BA347-B4A6-4CC0-8DF7-EAFC2872E248}"/>
              </a:ext>
            </a:extLst>
          </p:cNvPr>
          <p:cNvSpPr>
            <a:spLocks noGrp="1"/>
          </p:cNvSpPr>
          <p:nvPr/>
        </p:nvSpPr>
        <p:spPr>
          <a:xfrm>
            <a:off x="3419475" y="4219575"/>
            <a:ext cx="2524125" cy="619125"/>
          </a:xfrm>
          <a:prstGeom prst="rect">
            <a:avLst/>
          </a:prstGeom>
          <a:noFill/>
          <a:ln w="0">
            <a:noFill/>
            <a:prstDash val="solid"/>
          </a:ln>
        </p:spPr>
        <p:txBody>
          <a:bodyPr lIns="0" tIns="0" rIns="0" bIns="0"/>
          <a:lstStyle>
            <a:defPPr algn="l">
              <a:defRPr sz="1725" b="0" i="0">
                <a:solidFill>
                  <a:srgbClr val="FFFFFF"/>
                </a:solidFill>
              </a:defRPr>
            </a:defPPr>
            <a:lvl1pPr algn="l">
              <a:buNone/>
              <a:defRPr sz="1725" b="0" i="0">
                <a:solidFill>
                  <a:srgbClr val="FFFFFF"/>
                </a:solidFill>
              </a:defRPr>
            </a:lvl1pPr>
            <a:lvl2pPr algn="l">
              <a:buNone/>
              <a:defRPr sz="1725" b="0" i="0">
                <a:solidFill>
                  <a:srgbClr val="FFFFFF"/>
                </a:solidFill>
              </a:defRPr>
            </a:lvl2pPr>
            <a:lvl3pPr algn="l">
              <a:buNone/>
              <a:defRPr sz="1725" b="0" i="0">
                <a:solidFill>
                  <a:srgbClr val="FFFFFF"/>
                </a:solidFill>
              </a:defRPr>
            </a:lvl3pPr>
            <a:lvl4pPr algn="l">
              <a:buNone/>
              <a:defRPr sz="1725" b="0" i="0">
                <a:solidFill>
                  <a:srgbClr val="FFFFFF"/>
                </a:solidFill>
              </a:defRPr>
            </a:lvl4pPr>
            <a:lvl5pPr algn="l">
              <a:buNone/>
              <a:defRPr sz="1725" b="0" i="0">
                <a:solidFill>
                  <a:srgbClr val="FFFFFF"/>
                </a:solidFill>
              </a:defRPr>
            </a:lvl5pPr>
            <a:lvl6pPr algn="l">
              <a:buNone/>
              <a:defRPr sz="1725" b="0" i="0">
                <a:solidFill>
                  <a:srgbClr val="FFFFFF"/>
                </a:solidFill>
              </a:defRPr>
            </a:lvl6pPr>
            <a:lvl7pPr algn="l">
              <a:buNone/>
              <a:defRPr sz="1725" b="0" i="0">
                <a:solidFill>
                  <a:srgbClr val="FFFFFF"/>
                </a:solidFill>
              </a:defRPr>
            </a:lvl7pPr>
            <a:lvl8pPr algn="l">
              <a:buNone/>
              <a:defRPr sz="1725" b="0" i="0">
                <a:solidFill>
                  <a:srgbClr val="FFFFFF"/>
                </a:solidFill>
              </a:defRPr>
            </a:lvl8pPr>
            <a:lvl9pPr algn="l">
              <a:buNone/>
              <a:defRPr sz="1725" b="0" i="0">
                <a:solidFill>
                  <a:srgbClr val="FFFFFF"/>
                </a:solidFill>
              </a:defRPr>
            </a:lvl9pPr>
          </a:lstStyle>
          <a:p>
            <a:pPr algn="l">
              <a:buNone/>
              <a:defRPr sz="1725" b="0" i="0">
                <a:solidFill>
                  <a:srgbClr val="FFFFFF"/>
                </a:solidFill>
              </a:defRPr>
            </a:pPr>
            <a:r>
              <a:rPr sz="1725" b="0" i="0">
                <a:solidFill>
                  <a:srgbClr val="FFFFFF"/>
                </a:solidFill>
              </a:rPr>
              <a:t>Decisions at pace</a:t>
            </a:r>
          </a:p>
        </p:txBody>
      </p:sp>
      <p:sp>
        <p:nvSpPr>
          <p:cNvPr id="8" name="">
            <a:extLst>
              <a:ext uri="{FF2B5EF4-FFF2-40B4-BE49-F238E27FC236}">
                <ns2:creationId id="{6EBE70AE-F7A4-4D9A-8BBE-8960AD146CEF}"/>
              </a:ext>
            </a:extLst>
          </p:cNvPr>
          <p:cNvSpPr>
            <a:spLocks noGrp="1"/>
          </p:cNvSpPr>
          <p:nvPr/>
        </p:nvSpPr>
        <p:spPr>
          <a:xfrm>
            <a:off x="6229350" y="3667125"/>
            <a:ext cx="2533650" cy="514350"/>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RELIABILITY</a:t>
            </a:r>
          </a:p>
        </p:txBody>
      </p:sp>
      <p:sp>
        <p:nvSpPr>
          <p:cNvPr id="9" name="">
            <a:extLst>
              <a:ext uri="{FF2B5EF4-FFF2-40B4-BE49-F238E27FC236}">
                <ns2:creationId id="{86C1E48F-1B7B-450A-B6BD-8D16F79DE8A6}"/>
              </a:ext>
            </a:extLst>
          </p:cNvPr>
          <p:cNvSpPr>
            <a:spLocks noGrp="1"/>
          </p:cNvSpPr>
          <p:nvPr/>
        </p:nvSpPr>
        <p:spPr>
          <a:xfrm>
            <a:off x="6229350" y="4219575"/>
            <a:ext cx="2524125" cy="619125"/>
          </a:xfrm>
          <a:prstGeom prst="rect">
            <a:avLst/>
          </a:prstGeom>
          <a:noFill/>
          <a:ln w="0">
            <a:noFill/>
            <a:prstDash val="solid"/>
          </a:ln>
        </p:spPr>
        <p:txBody>
          <a:bodyPr lIns="0" tIns="0" rIns="0" bIns="0"/>
          <a:lstStyle>
            <a:defPPr algn="l">
              <a:defRPr sz="1725" b="0" i="0">
                <a:solidFill>
                  <a:srgbClr val="FFFFFF"/>
                </a:solidFill>
              </a:defRPr>
            </a:defPPr>
            <a:lvl1pPr algn="l">
              <a:buNone/>
              <a:defRPr sz="1725" b="0" i="0">
                <a:solidFill>
                  <a:srgbClr val="FFFFFF"/>
                </a:solidFill>
              </a:defRPr>
            </a:lvl1pPr>
            <a:lvl2pPr algn="l">
              <a:buNone/>
              <a:defRPr sz="1725" b="0" i="0">
                <a:solidFill>
                  <a:srgbClr val="FFFFFF"/>
                </a:solidFill>
              </a:defRPr>
            </a:lvl2pPr>
            <a:lvl3pPr algn="l">
              <a:buNone/>
              <a:defRPr sz="1725" b="0" i="0">
                <a:solidFill>
                  <a:srgbClr val="FFFFFF"/>
                </a:solidFill>
              </a:defRPr>
            </a:lvl3pPr>
            <a:lvl4pPr algn="l">
              <a:buNone/>
              <a:defRPr sz="1725" b="0" i="0">
                <a:solidFill>
                  <a:srgbClr val="FFFFFF"/>
                </a:solidFill>
              </a:defRPr>
            </a:lvl4pPr>
            <a:lvl5pPr algn="l">
              <a:buNone/>
              <a:defRPr sz="1725" b="0" i="0">
                <a:solidFill>
                  <a:srgbClr val="FFFFFF"/>
                </a:solidFill>
              </a:defRPr>
            </a:lvl5pPr>
            <a:lvl6pPr algn="l">
              <a:buNone/>
              <a:defRPr sz="1725" b="0" i="0">
                <a:solidFill>
                  <a:srgbClr val="FFFFFF"/>
                </a:solidFill>
              </a:defRPr>
            </a:lvl6pPr>
            <a:lvl7pPr algn="l">
              <a:buNone/>
              <a:defRPr sz="1725" b="0" i="0">
                <a:solidFill>
                  <a:srgbClr val="FFFFFF"/>
                </a:solidFill>
              </a:defRPr>
            </a:lvl7pPr>
            <a:lvl8pPr algn="l">
              <a:buNone/>
              <a:defRPr sz="1725" b="0" i="0">
                <a:solidFill>
                  <a:srgbClr val="FFFFFF"/>
                </a:solidFill>
              </a:defRPr>
            </a:lvl8pPr>
            <a:lvl9pPr algn="l">
              <a:buNone/>
              <a:defRPr sz="1725" b="0" i="0">
                <a:solidFill>
                  <a:srgbClr val="FFFFFF"/>
                </a:solidFill>
              </a:defRPr>
            </a:lvl9pPr>
          </a:lstStyle>
          <a:p>
            <a:pPr algn="l">
              <a:buNone/>
              <a:defRPr sz="1725" b="0" i="0">
                <a:solidFill>
                  <a:srgbClr val="FFFFFF"/>
                </a:solidFill>
              </a:defRPr>
            </a:pPr>
            <a:r>
              <a:rPr sz="1725" b="0" i="0">
                <a:solidFill>
                  <a:srgbClr val="FFFFFF"/>
                </a:solidFill>
              </a:rPr>
              <a:t>Results people trust</a:t>
            </a:r>
          </a:p>
        </p:txBody>
      </p:sp>
      <p:sp>
        <p:nvSpPr>
          <p:cNvPr id="10" name="">
            <a:extLst>
              <a:ext uri="{FF2B5EF4-FFF2-40B4-BE49-F238E27FC236}">
                <ns2:creationId id="{71815047-46D8-46A0-82D0-975B70A74553}"/>
              </a:ext>
            </a:extLst>
          </p:cNvPr>
          <p:cNvSpPr>
            <a:spLocks noGrp="1"/>
          </p:cNvSpPr>
          <p:nvPr/>
        </p:nvSpPr>
        <p:spPr>
          <a:xfrm>
            <a:off x="723900" y="5391150"/>
            <a:ext cx="7762875" cy="628650"/>
          </a:xfrm>
          <a:prstGeom prst="rect">
            <a:avLst/>
          </a:prstGeom>
          <a:noFill/>
          <a:ln w="0">
            <a:noFill/>
            <a:prstDash val="solid"/>
          </a:ln>
        </p:spPr>
        <p:txBody>
          <a:bodyPr lIns="0" tIns="0" rIns="0" bIns="0"/>
          <a:lstStyle>
            <a:defPPr algn="l">
              <a:defRPr sz="2250" b="1" i="0">
                <a:solidFill>
                  <a:srgbClr val="FFFFFF"/>
                </a:solidFill>
              </a:defRPr>
            </a:defPPr>
            <a:lvl1pPr algn="l">
              <a:buNone/>
              <a:defRPr sz="2250" b="1" i="0">
                <a:solidFill>
                  <a:srgbClr val="FFFFFF"/>
                </a:solidFill>
              </a:defRPr>
            </a:lvl1pPr>
            <a:lvl2pPr algn="l">
              <a:buNone/>
              <a:defRPr sz="2250" b="1" i="0">
                <a:solidFill>
                  <a:srgbClr val="FFFFFF"/>
                </a:solidFill>
              </a:defRPr>
            </a:lvl2pPr>
            <a:lvl3pPr algn="l">
              <a:buNone/>
              <a:defRPr sz="2250" b="1" i="0">
                <a:solidFill>
                  <a:srgbClr val="FFFFFF"/>
                </a:solidFill>
              </a:defRPr>
            </a:lvl3pPr>
            <a:lvl4pPr algn="l">
              <a:buNone/>
              <a:defRPr sz="2250" b="1" i="0">
                <a:solidFill>
                  <a:srgbClr val="FFFFFF"/>
                </a:solidFill>
              </a:defRPr>
            </a:lvl4pPr>
            <a:lvl5pPr algn="l">
              <a:buNone/>
              <a:defRPr sz="2250" b="1" i="0">
                <a:solidFill>
                  <a:srgbClr val="FFFFFF"/>
                </a:solidFill>
              </a:defRPr>
            </a:lvl5pPr>
            <a:lvl6pPr algn="l">
              <a:buNone/>
              <a:defRPr sz="2250" b="1" i="0">
                <a:solidFill>
                  <a:srgbClr val="FFFFFF"/>
                </a:solidFill>
              </a:defRPr>
            </a:lvl6pPr>
            <a:lvl7pPr algn="l">
              <a:buNone/>
              <a:defRPr sz="2250" b="1" i="0">
                <a:solidFill>
                  <a:srgbClr val="FFFFFF"/>
                </a:solidFill>
              </a:defRPr>
            </a:lvl7pPr>
            <a:lvl8pPr algn="l">
              <a:buNone/>
              <a:defRPr sz="2250" b="1" i="0">
                <a:solidFill>
                  <a:srgbClr val="FFFFFF"/>
                </a:solidFill>
              </a:defRPr>
            </a:lvl8pPr>
            <a:lvl9pPr algn="l">
              <a:buNone/>
              <a:defRPr sz="2250" b="1" i="0">
                <a:solidFill>
                  <a:srgbClr val="FFFFFF"/>
                </a:solidFill>
              </a:defRPr>
            </a:lvl9pPr>
          </a:lstStyle>
          <a:p>
            <a:pPr algn="l">
              <a:buNone/>
              <a:defRPr sz="2250" b="1" i="0">
                <a:solidFill>
                  <a:srgbClr val="FFFFFF"/>
                </a:solidFill>
              </a:defRPr>
            </a:pPr>
            <a:r>
              <a:rPr sz="2250" b="1" i="0">
                <a:solidFill>
                  <a:srgbClr val="FFFFFF"/>
                </a:solidFill>
              </a:rPr>
              <a:t>Trust grows when people can use the result.</a:t>
            </a:r>
          </a:p>
        </p:txBody>
      </p:sp>
    </p:spTree>
    <p:extLst>
      <p:ext uri="{BB962C8B-B14F-4D97-AF65-F5344CB8AC3E}">
        <ns3:creationId val="2057940374"/>
      </p:ext>
    </p:extLst>
  </p:cSld>
</p:sld>
</file>

<file path=ppt/slides/slide14.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13" name="">
            <a:extLst>
              <a:ext uri="{FF2B5EF4-FFF2-40B4-BE49-F238E27FC236}">
                <ns2:creationId id="{4B488796-143E-4838-BB66-9457F5AADD9E}"/>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Come fight for what is next</a:t>
            </a:r>
          </a:p>
        </p:txBody>
      </p:sp>
      <p:sp>
        <p:nvSpPr>
          <p:cNvPr id="2" name="">
            <a:extLst>
              <a:ext uri="{FF2B5EF4-FFF2-40B4-BE49-F238E27FC236}">
                <ns2:creationId id="{D0FC48C9-D0B7-483B-8A87-01B4F6CC4A25}"/>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14</a:t>
            </a:r>
          </a:p>
        </p:txBody>
      </p:sp>
      <p:sp>
        <p:nvSpPr>
          <p:cNvPr id="3" name="">
            <a:extLst>
              <a:ext uri="{FF2B5EF4-FFF2-40B4-BE49-F238E27FC236}">
                <ns2:creationId id="{B89D8437-8108-4C47-9D08-B6DA72524FF5}"/>
              </a:ext>
            </a:extLst>
          </p:cNvPr>
          <p:cNvSpPr>
            <a:spLocks noGrp="1"/>
          </p:cNvSpPr>
          <p:nvPr/>
        </p:nvSpPr>
        <p:spPr>
          <a:xfrm>
            <a:off x="723900" y="2609850"/>
            <a:ext cx="7781925" cy="561975"/>
          </a:xfrm>
          <a:prstGeom prst="rect">
            <a:avLst/>
          </a:prstGeom>
          <a:noFill/>
          <a:ln w="0">
            <a:noFill/>
            <a:prstDash val="solid"/>
          </a:ln>
        </p:spPr>
        <p:txBody>
          <a:bodyPr lIns="0" tIns="0" rIns="0" bIns="0"/>
          <a:lstStyle>
            <a:defPPr algn="l">
              <a:defRPr sz="2100" b="0" i="0">
                <a:solidFill>
                  <a:srgbClr val="FFFFFF"/>
                </a:solidFill>
              </a:defRPr>
            </a:defPPr>
            <a:lvl1pPr algn="l">
              <a:buNone/>
              <a:defRPr sz="2100" b="0" i="0">
                <a:solidFill>
                  <a:srgbClr val="FFFFFF"/>
                </a:solidFill>
              </a:defRPr>
            </a:lvl1pPr>
            <a:lvl2pPr algn="l">
              <a:buNone/>
              <a:defRPr sz="2100" b="0" i="0">
                <a:solidFill>
                  <a:srgbClr val="FFFFFF"/>
                </a:solidFill>
              </a:defRPr>
            </a:lvl2pPr>
            <a:lvl3pPr algn="l">
              <a:buNone/>
              <a:defRPr sz="2100" b="0" i="0">
                <a:solidFill>
                  <a:srgbClr val="FFFFFF"/>
                </a:solidFill>
              </a:defRPr>
            </a:lvl3pPr>
            <a:lvl4pPr algn="l">
              <a:buNone/>
              <a:defRPr sz="2100" b="0" i="0">
                <a:solidFill>
                  <a:srgbClr val="FFFFFF"/>
                </a:solidFill>
              </a:defRPr>
            </a:lvl4pPr>
            <a:lvl5pPr algn="l">
              <a:buNone/>
              <a:defRPr sz="2100" b="0" i="0">
                <a:solidFill>
                  <a:srgbClr val="FFFFFF"/>
                </a:solidFill>
              </a:defRPr>
            </a:lvl5pPr>
            <a:lvl6pPr algn="l">
              <a:buNone/>
              <a:defRPr sz="2100" b="0" i="0">
                <a:solidFill>
                  <a:srgbClr val="FFFFFF"/>
                </a:solidFill>
              </a:defRPr>
            </a:lvl6pPr>
            <a:lvl7pPr algn="l">
              <a:buNone/>
              <a:defRPr sz="2100" b="0" i="0">
                <a:solidFill>
                  <a:srgbClr val="FFFFFF"/>
                </a:solidFill>
              </a:defRPr>
            </a:lvl7pPr>
            <a:lvl8pPr algn="l">
              <a:buNone/>
              <a:defRPr sz="2100" b="0" i="0">
                <a:solidFill>
                  <a:srgbClr val="FFFFFF"/>
                </a:solidFill>
              </a:defRPr>
            </a:lvl8pPr>
            <a:lvl9pPr algn="l">
              <a:buNone/>
              <a:defRPr sz="2100" b="0" i="0">
                <a:solidFill>
                  <a:srgbClr val="FFFFFF"/>
                </a:solidFill>
              </a:defRPr>
            </a:lvl9pPr>
          </a:lstStyle>
          <a:p>
            <a:pPr algn="l">
              <a:buNone/>
              <a:defRPr sz="2100" b="0" i="0">
                <a:solidFill>
                  <a:srgbClr val="FFFFFF"/>
                </a:solidFill>
              </a:defRPr>
            </a:pPr>
            <a:r>
              <a:rPr sz="2100" b="0" i="0">
                <a:solidFill>
                  <a:srgbClr val="FFFFFF"/>
                </a:solidFill>
              </a:rPr>
              <a:t>We are looking for talent across Remington + TKG.</a:t>
            </a:r>
          </a:p>
        </p:txBody>
      </p:sp>
      <p:sp>
        <p:nvSpPr>
          <p:cNvPr id="4" name="">
            <a:extLst>
              <a:ext uri="{FF2B5EF4-FFF2-40B4-BE49-F238E27FC236}">
                <ns2:creationId id="{0823013B-9193-466C-B4D6-F2501B7EA23B}"/>
              </a:ext>
            </a:extLst>
          </p:cNvPr>
          <p:cNvSpPr>
            <a:spLocks noGrp="1"/>
          </p:cNvSpPr>
          <p:nvPr/>
        </p:nvSpPr>
        <p:spPr>
          <a:xfrm>
            <a:off x="723900" y="3543300"/>
            <a:ext cx="3505200" cy="447675"/>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Mechanical</a:t>
            </a:r>
          </a:p>
        </p:txBody>
      </p:sp>
      <p:sp>
        <p:nvSpPr>
          <p:cNvPr id="5" name="">
            <a:extLst>
              <a:ext uri="{FF2B5EF4-FFF2-40B4-BE49-F238E27FC236}">
                <ns2:creationId id="{D0C7D4C3-1873-4FA2-A12E-2328680CCFA0}"/>
              </a:ext>
            </a:extLst>
          </p:cNvPr>
          <p:cNvSpPr>
            <a:spLocks noGrp="1"/>
          </p:cNvSpPr>
          <p:nvPr/>
        </p:nvSpPr>
        <p:spPr>
          <a:xfrm>
            <a:off x="723900" y="3981450"/>
            <a:ext cx="3524250" cy="457200"/>
          </a:xfrm>
          <a:prstGeom prst="rect">
            <a:avLst/>
          </a:prstGeom>
          <a:noFill/>
          <a:ln w="0">
            <a:noFill/>
            <a:prstDash val="solid"/>
          </a:ln>
        </p:spPr>
        <p:txBody>
          <a:bodyPr lIns="0" tIns="0" rIns="0" bIns="0"/>
          <a:lstStyle>
            <a:defPPr algn="l">
              <a:defRPr sz="1650" b="0" i="0">
                <a:solidFill>
                  <a:srgbClr val="FFFFFF"/>
                </a:solidFill>
              </a:defRPr>
            </a:defPPr>
            <a:lvl1pPr algn="l">
              <a:buNone/>
              <a:defRPr sz="1650" b="0" i="0">
                <a:solidFill>
                  <a:srgbClr val="FFFFFF"/>
                </a:solidFill>
              </a:defRPr>
            </a:lvl1pPr>
            <a:lvl2pPr algn="l">
              <a:buNone/>
              <a:defRPr sz="1650" b="0" i="0">
                <a:solidFill>
                  <a:srgbClr val="FFFFFF"/>
                </a:solidFill>
              </a:defRPr>
            </a:lvl2pPr>
            <a:lvl3pPr algn="l">
              <a:buNone/>
              <a:defRPr sz="1650" b="0" i="0">
                <a:solidFill>
                  <a:srgbClr val="FFFFFF"/>
                </a:solidFill>
              </a:defRPr>
            </a:lvl3pPr>
            <a:lvl4pPr algn="l">
              <a:buNone/>
              <a:defRPr sz="1650" b="0" i="0">
                <a:solidFill>
                  <a:srgbClr val="FFFFFF"/>
                </a:solidFill>
              </a:defRPr>
            </a:lvl4pPr>
            <a:lvl5pPr algn="l">
              <a:buNone/>
              <a:defRPr sz="1650" b="0" i="0">
                <a:solidFill>
                  <a:srgbClr val="FFFFFF"/>
                </a:solidFill>
              </a:defRPr>
            </a:lvl5pPr>
            <a:lvl6pPr algn="l">
              <a:buNone/>
              <a:defRPr sz="1650" b="0" i="0">
                <a:solidFill>
                  <a:srgbClr val="FFFFFF"/>
                </a:solidFill>
              </a:defRPr>
            </a:lvl6pPr>
            <a:lvl7pPr algn="l">
              <a:buNone/>
              <a:defRPr sz="1650" b="0" i="0">
                <a:solidFill>
                  <a:srgbClr val="FFFFFF"/>
                </a:solidFill>
              </a:defRPr>
            </a:lvl7pPr>
            <a:lvl8pPr algn="l">
              <a:buNone/>
              <a:defRPr sz="1650" b="0" i="0">
                <a:solidFill>
                  <a:srgbClr val="FFFFFF"/>
                </a:solidFill>
              </a:defRPr>
            </a:lvl8pPr>
            <a:lvl9pPr algn="l">
              <a:buNone/>
              <a:defRPr sz="1650" b="0" i="0">
                <a:solidFill>
                  <a:srgbClr val="FFFFFF"/>
                </a:solidFill>
              </a:defRPr>
            </a:lvl9pPr>
          </a:lstStyle>
          <a:p>
            <a:pPr algn="l">
              <a:buNone/>
              <a:defRPr sz="1650" b="0" i="0">
                <a:solidFill>
                  <a:srgbClr val="FFFFFF"/>
                </a:solidFill>
              </a:defRPr>
            </a:pPr>
            <a:r>
              <a:rPr sz="1650" b="0" i="0">
                <a:solidFill>
                  <a:srgbClr val="FFFFFF"/>
                </a:solidFill>
              </a:rPr>
              <a:t>Equipment that lasts</a:t>
            </a:r>
          </a:p>
        </p:txBody>
      </p:sp>
      <p:sp>
        <p:nvSpPr>
          <p:cNvPr id="6" name="">
            <a:extLst>
              <a:ext uri="{FF2B5EF4-FFF2-40B4-BE49-F238E27FC236}">
                <ns2:creationId id="{3EBAAE2A-FCF5-4D51-86AE-6AA31A5CD58F}"/>
              </a:ext>
            </a:extLst>
          </p:cNvPr>
          <p:cNvSpPr>
            <a:spLocks noGrp="1"/>
          </p:cNvSpPr>
          <p:nvPr/>
        </p:nvSpPr>
        <p:spPr>
          <a:xfrm>
            <a:off x="4857750" y="3543300"/>
            <a:ext cx="3505200" cy="447675"/>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Controls</a:t>
            </a:r>
          </a:p>
        </p:txBody>
      </p:sp>
      <p:sp>
        <p:nvSpPr>
          <p:cNvPr id="7" name="">
            <a:extLst>
              <a:ext uri="{FF2B5EF4-FFF2-40B4-BE49-F238E27FC236}">
                <ns2:creationId id="{BFBA7D01-0D9F-4F08-92C7-274929419204}"/>
              </a:ext>
            </a:extLst>
          </p:cNvPr>
          <p:cNvSpPr>
            <a:spLocks noGrp="1"/>
          </p:cNvSpPr>
          <p:nvPr/>
        </p:nvSpPr>
        <p:spPr>
          <a:xfrm>
            <a:off x="4857750" y="3981450"/>
            <a:ext cx="3524250" cy="457200"/>
          </a:xfrm>
          <a:prstGeom prst="rect">
            <a:avLst/>
          </a:prstGeom>
          <a:noFill/>
          <a:ln w="0">
            <a:noFill/>
            <a:prstDash val="solid"/>
          </a:ln>
        </p:spPr>
        <p:txBody>
          <a:bodyPr lIns="0" tIns="0" rIns="0" bIns="0"/>
          <a:lstStyle>
            <a:defPPr algn="l">
              <a:defRPr sz="1650" b="0" i="0">
                <a:solidFill>
                  <a:srgbClr val="FFFFFF"/>
                </a:solidFill>
              </a:defRPr>
            </a:defPPr>
            <a:lvl1pPr algn="l">
              <a:buNone/>
              <a:defRPr sz="1650" b="0" i="0">
                <a:solidFill>
                  <a:srgbClr val="FFFFFF"/>
                </a:solidFill>
              </a:defRPr>
            </a:lvl1pPr>
            <a:lvl2pPr algn="l">
              <a:buNone/>
              <a:defRPr sz="1650" b="0" i="0">
                <a:solidFill>
                  <a:srgbClr val="FFFFFF"/>
                </a:solidFill>
              </a:defRPr>
            </a:lvl2pPr>
            <a:lvl3pPr algn="l">
              <a:buNone/>
              <a:defRPr sz="1650" b="0" i="0">
                <a:solidFill>
                  <a:srgbClr val="FFFFFF"/>
                </a:solidFill>
              </a:defRPr>
            </a:lvl3pPr>
            <a:lvl4pPr algn="l">
              <a:buNone/>
              <a:defRPr sz="1650" b="0" i="0">
                <a:solidFill>
                  <a:srgbClr val="FFFFFF"/>
                </a:solidFill>
              </a:defRPr>
            </a:lvl4pPr>
            <a:lvl5pPr algn="l">
              <a:buNone/>
              <a:defRPr sz="1650" b="0" i="0">
                <a:solidFill>
                  <a:srgbClr val="FFFFFF"/>
                </a:solidFill>
              </a:defRPr>
            </a:lvl5pPr>
            <a:lvl6pPr algn="l">
              <a:buNone/>
              <a:defRPr sz="1650" b="0" i="0">
                <a:solidFill>
                  <a:srgbClr val="FFFFFF"/>
                </a:solidFill>
              </a:defRPr>
            </a:lvl6pPr>
            <a:lvl7pPr algn="l">
              <a:buNone/>
              <a:defRPr sz="1650" b="0" i="0">
                <a:solidFill>
                  <a:srgbClr val="FFFFFF"/>
                </a:solidFill>
              </a:defRPr>
            </a:lvl7pPr>
            <a:lvl8pPr algn="l">
              <a:buNone/>
              <a:defRPr sz="1650" b="0" i="0">
                <a:solidFill>
                  <a:srgbClr val="FFFFFF"/>
                </a:solidFill>
              </a:defRPr>
            </a:lvl8pPr>
            <a:lvl9pPr algn="l">
              <a:buNone/>
              <a:defRPr sz="1650" b="0" i="0">
                <a:solidFill>
                  <a:srgbClr val="FFFFFF"/>
                </a:solidFill>
              </a:defRPr>
            </a:lvl9pPr>
          </a:lstStyle>
          <a:p>
            <a:pPr algn="l">
              <a:buNone/>
              <a:defRPr sz="1650" b="0" i="0">
                <a:solidFill>
                  <a:srgbClr val="FFFFFF"/>
                </a:solidFill>
              </a:defRPr>
            </a:pPr>
            <a:r>
              <a:rPr sz="1650" b="0" i="0">
                <a:solidFill>
                  <a:srgbClr val="FFFFFF"/>
                </a:solidFill>
              </a:rPr>
              <a:t>Reliable response</a:t>
            </a:r>
          </a:p>
        </p:txBody>
      </p:sp>
      <p:sp>
        <p:nvSpPr>
          <p:cNvPr id="8" name="">
            <a:extLst>
              <a:ext uri="{FF2B5EF4-FFF2-40B4-BE49-F238E27FC236}">
                <ns2:creationId id="{13F962AE-A9AA-4D93-9C57-58AC8180D812}"/>
              </a:ext>
            </a:extLst>
          </p:cNvPr>
          <p:cNvSpPr>
            <a:spLocks noGrp="1"/>
          </p:cNvSpPr>
          <p:nvPr/>
        </p:nvSpPr>
        <p:spPr>
          <a:xfrm>
            <a:off x="723900" y="4638675"/>
            <a:ext cx="3505200" cy="447675"/>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Software</a:t>
            </a:r>
          </a:p>
        </p:txBody>
      </p:sp>
      <p:sp>
        <p:nvSpPr>
          <p:cNvPr id="9" name="">
            <a:extLst>
              <a:ext uri="{FF2B5EF4-FFF2-40B4-BE49-F238E27FC236}">
                <ns2:creationId id="{D92FFE5F-371B-4111-96BB-F3AD24F5FC63}"/>
              </a:ext>
            </a:extLst>
          </p:cNvPr>
          <p:cNvSpPr>
            <a:spLocks noGrp="1"/>
          </p:cNvSpPr>
          <p:nvPr/>
        </p:nvSpPr>
        <p:spPr>
          <a:xfrm>
            <a:off x="723900" y="5076825"/>
            <a:ext cx="3524250" cy="457200"/>
          </a:xfrm>
          <a:prstGeom prst="rect">
            <a:avLst/>
          </a:prstGeom>
          <a:noFill/>
          <a:ln w="0">
            <a:noFill/>
            <a:prstDash val="solid"/>
          </a:ln>
        </p:spPr>
        <p:txBody>
          <a:bodyPr lIns="0" tIns="0" rIns="0" bIns="0"/>
          <a:lstStyle>
            <a:defPPr algn="l">
              <a:defRPr sz="1650" b="0" i="0">
                <a:solidFill>
                  <a:srgbClr val="FFFFFF"/>
                </a:solidFill>
              </a:defRPr>
            </a:defPPr>
            <a:lvl1pPr algn="l">
              <a:buNone/>
              <a:defRPr sz="1650" b="0" i="0">
                <a:solidFill>
                  <a:srgbClr val="FFFFFF"/>
                </a:solidFill>
              </a:defRPr>
            </a:lvl1pPr>
            <a:lvl2pPr algn="l">
              <a:buNone/>
              <a:defRPr sz="1650" b="0" i="0">
                <a:solidFill>
                  <a:srgbClr val="FFFFFF"/>
                </a:solidFill>
              </a:defRPr>
            </a:lvl2pPr>
            <a:lvl3pPr algn="l">
              <a:buNone/>
              <a:defRPr sz="1650" b="0" i="0">
                <a:solidFill>
                  <a:srgbClr val="FFFFFF"/>
                </a:solidFill>
              </a:defRPr>
            </a:lvl3pPr>
            <a:lvl4pPr algn="l">
              <a:buNone/>
              <a:defRPr sz="1650" b="0" i="0">
                <a:solidFill>
                  <a:srgbClr val="FFFFFF"/>
                </a:solidFill>
              </a:defRPr>
            </a:lvl4pPr>
            <a:lvl5pPr algn="l">
              <a:buNone/>
              <a:defRPr sz="1650" b="0" i="0">
                <a:solidFill>
                  <a:srgbClr val="FFFFFF"/>
                </a:solidFill>
              </a:defRPr>
            </a:lvl5pPr>
            <a:lvl6pPr algn="l">
              <a:buNone/>
              <a:defRPr sz="1650" b="0" i="0">
                <a:solidFill>
                  <a:srgbClr val="FFFFFF"/>
                </a:solidFill>
              </a:defRPr>
            </a:lvl6pPr>
            <a:lvl7pPr algn="l">
              <a:buNone/>
              <a:defRPr sz="1650" b="0" i="0">
                <a:solidFill>
                  <a:srgbClr val="FFFFFF"/>
                </a:solidFill>
              </a:defRPr>
            </a:lvl7pPr>
            <a:lvl8pPr algn="l">
              <a:buNone/>
              <a:defRPr sz="1650" b="0" i="0">
                <a:solidFill>
                  <a:srgbClr val="FFFFFF"/>
                </a:solidFill>
              </a:defRPr>
            </a:lvl8pPr>
            <a:lvl9pPr algn="l">
              <a:buNone/>
              <a:defRPr sz="1650" b="0" i="0">
                <a:solidFill>
                  <a:srgbClr val="FFFFFF"/>
                </a:solidFill>
              </a:defRPr>
            </a:lvl9pPr>
          </a:lstStyle>
          <a:p>
            <a:pPr algn="l">
              <a:buNone/>
              <a:defRPr sz="1650" b="0" i="0">
                <a:solidFill>
                  <a:srgbClr val="FFFFFF"/>
                </a:solidFill>
              </a:defRPr>
            </a:pPr>
            <a:r>
              <a:rPr sz="1650" b="0" i="0">
                <a:solidFill>
                  <a:srgbClr val="FFFFFF"/>
                </a:solidFill>
              </a:rPr>
              <a:t>Tools for the floor</a:t>
            </a:r>
          </a:p>
        </p:txBody>
      </p:sp>
      <p:sp>
        <p:nvSpPr>
          <p:cNvPr id="10" name="">
            <a:extLst>
              <a:ext uri="{FF2B5EF4-FFF2-40B4-BE49-F238E27FC236}">
                <ns2:creationId id="{A2434492-DCB7-4E66-848A-AF3250C4A971}"/>
              </a:ext>
            </a:extLst>
          </p:cNvPr>
          <p:cNvSpPr>
            <a:spLocks noGrp="1"/>
          </p:cNvSpPr>
          <p:nvPr/>
        </p:nvSpPr>
        <p:spPr>
          <a:xfrm>
            <a:off x="4857750" y="4638675"/>
            <a:ext cx="3505200" cy="447675"/>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Testing</a:t>
            </a:r>
          </a:p>
        </p:txBody>
      </p:sp>
      <p:sp>
        <p:nvSpPr>
          <p:cNvPr id="11" name="">
            <a:extLst>
              <a:ext uri="{FF2B5EF4-FFF2-40B4-BE49-F238E27FC236}">
                <ns2:creationId id="{B81A4699-8816-4D03-8B22-0008C50E864E}"/>
              </a:ext>
            </a:extLst>
          </p:cNvPr>
          <p:cNvSpPr>
            <a:spLocks noGrp="1"/>
          </p:cNvSpPr>
          <p:nvPr/>
        </p:nvSpPr>
        <p:spPr>
          <a:xfrm>
            <a:off x="4857750" y="5076825"/>
            <a:ext cx="3524250" cy="457200"/>
          </a:xfrm>
          <a:prstGeom prst="rect">
            <a:avLst/>
          </a:prstGeom>
          <a:noFill/>
          <a:ln w="0">
            <a:noFill/>
            <a:prstDash val="solid"/>
          </a:ln>
        </p:spPr>
        <p:txBody>
          <a:bodyPr lIns="0" tIns="0" rIns="0" bIns="0"/>
          <a:lstStyle>
            <a:defPPr algn="l">
              <a:defRPr sz="1650" b="0" i="0">
                <a:solidFill>
                  <a:srgbClr val="FFFFFF"/>
                </a:solidFill>
              </a:defRPr>
            </a:defPPr>
            <a:lvl1pPr algn="l">
              <a:buNone/>
              <a:defRPr sz="1650" b="0" i="0">
                <a:solidFill>
                  <a:srgbClr val="FFFFFF"/>
                </a:solidFill>
              </a:defRPr>
            </a:lvl1pPr>
            <a:lvl2pPr algn="l">
              <a:buNone/>
              <a:defRPr sz="1650" b="0" i="0">
                <a:solidFill>
                  <a:srgbClr val="FFFFFF"/>
                </a:solidFill>
              </a:defRPr>
            </a:lvl2pPr>
            <a:lvl3pPr algn="l">
              <a:buNone/>
              <a:defRPr sz="1650" b="0" i="0">
                <a:solidFill>
                  <a:srgbClr val="FFFFFF"/>
                </a:solidFill>
              </a:defRPr>
            </a:lvl3pPr>
            <a:lvl4pPr algn="l">
              <a:buNone/>
              <a:defRPr sz="1650" b="0" i="0">
                <a:solidFill>
                  <a:srgbClr val="FFFFFF"/>
                </a:solidFill>
              </a:defRPr>
            </a:lvl4pPr>
            <a:lvl5pPr algn="l">
              <a:buNone/>
              <a:defRPr sz="1650" b="0" i="0">
                <a:solidFill>
                  <a:srgbClr val="FFFFFF"/>
                </a:solidFill>
              </a:defRPr>
            </a:lvl5pPr>
            <a:lvl6pPr algn="l">
              <a:buNone/>
              <a:defRPr sz="1650" b="0" i="0">
                <a:solidFill>
                  <a:srgbClr val="FFFFFF"/>
                </a:solidFill>
              </a:defRPr>
            </a:lvl6pPr>
            <a:lvl7pPr algn="l">
              <a:buNone/>
              <a:defRPr sz="1650" b="0" i="0">
                <a:solidFill>
                  <a:srgbClr val="FFFFFF"/>
                </a:solidFill>
              </a:defRPr>
            </a:lvl7pPr>
            <a:lvl8pPr algn="l">
              <a:buNone/>
              <a:defRPr sz="1650" b="0" i="0">
                <a:solidFill>
                  <a:srgbClr val="FFFFFF"/>
                </a:solidFill>
              </a:defRPr>
            </a:lvl8pPr>
            <a:lvl9pPr algn="l">
              <a:buNone/>
              <a:defRPr sz="1650" b="0" i="0">
                <a:solidFill>
                  <a:srgbClr val="FFFFFF"/>
                </a:solidFill>
              </a:defRPr>
            </a:lvl9pPr>
          </a:lstStyle>
          <a:p>
            <a:pPr algn="l">
              <a:buNone/>
              <a:defRPr sz="1650" b="0" i="0">
                <a:solidFill>
                  <a:srgbClr val="FFFFFF"/>
                </a:solidFill>
              </a:defRPr>
            </a:pPr>
            <a:r>
              <a:rPr sz="1650" b="0" i="0">
                <a:solidFill>
                  <a:srgbClr val="FFFFFF"/>
                </a:solidFill>
              </a:rPr>
              <a:t>Proof in real conditions</a:t>
            </a:r>
          </a:p>
        </p:txBody>
      </p:sp>
      <p:sp>
        <p:nvSpPr>
          <p:cNvPr id="12" name="">
            <a:extLst>
              <a:ext uri="{FF2B5EF4-FFF2-40B4-BE49-F238E27FC236}">
                <ns2:creationId id="{3B588707-684F-4381-B976-459C0396BABD}"/>
              </a:ext>
            </a:extLst>
          </p:cNvPr>
          <p:cNvSpPr>
            <a:spLocks noGrp="1"/>
          </p:cNvSpPr>
          <p:nvPr/>
        </p:nvSpPr>
        <p:spPr>
          <a:xfrm>
            <a:off x="723900" y="5695950"/>
            <a:ext cx="7810500" cy="447675"/>
          </a:xfrm>
          <a:prstGeom prst="rect">
            <a:avLst/>
          </a:prstGeom>
          <a:noFill/>
          <a:ln w="0">
            <a:noFill/>
            <a:prstDash val="solid"/>
          </a:ln>
        </p:spPr>
        <p:txBody>
          <a:bodyPr lIns="0" tIns="0" rIns="0" bIns="0"/>
          <a:lstStyle>
            <a:defPPr algn="l">
              <a:defRPr sz="2250" b="1" i="0">
                <a:solidFill>
                  <a:srgbClr val="FFFFFF"/>
                </a:solidFill>
              </a:defRPr>
            </a:defPPr>
            <a:lvl1pPr algn="l">
              <a:buNone/>
              <a:defRPr sz="2250" b="1" i="0">
                <a:solidFill>
                  <a:srgbClr val="FFFFFF"/>
                </a:solidFill>
              </a:defRPr>
            </a:lvl1pPr>
            <a:lvl2pPr algn="l">
              <a:buNone/>
              <a:defRPr sz="2250" b="1" i="0">
                <a:solidFill>
                  <a:srgbClr val="FFFFFF"/>
                </a:solidFill>
              </a:defRPr>
            </a:lvl2pPr>
            <a:lvl3pPr algn="l">
              <a:buNone/>
              <a:defRPr sz="2250" b="1" i="0">
                <a:solidFill>
                  <a:srgbClr val="FFFFFF"/>
                </a:solidFill>
              </a:defRPr>
            </a:lvl3pPr>
            <a:lvl4pPr algn="l">
              <a:buNone/>
              <a:defRPr sz="2250" b="1" i="0">
                <a:solidFill>
                  <a:srgbClr val="FFFFFF"/>
                </a:solidFill>
              </a:defRPr>
            </a:lvl4pPr>
            <a:lvl5pPr algn="l">
              <a:buNone/>
              <a:defRPr sz="2250" b="1" i="0">
                <a:solidFill>
                  <a:srgbClr val="FFFFFF"/>
                </a:solidFill>
              </a:defRPr>
            </a:lvl5pPr>
            <a:lvl6pPr algn="l">
              <a:buNone/>
              <a:defRPr sz="2250" b="1" i="0">
                <a:solidFill>
                  <a:srgbClr val="FFFFFF"/>
                </a:solidFill>
              </a:defRPr>
            </a:lvl6pPr>
            <a:lvl7pPr algn="l">
              <a:buNone/>
              <a:defRPr sz="2250" b="1" i="0">
                <a:solidFill>
                  <a:srgbClr val="FFFFFF"/>
                </a:solidFill>
              </a:defRPr>
            </a:lvl7pPr>
            <a:lvl8pPr algn="l">
              <a:buNone/>
              <a:defRPr sz="2250" b="1" i="0">
                <a:solidFill>
                  <a:srgbClr val="FFFFFF"/>
                </a:solidFill>
              </a:defRPr>
            </a:lvl8pPr>
            <a:lvl9pPr algn="l">
              <a:buNone/>
              <a:defRPr sz="2250" b="1" i="0">
                <a:solidFill>
                  <a:srgbClr val="FFFFFF"/>
                </a:solidFill>
              </a:defRPr>
            </a:lvl9pPr>
          </a:lstStyle>
          <a:p>
            <a:pPr algn="l">
              <a:buNone/>
              <a:defRPr sz="2250" b="1" i="0">
                <a:solidFill>
                  <a:srgbClr val="FFFFFF"/>
                </a:solidFill>
              </a:defRPr>
            </a:pPr>
            <a:r>
              <a:rPr sz="2250" b="1" i="0">
                <a:solidFill>
                  <a:srgbClr val="FFFFFF"/>
                </a:solidFill>
              </a:rPr>
              <a:t>Tell us what you want to build next.</a:t>
            </a:r>
          </a:p>
        </p:txBody>
      </p:sp>
    </p:spTree>
    <p:extLst>
      <p:ext uri="{BB962C8B-B14F-4D97-AF65-F5344CB8AC3E}">
        <ns3:creationId val="1704022799"/>
      </p:ext>
    </p:extLst>
  </p:cSld>
</p:sld>
</file>

<file path=ppt/slides/slide1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p:grpSpPr>
      <p:sp>
        <p:nvSpPr>
          <p:cNvPr id="7" name="">
            <a:extLst>
              <a:ext uri="{FF2B5EF4-FFF2-40B4-BE49-F238E27FC236}">
                <ns2:creationId id="{287C6A6B-6B23-40C0-AEE8-90C1BFAE7CED}"/>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4Founders challenge</a:t>
            </a:r>
          </a:p>
        </p:txBody>
      </p:sp>
      <p:sp>
        <p:nvSpPr>
          <p:cNvPr id="2" name="">
            <a:extLst>
              <a:ext uri="{FF2B5EF4-FFF2-40B4-BE49-F238E27FC236}">
                <ns2:creationId id="{EDC48AD8-F7C5-412A-8DC6-42D0167FFA0F}"/>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17</a:t>
            </a:r>
          </a:p>
        </p:txBody>
      </p:sp>
      <p:sp>
        <p:nvSpPr>
          <p:cNvPr id="3" name="">
            <a:extLst>
              <a:ext uri="{FF2B5EF4-FFF2-40B4-BE49-F238E27FC236}">
                <ns2:creationId id="{E76D5AFE-7436-4C33-9D1D-D8D4182FDCF0}"/>
              </a:ext>
            </a:extLst>
          </p:cNvPr>
          <p:cNvSpPr>
            <a:spLocks noGrp="1"/>
          </p:cNvSpPr>
          <p:nvPr/>
        </p:nvSpPr>
        <p:spPr>
          <a:xfrm>
            <a:off x="723900" y="2876550"/>
            <a:ext cx="4648200" cy="685800"/>
          </a:xfrm>
          <a:prstGeom prst="rect">
            <a:avLst/>
          </a:prstGeom>
          <a:noFill/>
          <a:ln w="0">
            <a:noFill/>
            <a:prstDash val="solid"/>
          </a:ln>
        </p:spPr>
        <p:txBody>
          <a:bodyPr lIns="0" tIns="0" rIns="0" bIns="0"/>
          <a:lstStyle>
            <a:defPPr algn="l">
              <a:defRPr sz="3225" b="1" i="0">
                <a:solidFill>
                  <a:srgbClr val="FFFFFF"/>
                </a:solidFill>
              </a:defRPr>
            </a:defPPr>
            <a:lvl1pPr algn="l">
              <a:buNone/>
              <a:defRPr sz="3225" b="1" i="0">
                <a:solidFill>
                  <a:srgbClr val="FFFFFF"/>
                </a:solidFill>
              </a:defRPr>
            </a:lvl1pPr>
            <a:lvl2pPr algn="l">
              <a:buNone/>
              <a:defRPr sz="3225" b="1" i="0">
                <a:solidFill>
                  <a:srgbClr val="FFFFFF"/>
                </a:solidFill>
              </a:defRPr>
            </a:lvl2pPr>
            <a:lvl3pPr algn="l">
              <a:buNone/>
              <a:defRPr sz="3225" b="1" i="0">
                <a:solidFill>
                  <a:srgbClr val="FFFFFF"/>
                </a:solidFill>
              </a:defRPr>
            </a:lvl3pPr>
            <a:lvl4pPr algn="l">
              <a:buNone/>
              <a:defRPr sz="3225" b="1" i="0">
                <a:solidFill>
                  <a:srgbClr val="FFFFFF"/>
                </a:solidFill>
              </a:defRPr>
            </a:lvl4pPr>
            <a:lvl5pPr algn="l">
              <a:buNone/>
              <a:defRPr sz="3225" b="1" i="0">
                <a:solidFill>
                  <a:srgbClr val="FFFFFF"/>
                </a:solidFill>
              </a:defRPr>
            </a:lvl5pPr>
            <a:lvl6pPr algn="l">
              <a:buNone/>
              <a:defRPr sz="3225" b="1" i="0">
                <a:solidFill>
                  <a:srgbClr val="FFFFFF"/>
                </a:solidFill>
              </a:defRPr>
            </a:lvl6pPr>
            <a:lvl7pPr algn="l">
              <a:buNone/>
              <a:defRPr sz="3225" b="1" i="0">
                <a:solidFill>
                  <a:srgbClr val="FFFFFF"/>
                </a:solidFill>
              </a:defRPr>
            </a:lvl7pPr>
            <a:lvl8pPr algn="l">
              <a:buNone/>
              <a:defRPr sz="3225" b="1" i="0">
                <a:solidFill>
                  <a:srgbClr val="FFFFFF"/>
                </a:solidFill>
              </a:defRPr>
            </a:lvl8pPr>
            <a:lvl9pPr algn="l">
              <a:buNone/>
              <a:defRPr sz="3225" b="1" i="0">
                <a:solidFill>
                  <a:srgbClr val="FFFFFF"/>
                </a:solidFill>
              </a:defRPr>
            </a:lvl9pPr>
          </a:lstStyle>
          <a:p>
            <a:pPr algn="l">
              <a:buNone/>
              <a:defRPr sz="3225" b="1" i="0">
                <a:solidFill>
                  <a:srgbClr val="FFFFFF"/>
                </a:solidFill>
              </a:defRPr>
            </a:pPr>
            <a:r>
              <a:rPr sz="3225" b="1" i="0">
                <a:solidFill>
                  <a:srgbClr val="FFFFFF"/>
                </a:solidFill>
              </a:rPr>
              <a:t>Try it yourself</a:t>
            </a:r>
          </a:p>
        </p:txBody>
      </p:sp>
      <p:sp>
        <p:nvSpPr>
          <p:cNvPr id="4" name="">
            <a:extLst>
              <a:ext uri="{FF2B5EF4-FFF2-40B4-BE49-F238E27FC236}">
                <ns2:creationId id="{BA074521-D12E-4C92-96A7-2ED041BE9680}"/>
              </a:ext>
            </a:extLst>
          </p:cNvPr>
          <p:cNvSpPr>
            <a:spLocks noGrp="1"/>
          </p:cNvSpPr>
          <p:nvPr/>
        </p:nvSpPr>
        <p:spPr>
          <a:xfrm>
            <a:off x="723900" y="5295900"/>
            <a:ext cx="4819650" cy="447675"/>
          </a:xfrm>
          <a:prstGeom prst="rect">
            <a:avLst/>
          </a:prstGeom>
          <a:noFill/>
          <a:ln w="0">
            <a:noFill/>
            <a:prstDash val="solid"/>
          </a:ln>
        </p:spPr>
        <p:txBody>
          <a:bodyPr lIns="0" tIns="0" rIns="0" bIns="0"/>
          <a:lstStyle>
            <a:defPPr algn="l">
              <a:defRPr sz="1875" b="0" i="0">
                <a:solidFill>
                  <a:srgbClr val="BEA06A"/>
                </a:solidFill>
              </a:defRPr>
            </a:defPPr>
            <a:lvl1pPr algn="l">
              <a:buNone/>
              <a:defRPr sz="1875" b="0" i="0">
                <a:solidFill>
                  <a:srgbClr val="BEA06A"/>
                </a:solidFill>
              </a:defRPr>
            </a:lvl1pPr>
            <a:lvl2pPr algn="l">
              <a:buNone/>
              <a:defRPr sz="1875" b="0" i="0">
                <a:solidFill>
                  <a:srgbClr val="BEA06A"/>
                </a:solidFill>
              </a:defRPr>
            </a:lvl2pPr>
            <a:lvl3pPr algn="l">
              <a:buNone/>
              <a:defRPr sz="1875" b="0" i="0">
                <a:solidFill>
                  <a:srgbClr val="BEA06A"/>
                </a:solidFill>
              </a:defRPr>
            </a:lvl3pPr>
            <a:lvl4pPr algn="l">
              <a:buNone/>
              <a:defRPr sz="1875" b="0" i="0">
                <a:solidFill>
                  <a:srgbClr val="BEA06A"/>
                </a:solidFill>
              </a:defRPr>
            </a:lvl4pPr>
            <a:lvl5pPr algn="l">
              <a:buNone/>
              <a:defRPr sz="1875" b="0" i="0">
                <a:solidFill>
                  <a:srgbClr val="BEA06A"/>
                </a:solidFill>
              </a:defRPr>
            </a:lvl5pPr>
            <a:lvl6pPr algn="l">
              <a:buNone/>
              <a:defRPr sz="1875" b="0" i="0">
                <a:solidFill>
                  <a:srgbClr val="BEA06A"/>
                </a:solidFill>
              </a:defRPr>
            </a:lvl6pPr>
            <a:lvl7pPr algn="l">
              <a:buNone/>
              <a:defRPr sz="1875" b="0" i="0">
                <a:solidFill>
                  <a:srgbClr val="BEA06A"/>
                </a:solidFill>
              </a:defRPr>
            </a:lvl7pPr>
            <a:lvl8pPr algn="l">
              <a:buNone/>
              <a:defRPr sz="1875" b="0" i="0">
                <a:solidFill>
                  <a:srgbClr val="BEA06A"/>
                </a:solidFill>
              </a:defRPr>
            </a:lvl8pPr>
            <a:lvl9pPr algn="l">
              <a:buNone/>
              <a:defRPr sz="1875" b="0" i="0">
                <a:solidFill>
                  <a:srgbClr val="BEA06A"/>
                </a:solidFill>
              </a:defRPr>
            </a:lvl9pPr>
          </a:lstStyle>
          <a:p>
            <a:pPr algn="l">
              <a:buNone/>
              <a:defRPr sz="1875" b="0" i="0">
                <a:solidFill>
                  <a:srgbClr val="BEA06A"/>
                </a:solidFill>
              </a:defRPr>
            </a:pPr>
            <a:r>
              <a:rPr sz="1875" b="0" i="0">
                <a:solidFill>
                  <a:srgbClr val="BEA06A"/>
                </a:solidFill>
                <a:hlinkClick r:id="rIdOriginalFlowWeb"/>
              </a:rPr>
              <a:t>4founders.dev/demo/ai-in-action/</a:t>
            </a:r>
          </a:p>
        </p:txBody>
      </p:sp>
      <p:pic>
        <p:nvPicPr>
          <p:cNvPr id="5" name="">
            <a:extLst>
              <a:ext uri="{FF2B5EF4-FFF2-40B4-BE49-F238E27FC236}">
                <ns2:creationId id="{17A57D48-9186-4AB0-A73C-9A9F9454AD3D}"/>
              </a:ext>
            </a:extLst>
            <a:hlinkClick r:id="rIdOriginalFlowWeb"/>
          </p:cNvPr>
          <p:cNvPicPr>
            <a:picLocks noChangeAspect="1"/>
          </p:cNvPicPr>
          <p:nvPr/>
        </p:nvPicPr>
        <p:blipFill>
          <a:blip r:embed="R8fedd732672d4a84"/>
          <a:stretch/>
        </p:blipFill>
        <p:spPr>
          <a:xfrm>
            <a:off x="5753100" y="2590800"/>
            <a:ext cx="2466975" cy="2466975"/>
          </a:xfrm>
          <a:prstGeom prst="rect">
            <a:avLst/>
          </a:prstGeom>
        </p:spPr>
      </p:pic>
      <p:sp>
        <p:nvSpPr>
          <p:cNvPr id="6" name="">
            <a:extLst>
              <a:ext uri="{FF2B5EF4-FFF2-40B4-BE49-F238E27FC236}">
                <ns2:creationId id="{0A967C52-65BE-4CF8-A216-CA089985A1E8}"/>
              </a:ext>
            </a:extLst>
          </p:cNvPr>
          <p:cNvSpPr>
            <a:spLocks noGrp="1"/>
          </p:cNvSpPr>
          <p:nvPr/>
        </p:nvSpPr>
        <p:spPr>
          <a:xfrm>
            <a:off x="5762625" y="5429250"/>
            <a:ext cx="2762250" cy="657225"/>
          </a:xfrm>
          <a:prstGeom prst="rect">
            <a:avLst/>
          </a:prstGeom>
          <a:noFill/>
          <a:ln w="0">
            <a:noFill/>
            <a:prstDash val="solid"/>
          </a:ln>
        </p:spPr>
        <p:txBody>
          <a:bodyPr lIns="0" tIns="0" rIns="0" bIns="0"/>
          <a:lstStyle>
            <a:defPPr algn="l">
              <a:defRPr sz="3450" b="1" i="0">
                <a:solidFill>
                  <a:srgbClr val="FFFFFF"/>
                </a:solidFill>
              </a:defRPr>
            </a:defPPr>
            <a:lvl1pPr algn="l">
              <a:buNone/>
              <a:defRPr sz="2025" b="1" i="0">
                <a:solidFill>
                  <a:srgbClr val="FFFFFF"/>
                </a:solidFill>
              </a:defRPr>
            </a:lvl1pPr>
            <a:lvl2pPr algn="l">
              <a:buNone/>
              <a:defRPr sz="2025" b="1" i="0">
                <a:solidFill>
                  <a:srgbClr val="FFFFFF"/>
                </a:solidFill>
              </a:defRPr>
            </a:lvl2pPr>
            <a:lvl3pPr algn="l">
              <a:buNone/>
              <a:defRPr sz="2025" b="1" i="0">
                <a:solidFill>
                  <a:srgbClr val="FFFFFF"/>
                </a:solidFill>
              </a:defRPr>
            </a:lvl3pPr>
            <a:lvl4pPr algn="l">
              <a:buNone/>
              <a:defRPr sz="2025" b="1" i="0">
                <a:solidFill>
                  <a:srgbClr val="FFFFFF"/>
                </a:solidFill>
              </a:defRPr>
            </a:lvl4pPr>
            <a:lvl5pPr algn="l">
              <a:buNone/>
              <a:defRPr sz="2025" b="1" i="0">
                <a:solidFill>
                  <a:srgbClr val="FFFFFF"/>
                </a:solidFill>
              </a:defRPr>
            </a:lvl5pPr>
            <a:lvl6pPr algn="l">
              <a:buNone/>
              <a:defRPr sz="2025" b="1" i="0">
                <a:solidFill>
                  <a:srgbClr val="FFFFFF"/>
                </a:solidFill>
              </a:defRPr>
            </a:lvl6pPr>
            <a:lvl7pPr algn="l">
              <a:buNone/>
              <a:defRPr sz="2025" b="1" i="0">
                <a:solidFill>
                  <a:srgbClr val="FFFFFF"/>
                </a:solidFill>
              </a:defRPr>
            </a:lvl7pPr>
            <a:lvl8pPr algn="l">
              <a:buNone/>
              <a:defRPr sz="2025" b="1" i="0">
                <a:solidFill>
                  <a:srgbClr val="FFFFFF"/>
                </a:solidFill>
              </a:defRPr>
            </a:lvl8pPr>
            <a:lvl9pPr algn="l">
              <a:buNone/>
              <a:defRPr sz="2025" b="1" i="0">
                <a:solidFill>
                  <a:srgbClr val="FFFFFF"/>
                </a:solidFill>
              </a:defRPr>
            </a:lvl9pPr>
          </a:lstStyle>
          <a:p>
            <a:pPr algn="l">
              <a:buNone/>
              <a:defRPr sz="3450" b="1" i="0">
                <a:solidFill>
                  <a:srgbClr val="FFFFFF"/>
                </a:solidFill>
              </a:defRPr>
            </a:pPr>
            <a:r>
              <a:rPr sz="3450" b="1" i="0">
                <a:solidFill>
                  <a:srgbClr val="FFFFFF"/>
                </a:solidFill>
              </a:rPr>
              <a:t>877262</a:t>
            </a:r>
          </a:p>
        </p:txBody>
      </p:sp>
      <p:sp>
        <p:nvSpPr>
          <p:cNvPr id="8" name="">
            <a:extLst>
              <a:ext uri="{FF2B5EF4-FFF2-40B4-BE49-F238E27FC236}">
                <ns2:creationId id="{7344E057-B53A-4742-A1BE-84D64E78BC78}"/>
              </a:ext>
            </a:extLst>
          </p:cNvPr>
          <p:cNvSpPr>
            <a:spLocks noGrp="1"/>
          </p:cNvSpPr>
          <p:nvPr/>
        </p:nvSpPr>
        <p:spPr>
          <a:xfrm>
            <a:off x="5762625" y="5124450"/>
            <a:ext cx="2762250" cy="285750"/>
          </a:xfrm>
          <a:prstGeom prst="rect">
            <a:avLst/>
          </a:prstGeom>
          <a:noFill/>
          <a:ln w="0">
            <a:noFill/>
            <a:prstDash val="solid"/>
          </a:ln>
        </p:spPr>
        <p:txBody>
          <a:bodyPr lIns="0" tIns="0" rIns="0" bIns="0"/>
          <a:lstStyle>
            <a:defPPr algn="l">
              <a:defRPr sz="1575" b="1" i="0">
                <a:solidFill>
                  <a:srgbClr val="BEA06A"/>
                </a:solidFill>
              </a:defRPr>
            </a:defPPr>
            <a:lvl1pPr algn="l">
              <a:defRPr sz="1575" b="1" i="0">
                <a:solidFill>
                  <a:srgbClr val="BEA06A"/>
                </a:solidFill>
              </a:defRPr>
            </a:lvl1pPr>
            <a:lvl2pPr algn="l">
              <a:defRPr sz="1575" b="1" i="0">
                <a:solidFill>
                  <a:srgbClr val="BEA06A"/>
                </a:solidFill>
              </a:defRPr>
            </a:lvl2pPr>
            <a:lvl3pPr algn="l">
              <a:defRPr sz="1575" b="1" i="0">
                <a:solidFill>
                  <a:srgbClr val="BEA06A"/>
                </a:solidFill>
              </a:defRPr>
            </a:lvl3pPr>
            <a:lvl4pPr algn="l">
              <a:defRPr sz="1575" b="1" i="0">
                <a:solidFill>
                  <a:srgbClr val="BEA06A"/>
                </a:solidFill>
              </a:defRPr>
            </a:lvl4pPr>
            <a:lvl5pPr algn="l">
              <a:defRPr sz="1575" b="1" i="0">
                <a:solidFill>
                  <a:srgbClr val="BEA06A"/>
                </a:solidFill>
              </a:defRPr>
            </a:lvl5pPr>
            <a:lvl6pPr algn="l">
              <a:defRPr sz="1575" b="1" i="0">
                <a:solidFill>
                  <a:srgbClr val="BEA06A"/>
                </a:solidFill>
              </a:defRPr>
            </a:lvl6pPr>
            <a:lvl7pPr algn="l">
              <a:defRPr sz="1575" b="1" i="0">
                <a:solidFill>
                  <a:srgbClr val="BEA06A"/>
                </a:solidFill>
              </a:defRPr>
            </a:lvl7pPr>
            <a:lvl8pPr algn="l">
              <a:defRPr sz="1575" b="1" i="0">
                <a:solidFill>
                  <a:srgbClr val="BEA06A"/>
                </a:solidFill>
              </a:defRPr>
            </a:lvl8pPr>
            <a:lvl9pPr algn="l">
              <a:defRPr sz="1575" b="1" i="0">
                <a:solidFill>
                  <a:srgbClr val="BEA06A"/>
                </a:solidFill>
              </a:defRPr>
            </a:lvl9pPr>
          </a:lstStyle>
          <a:p>
            <a:pPr algn="l">
              <a:defRPr sz="1575" b="1" i="0">
                <a:solidFill>
                  <a:srgbClr val="BEA06A"/>
                </a:solidFill>
              </a:defRPr>
            </a:pPr>
            <a:r>
              <a:rPr sz="1575" b="1" i="0">
                <a:solidFill>
                  <a:srgbClr val="BEA06A"/>
                </a:solidFill>
              </a:rPr>
              <a:t>EVENT PIN</a:t>
            </a:r>
          </a:p>
        </p:txBody>
      </p:sp>
    </p:spTree>
    <p:extLst>
      <p:ext uri="{BB962C8B-B14F-4D97-AF65-F5344CB8AC3E}">
        <ns4:creationId val="23656252"/>
      </p:ext>
    </p:extLst>
  </p:cSld>
</p:sld>
</file>

<file path=ppt/slides/slide1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p:grpSpPr>
      <p:sp>
        <p:nvSpPr>
          <p:cNvPr id="7" name="">
            <a:extLst>
              <a:ext uri="{FF2B5EF4-FFF2-40B4-BE49-F238E27FC236}">
                <ns2:creationId id="{287C6A6B-6B23-40C0-AEE8-90C1BFAE7CED}"/>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Explore 4Founders</a:t>
            </a:r>
          </a:p>
        </p:txBody>
      </p:sp>
      <p:sp>
        <p:nvSpPr>
          <p:cNvPr id="2" name="">
            <a:extLst>
              <a:ext uri="{FF2B5EF4-FFF2-40B4-BE49-F238E27FC236}">
                <ns2:creationId id="{EDC48AD8-F7C5-412A-8DC6-42D0167FFA0F}"/>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16</a:t>
            </a:r>
          </a:p>
        </p:txBody>
      </p:sp>
      <p:sp>
        <p:nvSpPr>
          <p:cNvPr id="3" name="">
            <a:extLst>
              <a:ext uri="{FF2B5EF4-FFF2-40B4-BE49-F238E27FC236}">
                <ns2:creationId id="{E76D5AFE-7436-4C33-9D1D-D8D4182FDCF0}"/>
              </a:ext>
            </a:extLst>
          </p:cNvPr>
          <p:cNvSpPr>
            <a:spLocks noGrp="1"/>
          </p:cNvSpPr>
          <p:nvPr/>
        </p:nvSpPr>
        <p:spPr>
          <a:xfrm>
            <a:off x="723900" y="2876550"/>
            <a:ext cx="4648200" cy="685800"/>
          </a:xfrm>
          <a:prstGeom prst="rect">
            <a:avLst/>
          </a:prstGeom>
          <a:noFill/>
          <a:ln w="0">
            <a:noFill/>
            <a:prstDash val="solid"/>
          </a:ln>
        </p:spPr>
        <p:txBody>
          <a:bodyPr lIns="0" tIns="0" rIns="0" bIns="0"/>
          <a:lstStyle>
            <a:defPPr algn="l">
              <a:defRPr sz="3225" b="1" i="0">
                <a:solidFill>
                  <a:srgbClr val="FFFFFF"/>
                </a:solidFill>
              </a:defRPr>
            </a:defPPr>
            <a:lvl1pPr algn="l">
              <a:buNone/>
              <a:defRPr sz="3225" b="1" i="0">
                <a:solidFill>
                  <a:srgbClr val="FFFFFF"/>
                </a:solidFill>
              </a:defRPr>
            </a:lvl1pPr>
            <a:lvl2pPr algn="l">
              <a:buNone/>
              <a:defRPr sz="3225" b="1" i="0">
                <a:solidFill>
                  <a:srgbClr val="FFFFFF"/>
                </a:solidFill>
              </a:defRPr>
            </a:lvl2pPr>
            <a:lvl3pPr algn="l">
              <a:buNone/>
              <a:defRPr sz="3225" b="1" i="0">
                <a:solidFill>
                  <a:srgbClr val="FFFFFF"/>
                </a:solidFill>
              </a:defRPr>
            </a:lvl3pPr>
            <a:lvl4pPr algn="l">
              <a:buNone/>
              <a:defRPr sz="3225" b="1" i="0">
                <a:solidFill>
                  <a:srgbClr val="FFFFFF"/>
                </a:solidFill>
              </a:defRPr>
            </a:lvl4pPr>
            <a:lvl5pPr algn="l">
              <a:buNone/>
              <a:defRPr sz="3225" b="1" i="0">
                <a:solidFill>
                  <a:srgbClr val="FFFFFF"/>
                </a:solidFill>
              </a:defRPr>
            </a:lvl5pPr>
            <a:lvl6pPr algn="l">
              <a:buNone/>
              <a:defRPr sz="3225" b="1" i="0">
                <a:solidFill>
                  <a:srgbClr val="FFFFFF"/>
                </a:solidFill>
              </a:defRPr>
            </a:lvl6pPr>
            <a:lvl7pPr algn="l">
              <a:buNone/>
              <a:defRPr sz="3225" b="1" i="0">
                <a:solidFill>
                  <a:srgbClr val="FFFFFF"/>
                </a:solidFill>
              </a:defRPr>
            </a:lvl7pPr>
            <a:lvl8pPr algn="l">
              <a:buNone/>
              <a:defRPr sz="3225" b="1" i="0">
                <a:solidFill>
                  <a:srgbClr val="FFFFFF"/>
                </a:solidFill>
              </a:defRPr>
            </a:lvl8pPr>
            <a:lvl9pPr algn="l">
              <a:buNone/>
              <a:defRPr sz="3225" b="1" i="0">
                <a:solidFill>
                  <a:srgbClr val="FFFFFF"/>
                </a:solidFill>
              </a:defRPr>
            </a:lvl9pPr>
          </a:lstStyle>
          <a:p>
            <a:pPr algn="l">
              <a:buNone/>
              <a:defRPr sz="3225" b="1" i="0">
                <a:solidFill>
                  <a:srgbClr val="FFFFFF"/>
                </a:solidFill>
              </a:defRPr>
            </a:pPr>
            <a:r>
              <a:rPr sz="3225" b="1" i="0">
                <a:solidFill>
                  <a:srgbClr val="FFFFFF"/>
                </a:solidFill>
              </a:rPr>
              <a:t>Keep exploring</a:t>
            </a:r>
          </a:p>
        </p:txBody>
      </p:sp>
      <p:sp>
        <p:nvSpPr>
          <p:cNvPr id="4" name="">
            <a:extLst>
              <a:ext uri="{FF2B5EF4-FFF2-40B4-BE49-F238E27FC236}">
                <ns2:creationId id="{BA074521-D12E-4C92-96A7-2ED041BE9680}"/>
              </a:ext>
            </a:extLst>
          </p:cNvPr>
          <p:cNvSpPr>
            <a:spLocks noGrp="1"/>
          </p:cNvSpPr>
          <p:nvPr/>
        </p:nvSpPr>
        <p:spPr>
          <a:xfrm>
            <a:off x="723900" y="5295900"/>
            <a:ext cx="4819650" cy="447675"/>
          </a:xfrm>
          <a:prstGeom prst="rect">
            <a:avLst/>
          </a:prstGeom>
          <a:noFill/>
          <a:ln w="0">
            <a:noFill/>
            <a:prstDash val="solid"/>
          </a:ln>
        </p:spPr>
        <p:txBody>
          <a:bodyPr lIns="0" tIns="0" rIns="0" bIns="0"/>
          <a:lstStyle>
            <a:defPPr algn="l">
              <a:defRPr sz="1875" b="0" i="0">
                <a:solidFill>
                  <a:srgbClr val="BEA06A"/>
                </a:solidFill>
              </a:defRPr>
            </a:defPPr>
            <a:lvl1pPr algn="l">
              <a:buNone/>
              <a:defRPr sz="1875" b="0" i="0">
                <a:solidFill>
                  <a:srgbClr val="BEA06A"/>
                </a:solidFill>
              </a:defRPr>
            </a:lvl1pPr>
            <a:lvl2pPr algn="l">
              <a:buNone/>
              <a:defRPr sz="1875" b="0" i="0">
                <a:solidFill>
                  <a:srgbClr val="BEA06A"/>
                </a:solidFill>
              </a:defRPr>
            </a:lvl2pPr>
            <a:lvl3pPr algn="l">
              <a:buNone/>
              <a:defRPr sz="1875" b="0" i="0">
                <a:solidFill>
                  <a:srgbClr val="BEA06A"/>
                </a:solidFill>
              </a:defRPr>
            </a:lvl3pPr>
            <a:lvl4pPr algn="l">
              <a:buNone/>
              <a:defRPr sz="1875" b="0" i="0">
                <a:solidFill>
                  <a:srgbClr val="BEA06A"/>
                </a:solidFill>
              </a:defRPr>
            </a:lvl4pPr>
            <a:lvl5pPr algn="l">
              <a:buNone/>
              <a:defRPr sz="1875" b="0" i="0">
                <a:solidFill>
                  <a:srgbClr val="BEA06A"/>
                </a:solidFill>
              </a:defRPr>
            </a:lvl5pPr>
            <a:lvl6pPr algn="l">
              <a:buNone/>
              <a:defRPr sz="1875" b="0" i="0">
                <a:solidFill>
                  <a:srgbClr val="BEA06A"/>
                </a:solidFill>
              </a:defRPr>
            </a:lvl6pPr>
            <a:lvl7pPr algn="l">
              <a:buNone/>
              <a:defRPr sz="1875" b="0" i="0">
                <a:solidFill>
                  <a:srgbClr val="BEA06A"/>
                </a:solidFill>
              </a:defRPr>
            </a:lvl7pPr>
            <a:lvl8pPr algn="l">
              <a:buNone/>
              <a:defRPr sz="1875" b="0" i="0">
                <a:solidFill>
                  <a:srgbClr val="BEA06A"/>
                </a:solidFill>
              </a:defRPr>
            </a:lvl8pPr>
            <a:lvl9pPr algn="l">
              <a:buNone/>
              <a:defRPr sz="1875" b="0" i="0">
                <a:solidFill>
                  <a:srgbClr val="BEA06A"/>
                </a:solidFill>
              </a:defRPr>
            </a:lvl9pPr>
          </a:lstStyle>
          <a:p>
            <a:pPr algn="l">
              <a:buNone/>
              <a:defRPr sz="1875" b="0" i="0">
                <a:solidFill>
                  <a:srgbClr val="BEA06A"/>
                </a:solidFill>
              </a:defRPr>
            </a:pPr>
            <a:r>
              <a:rPr sz="1875" b="0" i="0">
                <a:solidFill>
                  <a:srgbClr val="BEA06A"/>
                </a:solidFill>
                <a:hlinkClick r:id="rIdOriginalFlowWeb"/>
              </a:rPr>
              <a:t>4founders.dev</a:t>
            </a:r>
          </a:p>
        </p:txBody>
      </p:sp>
      <p:pic>
        <p:nvPicPr>
          <p:cNvPr id="5" name="">
            <a:extLst>
              <a:ext uri="{FF2B5EF4-FFF2-40B4-BE49-F238E27FC236}">
                <ns2:creationId id="{17A57D48-9186-4AB0-A73C-9A9F9454AD3D}"/>
              </a:ext>
            </a:extLst>
            <a:hlinkClick r:id="rIdOriginalFlowWeb"/>
          </p:cNvPr>
          <p:cNvPicPr>
            <a:picLocks noChangeAspect="1"/>
          </p:cNvPicPr>
          <p:nvPr/>
        </p:nvPicPr>
        <p:blipFill>
          <a:blip r:embed="R8fedd732672d4a84"/>
          <a:stretch/>
        </p:blipFill>
        <p:spPr>
          <a:xfrm>
            <a:off x="5753100" y="2590800"/>
            <a:ext cx="2466975" cy="2466975"/>
          </a:xfrm>
          <a:prstGeom prst="rect">
            <a:avLst/>
          </a:prstGeom>
        </p:spPr>
      </p:pic>
      <p:sp>
        <p:nvSpPr>
          <p:cNvPr id="6" name="">
            <a:extLst>
              <a:ext uri="{FF2B5EF4-FFF2-40B4-BE49-F238E27FC236}">
                <ns2:creationId id="{0A967C52-65BE-4CF8-A216-CA089985A1E8}"/>
              </a:ext>
            </a:extLst>
          </p:cNvPr>
          <p:cNvSpPr>
            <a:spLocks noGrp="1"/>
          </p:cNvSpPr>
          <p:nvPr/>
        </p:nvSpPr>
        <p:spPr>
          <a:xfrm>
            <a:off x="5762625" y="5429250"/>
            <a:ext cx="2762250" cy="657225"/>
          </a:xfrm>
          <a:prstGeom prst="rect">
            <a:avLst/>
          </a:prstGeom>
          <a:noFill/>
          <a:ln w="0">
            <a:noFill/>
            <a:prstDash val="solid"/>
          </a:ln>
        </p:spPr>
        <p:txBody>
          <a:bodyPr lIns="0" tIns="0" rIns="0" bIns="0"/>
          <a:lstStyle>
            <a:defPPr algn="l">
              <a:defRPr sz="3450" b="1" i="0">
                <a:solidFill>
                  <a:srgbClr val="FFFFFF"/>
                </a:solidFill>
              </a:defRPr>
            </a:defPPr>
            <a:lvl1pPr algn="l">
              <a:buNone/>
              <a:defRPr sz="2025" b="1" i="0">
                <a:solidFill>
                  <a:srgbClr val="FFFFFF"/>
                </a:solidFill>
              </a:defRPr>
            </a:lvl1pPr>
            <a:lvl2pPr algn="l">
              <a:buNone/>
              <a:defRPr sz="2025" b="1" i="0">
                <a:solidFill>
                  <a:srgbClr val="FFFFFF"/>
                </a:solidFill>
              </a:defRPr>
            </a:lvl2pPr>
            <a:lvl3pPr algn="l">
              <a:buNone/>
              <a:defRPr sz="2025" b="1" i="0">
                <a:solidFill>
                  <a:srgbClr val="FFFFFF"/>
                </a:solidFill>
              </a:defRPr>
            </a:lvl3pPr>
            <a:lvl4pPr algn="l">
              <a:buNone/>
              <a:defRPr sz="2025" b="1" i="0">
                <a:solidFill>
                  <a:srgbClr val="FFFFFF"/>
                </a:solidFill>
              </a:defRPr>
            </a:lvl4pPr>
            <a:lvl5pPr algn="l">
              <a:buNone/>
              <a:defRPr sz="2025" b="1" i="0">
                <a:solidFill>
                  <a:srgbClr val="FFFFFF"/>
                </a:solidFill>
              </a:defRPr>
            </a:lvl5pPr>
            <a:lvl6pPr algn="l">
              <a:buNone/>
              <a:defRPr sz="2025" b="1" i="0">
                <a:solidFill>
                  <a:srgbClr val="FFFFFF"/>
                </a:solidFill>
              </a:defRPr>
            </a:lvl6pPr>
            <a:lvl7pPr algn="l">
              <a:buNone/>
              <a:defRPr sz="2025" b="1" i="0">
                <a:solidFill>
                  <a:srgbClr val="FFFFFF"/>
                </a:solidFill>
              </a:defRPr>
            </a:lvl7pPr>
            <a:lvl8pPr algn="l">
              <a:buNone/>
              <a:defRPr sz="2025" b="1" i="0">
                <a:solidFill>
                  <a:srgbClr val="FFFFFF"/>
                </a:solidFill>
              </a:defRPr>
            </a:lvl8pPr>
            <a:lvl9pPr algn="l">
              <a:buNone/>
              <a:defRPr sz="2025" b="1" i="0">
                <a:solidFill>
                  <a:srgbClr val="FFFFFF"/>
                </a:solidFill>
              </a:defRPr>
            </a:lvl9pPr>
          </a:lstStyle>
          <a:p>
            <a:pPr algn="l">
              <a:buNone/>
              <a:defRPr sz="3450" b="1" i="0">
                <a:solidFill>
                  <a:srgbClr val="FFFFFF"/>
                </a:solidFill>
              </a:defRPr>
            </a:pPr>
            <a:r>
              <a:rPr sz="3450" b="1" i="0">
                <a:solidFill>
                  <a:srgbClr val="FFFFFF"/>
                </a:solidFill>
              </a:rPr>
              <a:t>4Founders</a:t>
            </a:r>
          </a:p>
        </p:txBody>
      </p:sp>
      <p:sp>
        <p:nvSpPr>
          <p:cNvPr id="8" name="">
            <a:extLst>
              <a:ext uri="{FF2B5EF4-FFF2-40B4-BE49-F238E27FC236}">
                <ns2:creationId id="{7344E057-B53A-4742-A1BE-84D64E78BC78}"/>
              </a:ext>
            </a:extLst>
          </p:cNvPr>
          <p:cNvSpPr>
            <a:spLocks noGrp="1"/>
          </p:cNvSpPr>
          <p:nvPr/>
        </p:nvSpPr>
        <p:spPr>
          <a:xfrm>
            <a:off x="5762625" y="5124450"/>
            <a:ext cx="2762250" cy="285750"/>
          </a:xfrm>
          <a:prstGeom prst="rect">
            <a:avLst/>
          </a:prstGeom>
          <a:noFill/>
          <a:ln w="0">
            <a:noFill/>
            <a:prstDash val="solid"/>
          </a:ln>
        </p:spPr>
        <p:txBody>
          <a:bodyPr lIns="0" tIns="0" rIns="0" bIns="0"/>
          <a:lstStyle>
            <a:defPPr algn="l">
              <a:defRPr sz="1575" b="1" i="0">
                <a:solidFill>
                  <a:srgbClr val="BEA06A"/>
                </a:solidFill>
              </a:defRPr>
            </a:defPPr>
            <a:lvl1pPr algn="l">
              <a:defRPr sz="1575" b="1" i="0">
                <a:solidFill>
                  <a:srgbClr val="BEA06A"/>
                </a:solidFill>
              </a:defRPr>
            </a:lvl1pPr>
            <a:lvl2pPr algn="l">
              <a:defRPr sz="1575" b="1" i="0">
                <a:solidFill>
                  <a:srgbClr val="BEA06A"/>
                </a:solidFill>
              </a:defRPr>
            </a:lvl2pPr>
            <a:lvl3pPr algn="l">
              <a:defRPr sz="1575" b="1" i="0">
                <a:solidFill>
                  <a:srgbClr val="BEA06A"/>
                </a:solidFill>
              </a:defRPr>
            </a:lvl3pPr>
            <a:lvl4pPr algn="l">
              <a:defRPr sz="1575" b="1" i="0">
                <a:solidFill>
                  <a:srgbClr val="BEA06A"/>
                </a:solidFill>
              </a:defRPr>
            </a:lvl4pPr>
            <a:lvl5pPr algn="l">
              <a:defRPr sz="1575" b="1" i="0">
                <a:solidFill>
                  <a:srgbClr val="BEA06A"/>
                </a:solidFill>
              </a:defRPr>
            </a:lvl5pPr>
            <a:lvl6pPr algn="l">
              <a:defRPr sz="1575" b="1" i="0">
                <a:solidFill>
                  <a:srgbClr val="BEA06A"/>
                </a:solidFill>
              </a:defRPr>
            </a:lvl6pPr>
            <a:lvl7pPr algn="l">
              <a:defRPr sz="1575" b="1" i="0">
                <a:solidFill>
                  <a:srgbClr val="BEA06A"/>
                </a:solidFill>
              </a:defRPr>
            </a:lvl7pPr>
            <a:lvl8pPr algn="l">
              <a:defRPr sz="1575" b="1" i="0">
                <a:solidFill>
                  <a:srgbClr val="BEA06A"/>
                </a:solidFill>
              </a:defRPr>
            </a:lvl8pPr>
            <a:lvl9pPr algn="l">
              <a:defRPr sz="1575" b="1" i="0">
                <a:solidFill>
                  <a:srgbClr val="BEA06A"/>
                </a:solidFill>
              </a:defRPr>
            </a:lvl9pPr>
          </a:lstStyle>
          <a:p>
            <a:pPr algn="l">
              <a:defRPr sz="1575" b="1" i="0">
                <a:solidFill>
                  <a:srgbClr val="BEA06A"/>
                </a:solidFill>
              </a:defRPr>
            </a:pPr>
            <a:r>
              <a:rPr sz="1575" b="1" i="0">
                <a:solidFill>
                  <a:srgbClr val="BEA06A"/>
                </a:solidFill>
              </a:rPr>
              <a:t>HOMEPAGE</a:t>
            </a:r>
          </a:p>
        </p:txBody>
      </p:sp>
    </p:spTree>
    <p:extLst>
      <p:ext uri="{BB962C8B-B14F-4D97-AF65-F5344CB8AC3E}">
        <ns4:creationId val="23656252"/>
      </p:ext>
    </p:extLst>
  </p:cSld>
</p:sld>
</file>

<file path=ppt/slides/slide17.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11" name="">
            <a:extLst>
              <a:ext uri="{FF2B5EF4-FFF2-40B4-BE49-F238E27FC236}">
                <ns2:creationId id="{96F0EA59-117A-4064-B427-87EE54602873}"/>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Let us connect</a:t>
            </a:r>
          </a:p>
        </p:txBody>
      </p:sp>
      <p:sp>
        <p:nvSpPr>
          <p:cNvPr id="2" name="">
            <a:extLst>
              <a:ext uri="{FF2B5EF4-FFF2-40B4-BE49-F238E27FC236}">
                <ns2:creationId id="{724A516E-5F40-4047-8050-494D3EE1695A}"/>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15</a:t>
            </a:r>
          </a:p>
        </p:txBody>
      </p:sp>
      <p:sp>
        <p:nvSpPr>
          <p:cNvPr id="3" name="">
            <a:extLst>
              <a:ext uri="{FF2B5EF4-FFF2-40B4-BE49-F238E27FC236}">
                <ns2:creationId id="{2D7D6113-0669-421B-A999-C7953240D470}"/>
              </a:ext>
            </a:extLst>
          </p:cNvPr>
          <p:cNvSpPr>
            <a:spLocks noGrp="1"/>
          </p:cNvSpPr>
          <p:nvPr/>
        </p:nvSpPr>
        <p:spPr>
          <a:xfrm>
            <a:off x="723900" y="2524125"/>
            <a:ext cx="7791450" cy="1114425"/>
          </a:xfrm>
          <a:prstGeom prst="rect">
            <a:avLst/>
          </a:prstGeom>
          <a:noFill/>
          <a:ln w="0">
            <a:noFill/>
            <a:prstDash val="solid"/>
          </a:ln>
        </p:spPr>
        <p:txBody>
          <a:bodyPr lIns="0" tIns="0" rIns="0" bIns="0"/>
          <a:lstStyle>
            <a:defPPr algn="l">
              <a:defRPr sz="2775" b="1" i="1">
                <a:solidFill>
                  <a:srgbClr val="FFFFFF"/>
                </a:solidFill>
              </a:defRPr>
            </a:defPPr>
            <a:lvl1pPr algn="l">
              <a:buNone/>
              <a:defRPr sz="2775" b="1" i="1">
                <a:solidFill>
                  <a:srgbClr val="FFFFFF"/>
                </a:solidFill>
              </a:defRPr>
            </a:lvl1pPr>
            <a:lvl2pPr algn="l">
              <a:buNone/>
              <a:defRPr sz="2775" b="1" i="1">
                <a:solidFill>
                  <a:srgbClr val="FFFFFF"/>
                </a:solidFill>
              </a:defRPr>
            </a:lvl2pPr>
            <a:lvl3pPr algn="l">
              <a:buNone/>
              <a:defRPr sz="2775" b="1" i="1">
                <a:solidFill>
                  <a:srgbClr val="FFFFFF"/>
                </a:solidFill>
              </a:defRPr>
            </a:lvl3pPr>
            <a:lvl4pPr algn="l">
              <a:buNone/>
              <a:defRPr sz="2775" b="1" i="1">
                <a:solidFill>
                  <a:srgbClr val="FFFFFF"/>
                </a:solidFill>
              </a:defRPr>
            </a:lvl4pPr>
            <a:lvl5pPr algn="l">
              <a:buNone/>
              <a:defRPr sz="2775" b="1" i="1">
                <a:solidFill>
                  <a:srgbClr val="FFFFFF"/>
                </a:solidFill>
              </a:defRPr>
            </a:lvl5pPr>
            <a:lvl6pPr algn="l">
              <a:buNone/>
              <a:defRPr sz="2775" b="1" i="1">
                <a:solidFill>
                  <a:srgbClr val="FFFFFF"/>
                </a:solidFill>
              </a:defRPr>
            </a:lvl6pPr>
            <a:lvl7pPr algn="l">
              <a:buNone/>
              <a:defRPr sz="2775" b="1" i="1">
                <a:solidFill>
                  <a:srgbClr val="FFFFFF"/>
                </a:solidFill>
              </a:defRPr>
            </a:lvl7pPr>
            <a:lvl8pPr algn="l">
              <a:buNone/>
              <a:defRPr sz="2775" b="1" i="1">
                <a:solidFill>
                  <a:srgbClr val="FFFFFF"/>
                </a:solidFill>
              </a:defRPr>
            </a:lvl8pPr>
            <a:lvl9pPr algn="l">
              <a:buNone/>
              <a:defRPr sz="2775" b="1" i="1">
                <a:solidFill>
                  <a:srgbClr val="FFFFFF"/>
                </a:solidFill>
              </a:defRPr>
            </a:lvl9pPr>
          </a:lstStyle>
          <a:p>
            <a:pPr algn="l">
              <a:buNone/>
              <a:defRPr sz="2775" b="1" i="1">
                <a:solidFill>
                  <a:srgbClr val="FFFFFF"/>
                </a:solidFill>
              </a:defRPr>
            </a:pPr>
            <a:r>
              <a:rPr sz="2775" b="1" i="1">
                <a:solidFill>
                  <a:srgbClr val="FFFFFF"/>
                </a:solidFill>
              </a:rPr>
              <a:t>Our history was made on the factory floor.</a:t>
            </a:r>
          </a:p>
          <a:p>
            <a:pPr algn="l">
              <a:buNone/>
              <a:defRPr sz="2775" b="1" i="1">
                <a:solidFill>
                  <a:srgbClr val="FFFFFF"/>
                </a:solidFill>
              </a:defRPr>
            </a:pPr>
            <a:r>
              <a:rPr sz="2775" b="1" i="1">
                <a:solidFill>
                  <a:srgbClr val="FFFFFF"/>
                </a:solidFill>
              </a:rPr>
              <a:t>The future will be, too.</a:t>
            </a:r>
          </a:p>
        </p:txBody>
      </p:sp>
      <p:sp>
        <p:nvSpPr>
          <p:cNvPr id="4" name="">
            <a:extLst>
              <a:ext uri="{FF2B5EF4-FFF2-40B4-BE49-F238E27FC236}">
                <ns2:creationId id="{584ED998-33A3-4E85-8F9C-EEE9F5227F16}"/>
              </a:ext>
            </a:extLst>
          </p:cNvPr>
          <p:cNvSpPr>
            <a:spLocks noGrp="1"/>
          </p:cNvSpPr>
          <p:nvPr/>
        </p:nvSpPr>
        <p:spPr>
          <a:xfrm>
            <a:off x="723900" y="3733800"/>
            <a:ext cx="7791450" cy="619125"/>
          </a:xfrm>
          <a:prstGeom prst="rect">
            <a:avLst/>
          </a:prstGeom>
          <a:noFill/>
          <a:ln w="0">
            <a:noFill/>
            <a:prstDash val="solid"/>
          </a:ln>
        </p:spPr>
        <p:txBody>
          <a:bodyPr lIns="0" tIns="0" rIns="0" bIns="0"/>
          <a:lstStyle>
            <a:defPPr algn="l">
              <a:defRPr sz="2100" b="1" i="0">
                <a:solidFill>
                  <a:srgbClr val="BEA06A"/>
                </a:solidFill>
              </a:defRPr>
            </a:defPPr>
            <a:lvl1pPr algn="l">
              <a:buNone/>
              <a:defRPr sz="2100" b="1" i="0">
                <a:solidFill>
                  <a:srgbClr val="BEA06A"/>
                </a:solidFill>
              </a:defRPr>
            </a:lvl1pPr>
            <a:lvl2pPr algn="l">
              <a:buNone/>
              <a:defRPr sz="2100" b="1" i="0">
                <a:solidFill>
                  <a:srgbClr val="BEA06A"/>
                </a:solidFill>
              </a:defRPr>
            </a:lvl2pPr>
            <a:lvl3pPr algn="l">
              <a:buNone/>
              <a:defRPr sz="2100" b="1" i="0">
                <a:solidFill>
                  <a:srgbClr val="BEA06A"/>
                </a:solidFill>
              </a:defRPr>
            </a:lvl3pPr>
            <a:lvl4pPr algn="l">
              <a:buNone/>
              <a:defRPr sz="2100" b="1" i="0">
                <a:solidFill>
                  <a:srgbClr val="BEA06A"/>
                </a:solidFill>
              </a:defRPr>
            </a:lvl4pPr>
            <a:lvl5pPr algn="l">
              <a:buNone/>
              <a:defRPr sz="2100" b="1" i="0">
                <a:solidFill>
                  <a:srgbClr val="BEA06A"/>
                </a:solidFill>
              </a:defRPr>
            </a:lvl5pPr>
            <a:lvl6pPr algn="l">
              <a:buNone/>
              <a:defRPr sz="2100" b="1" i="0">
                <a:solidFill>
                  <a:srgbClr val="BEA06A"/>
                </a:solidFill>
              </a:defRPr>
            </a:lvl6pPr>
            <a:lvl7pPr algn="l">
              <a:buNone/>
              <a:defRPr sz="2100" b="1" i="0">
                <a:solidFill>
                  <a:srgbClr val="BEA06A"/>
                </a:solidFill>
              </a:defRPr>
            </a:lvl7pPr>
            <a:lvl8pPr algn="l">
              <a:buNone/>
              <a:defRPr sz="2100" b="1" i="0">
                <a:solidFill>
                  <a:srgbClr val="BEA06A"/>
                </a:solidFill>
              </a:defRPr>
            </a:lvl8pPr>
            <a:lvl9pPr algn="l">
              <a:buNone/>
              <a:defRPr sz="2100" b="1" i="0">
                <a:solidFill>
                  <a:srgbClr val="BEA06A"/>
                </a:solidFill>
              </a:defRPr>
            </a:lvl9pPr>
          </a:lstStyle>
          <a:p>
            <a:pPr algn="l">
              <a:buNone/>
              <a:defRPr sz="2100" b="1" i="0">
                <a:solidFill>
                  <a:srgbClr val="BEA06A"/>
                </a:solidFill>
              </a:defRPr>
            </a:pPr>
            <a:r>
              <a:rPr sz="2100" b="1" i="0">
                <a:solidFill>
                  <a:srgbClr val="BEA06A"/>
                </a:solidFill>
              </a:rPr>
              <a:t>Come build and fight with us. Turn AI into action.</a:t>
            </a:r>
          </a:p>
        </p:txBody>
      </p:sp>
      <p:sp>
        <p:nvSpPr>
          <p:cNvPr id="6" name="">
            <a:extLst>
              <a:ext uri="{FF2B5EF4-FFF2-40B4-BE49-F238E27FC236}">
                <ns2:creationId id="{CF15CE39-03ED-485E-A3C8-874F0117C19A}"/>
              </a:ext>
            </a:extLst>
          </p:cNvPr>
          <p:cNvSpPr>
            <a:spLocks noGrp="1"/>
          </p:cNvSpPr>
          <p:nvPr/>
        </p:nvSpPr>
        <p:spPr>
          <a:xfrm>
            <a:off x="914400" y="5057775"/>
            <a:ext cx="7315200" cy="552450"/>
          </a:xfrm>
          <a:prstGeom prst="rect">
            <a:avLst/>
          </a:prstGeom>
          <a:noFill/>
          <a:ln w="0">
            <a:noFill/>
            <a:prstDash val="solid"/>
          </a:ln>
        </p:spPr>
        <p:txBody>
          <a:bodyPr lIns="0" tIns="0" rIns="0" bIns="0"/>
          <a:lstStyle>
            <a:defPPr algn="ctr">
              <a:defRPr sz="2600" b="1" i="0">
                <a:solidFill>
                  <a:srgbClr val="FFFFFF"/>
                </a:solidFill>
              </a:defRPr>
            </a:defPPr>
            <a:lvl1pPr algn="ctr">
              <a:buNone/>
              <a:defRPr sz="2600" b="1" i="0">
                <a:solidFill>
                  <a:srgbClr val="FFFFFF"/>
                </a:solidFill>
              </a:defRPr>
            </a:lvl1pPr>
            <a:lvl2pPr algn="ctr">
              <a:buNone/>
              <a:defRPr sz="2600" b="1" i="0">
                <a:solidFill>
                  <a:srgbClr val="FFFFFF"/>
                </a:solidFill>
              </a:defRPr>
            </a:lvl2pPr>
            <a:lvl3pPr algn="ctr">
              <a:buNone/>
              <a:defRPr sz="2600" b="1" i="0">
                <a:solidFill>
                  <a:srgbClr val="FFFFFF"/>
                </a:solidFill>
              </a:defRPr>
            </a:lvl3pPr>
            <a:lvl4pPr algn="ctr">
              <a:buNone/>
              <a:defRPr sz="2600" b="1" i="0">
                <a:solidFill>
                  <a:srgbClr val="FFFFFF"/>
                </a:solidFill>
              </a:defRPr>
            </a:lvl4pPr>
            <a:lvl5pPr algn="ctr">
              <a:buNone/>
              <a:defRPr sz="2600" b="1" i="0">
                <a:solidFill>
                  <a:srgbClr val="FFFFFF"/>
                </a:solidFill>
              </a:defRPr>
            </a:lvl5pPr>
            <a:lvl6pPr algn="ctr">
              <a:buNone/>
              <a:defRPr sz="2600" b="1" i="0">
                <a:solidFill>
                  <a:srgbClr val="FFFFFF"/>
                </a:solidFill>
              </a:defRPr>
            </a:lvl6pPr>
            <a:lvl7pPr algn="ctr">
              <a:buNone/>
              <a:defRPr sz="2600" b="1" i="0">
                <a:solidFill>
                  <a:srgbClr val="FFFFFF"/>
                </a:solidFill>
              </a:defRPr>
            </a:lvl7pPr>
            <a:lvl8pPr algn="ctr">
              <a:buNone/>
              <a:defRPr sz="2600" b="1" i="0">
                <a:solidFill>
                  <a:srgbClr val="FFFFFF"/>
                </a:solidFill>
              </a:defRPr>
            </a:lvl8pPr>
            <a:lvl9pPr algn="ctr">
              <a:buNone/>
              <a:defRPr sz="2600" b="1" i="0">
                <a:solidFill>
                  <a:srgbClr val="FFFFFF"/>
                </a:solidFill>
              </a:defRPr>
            </a:lvl9pPr>
          </a:lstStyle>
          <a:p>
            <a:pPr algn="ctr">
              <a:buNone/>
              <a:defRPr sz="2600" b="1" i="0">
                <a:solidFill>
                  <a:srgbClr val="FFFFFF"/>
                </a:solidFill>
              </a:defRPr>
            </a:pPr>
            <a:r>
              <a:rPr sz="2600" b="1" i="0">
                <a:solidFill>
                  <a:srgbClr val="FFFFFF"/>
                </a:solidFill>
              </a:rPr>
              <a:t>awhite@tkghunt.com</a:t>
            </a:r>
          </a:p>
        </p:txBody>
      </p:sp>
    </p:spTree>
    <p:extLst>
      <p:ext uri="{BB962C8B-B14F-4D97-AF65-F5344CB8AC3E}">
        <ns3:creationId val="526665785"/>
      </p:ext>
    </p:extLst>
  </p:cSld>
</p:sld>
</file>

<file path=ppt/slides/slide1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p:grpSpPr>
      <p:sp>
        <p:nvSpPr>
          <p:cNvPr id="10" name="">
            <a:extLst>
              <a:ext uri="{FF2B5EF4-FFF2-40B4-BE49-F238E27FC236}">
                <ns2:creationId id="{D0F38884-198E-4A16-8A86-C1862F382EE2}"/>
              </a:ext>
            </a:extLst>
          </p:cNvPr>
          <p:cNvSpPr>
            <a:spLocks noGrp="1"/>
          </p:cNvSpPr>
          <p:nvPr/>
        </p:nvSpPr>
        <p:spPr>
          <a:xfrm>
            <a:off x="704850" y="1504950"/>
            <a:ext cx="7734300" cy="609600"/>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Czechoslovak Group (CSG)</a:t>
            </a:r>
          </a:p>
        </p:txBody>
      </p:sp>
      <p:sp>
        <p:nvSpPr>
          <p:cNvPr id="2" name="">
            <a:extLst>
              <a:ext uri="{FF2B5EF4-FFF2-40B4-BE49-F238E27FC236}">
                <ns2:creationId id="{FBBC7091-D511-4C55-BC16-67368151C20D}"/>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2</a:t>
            </a:r>
          </a:p>
        </p:txBody>
      </p:sp>
      <p:sp>
        <p:nvSpPr>
          <p:cNvPr id="3" name="">
            <a:extLst>
              <a:ext uri="{FF2B5EF4-FFF2-40B4-BE49-F238E27FC236}">
                <ns2:creationId id="{397AAB4E-702C-4357-88ED-A71219DCD0B1}"/>
              </a:ext>
            </a:extLst>
          </p:cNvPr>
          <p:cNvSpPr>
            <a:spLocks noGrp="1"/>
          </p:cNvSpPr>
          <p:nvPr/>
        </p:nvSpPr>
        <p:spPr>
          <a:xfrm>
            <a:off x="723900" y="2667000"/>
            <a:ext cx="4762500" cy="838200"/>
          </a:xfrm>
          <a:prstGeom prst="rect">
            <a:avLst/>
          </a:prstGeom>
          <a:noFill/>
          <a:ln w="0">
            <a:noFill/>
            <a:prstDash val="solid"/>
          </a:ln>
        </p:spPr>
        <p:txBody>
          <a:bodyPr lIns="0" tIns="0" rIns="0" bIns="0"/>
          <a:lstStyle>
            <a:defPPr algn="l">
              <a:defRPr sz="2400" b="1" i="0">
                <a:solidFill>
                  <a:srgbClr val="BBA16B"/>
                </a:solidFill>
              </a:defRPr>
            </a:defPPr>
            <a:lvl1pPr algn="l">
              <a:buNone/>
              <a:defRPr sz="2625" b="1" i="0">
                <a:solidFill>
                  <a:srgbClr val="BEA06A"/>
                </a:solidFill>
              </a:defRPr>
            </a:lvl1pPr>
            <a:lvl2pPr algn="l">
              <a:buNone/>
              <a:defRPr sz="2625" b="1" i="0">
                <a:solidFill>
                  <a:srgbClr val="BEA06A"/>
                </a:solidFill>
              </a:defRPr>
            </a:lvl2pPr>
            <a:lvl3pPr algn="l">
              <a:buNone/>
              <a:defRPr sz="2625" b="1" i="0">
                <a:solidFill>
                  <a:srgbClr val="BEA06A"/>
                </a:solidFill>
              </a:defRPr>
            </a:lvl3pPr>
            <a:lvl4pPr algn="l">
              <a:buNone/>
              <a:defRPr sz="2625" b="1" i="0">
                <a:solidFill>
                  <a:srgbClr val="BEA06A"/>
                </a:solidFill>
              </a:defRPr>
            </a:lvl4pPr>
            <a:lvl5pPr algn="l">
              <a:buNone/>
              <a:defRPr sz="2625" b="1" i="0">
                <a:solidFill>
                  <a:srgbClr val="BEA06A"/>
                </a:solidFill>
              </a:defRPr>
            </a:lvl5pPr>
            <a:lvl6pPr algn="l">
              <a:buNone/>
              <a:defRPr sz="2625" b="1" i="0">
                <a:solidFill>
                  <a:srgbClr val="BEA06A"/>
                </a:solidFill>
              </a:defRPr>
            </a:lvl6pPr>
            <a:lvl7pPr algn="l">
              <a:buNone/>
              <a:defRPr sz="2625" b="1" i="0">
                <a:solidFill>
                  <a:srgbClr val="BEA06A"/>
                </a:solidFill>
              </a:defRPr>
            </a:lvl7pPr>
            <a:lvl8pPr algn="l">
              <a:buNone/>
              <a:defRPr sz="2625" b="1" i="0">
                <a:solidFill>
                  <a:srgbClr val="BEA06A"/>
                </a:solidFill>
              </a:defRPr>
            </a:lvl8pPr>
            <a:lvl9pPr algn="l">
              <a:buNone/>
              <a:defRPr sz="2625" b="1" i="0">
                <a:solidFill>
                  <a:srgbClr val="BEA06A"/>
                </a:solidFill>
              </a:defRPr>
            </a:lvl9pPr>
          </a:lstStyle>
          <a:p>
            <a:pPr algn="l">
              <a:buNone/>
              <a:defRPr sz="2400" b="1" i="0">
                <a:solidFill>
                  <a:srgbClr val="BBA16B"/>
                </a:solidFill>
              </a:defRPr>
            </a:pPr>
            <a:r>
              <a:rPr sz="2400" b="1" i="0">
                <a:solidFill>
                  <a:srgbClr val="BBA16B"/>
                </a:solidFill>
              </a:rPr>
              <a:t>Global industrial and</a:t>
            </a:r>
          </a:p>
          <a:p>
            <a:pPr algn="l">
              <a:buNone/>
              <a:defRPr sz="2400" b="1" i="0">
                <a:solidFill>
                  <a:srgbClr val="BBA16B"/>
                </a:solidFill>
              </a:defRPr>
            </a:pPr>
            <a:r>
              <a:rPr sz="2400" b="1" i="0">
                <a:solidFill>
                  <a:srgbClr val="BBA16B"/>
                </a:solidFill>
              </a:rPr>
              <a:t>technology group</a:t>
            </a:r>
          </a:p>
        </p:txBody>
      </p:sp>
      <p:sp>
        <p:nvSpPr>
          <p:cNvPr id="4" name="">
            <a:extLst>
              <a:ext uri="{FF2B5EF4-FFF2-40B4-BE49-F238E27FC236}">
                <ns2:creationId id="{A34BA23E-0CD2-4E38-8F37-7AAB56C38762}"/>
              </a:ext>
            </a:extLst>
          </p:cNvPr>
          <p:cNvSpPr>
            <a:spLocks noGrp="1"/>
          </p:cNvSpPr>
          <p:nvPr/>
        </p:nvSpPr>
        <p:spPr>
          <a:xfrm>
            <a:off x="723900" y="3790950"/>
            <a:ext cx="7715250" cy="381000"/>
          </a:xfrm>
          <a:prstGeom prst="rect">
            <a:avLst/>
          </a:prstGeom>
          <a:noFill/>
          <a:ln w="0">
            <a:noFill/>
            <a:prstDash val="solid"/>
          </a:ln>
        </p:spPr>
        <p:txBody>
          <a:bodyPr lIns="0" tIns="0" rIns="0" bIns="0"/>
          <a:lstStyle>
            <a:defPPr algn="l">
              <a:defRPr sz="1950"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950" b="0" i="0">
                <a:solidFill>
                  <a:srgbClr val="FFFFFF"/>
                </a:solidFill>
              </a:defRPr>
            </a:pPr>
            <a:r>
              <a:rPr sz="1950" b="0" i="0">
                <a:solidFill>
                  <a:srgbClr val="FFFFFF"/>
                </a:solidFill>
              </a:rPr>
              <a:t>Headquartered in Prague, Czech Republic</a:t>
            </a:r>
          </a:p>
        </p:txBody>
      </p:sp>
      <p:sp>
        <p:nvSpPr>
          <p:cNvPr id="5" name="">
            <a:extLst>
              <a:ext uri="{FF2B5EF4-FFF2-40B4-BE49-F238E27FC236}">
                <ns2:creationId id="{74EF2072-0F5B-4869-B3C8-B8EF0150DF55}"/>
              </a:ext>
            </a:extLst>
          </p:cNvPr>
          <p:cNvSpPr>
            <a:spLocks noGrp="1"/>
          </p:cNvSpPr>
          <p:nvPr/>
        </p:nvSpPr>
        <p:spPr>
          <a:xfrm>
            <a:off x="723900" y="4305300"/>
            <a:ext cx="7715250" cy="381000"/>
          </a:xfrm>
          <a:prstGeom prst="rect">
            <a:avLst/>
          </a:prstGeom>
          <a:noFill/>
          <a:ln w="0">
            <a:noFill/>
            <a:prstDash val="solid"/>
          </a:ln>
        </p:spPr>
        <p:txBody>
          <a:bodyPr lIns="0" tIns="0" rIns="0" bIns="0"/>
          <a:lstStyle>
            <a:defPPr algn="l">
              <a:defRPr sz="1950" b="0" i="0">
                <a:solidFill>
                  <a:srgbClr val="FFFFFF"/>
                </a:solidFill>
              </a:defRPr>
            </a:defPPr>
            <a:lvl1pPr algn="l">
              <a:buNone/>
              <a:defRPr sz="2625" b="1" i="0">
                <a:solidFill>
                  <a:srgbClr val="BEA06A"/>
                </a:solidFill>
              </a:defRPr>
            </a:lvl1pPr>
            <a:lvl2pPr algn="l">
              <a:buNone/>
              <a:defRPr sz="2625" b="1" i="0">
                <a:solidFill>
                  <a:srgbClr val="BEA06A"/>
                </a:solidFill>
              </a:defRPr>
            </a:lvl2pPr>
            <a:lvl3pPr algn="l">
              <a:buNone/>
              <a:defRPr sz="2625" b="1" i="0">
                <a:solidFill>
                  <a:srgbClr val="BEA06A"/>
                </a:solidFill>
              </a:defRPr>
            </a:lvl3pPr>
            <a:lvl4pPr algn="l">
              <a:buNone/>
              <a:defRPr sz="2625" b="1" i="0">
                <a:solidFill>
                  <a:srgbClr val="BEA06A"/>
                </a:solidFill>
              </a:defRPr>
            </a:lvl4pPr>
            <a:lvl5pPr algn="l">
              <a:buNone/>
              <a:defRPr sz="2625" b="1" i="0">
                <a:solidFill>
                  <a:srgbClr val="BEA06A"/>
                </a:solidFill>
              </a:defRPr>
            </a:lvl5pPr>
            <a:lvl6pPr algn="l">
              <a:buNone/>
              <a:defRPr sz="2625" b="1" i="0">
                <a:solidFill>
                  <a:srgbClr val="BEA06A"/>
                </a:solidFill>
              </a:defRPr>
            </a:lvl6pPr>
            <a:lvl7pPr algn="l">
              <a:buNone/>
              <a:defRPr sz="2625" b="1" i="0">
                <a:solidFill>
                  <a:srgbClr val="BEA06A"/>
                </a:solidFill>
              </a:defRPr>
            </a:lvl7pPr>
            <a:lvl8pPr algn="l">
              <a:buNone/>
              <a:defRPr sz="2625" b="1" i="0">
                <a:solidFill>
                  <a:srgbClr val="BEA06A"/>
                </a:solidFill>
              </a:defRPr>
            </a:lvl8pPr>
            <a:lvl9pPr algn="l">
              <a:buNone/>
              <a:defRPr sz="2625" b="1" i="0">
                <a:solidFill>
                  <a:srgbClr val="BEA06A"/>
                </a:solidFill>
              </a:defRPr>
            </a:lvl9pPr>
          </a:lstStyle>
          <a:p>
            <a:pPr algn="l">
              <a:buNone/>
              <a:defRPr sz="1950" b="0" i="0">
                <a:solidFill>
                  <a:srgbClr val="FFFFFF"/>
                </a:solidFill>
              </a:defRPr>
            </a:pPr>
            <a:r>
              <a:rPr sz="1950" b="0" i="0">
                <a:solidFill>
                  <a:srgbClr val="FFFFFF"/>
                </a:solidFill>
              </a:rPr>
              <a:t>Origins in 1995 with Excalibur Army</a:t>
            </a:r>
          </a:p>
        </p:txBody>
      </p:sp>
      <p:sp>
        <p:nvSpPr>
          <p:cNvPr id="6" name="">
            <a:extLst>
              <a:ext uri="{FF2B5EF4-FFF2-40B4-BE49-F238E27FC236}">
                <ns2:creationId id="{578E9F30-B97B-4D21-9887-533D7D1E5D39}"/>
              </a:ext>
            </a:extLst>
          </p:cNvPr>
          <p:cNvSpPr>
            <a:spLocks noGrp="1"/>
          </p:cNvSpPr>
          <p:nvPr/>
        </p:nvSpPr>
        <p:spPr>
          <a:xfrm>
            <a:off x="723900" y="4819650"/>
            <a:ext cx="7715250" cy="381000"/>
          </a:xfrm>
          <a:prstGeom prst="rect">
            <a:avLst/>
          </a:prstGeom>
          <a:noFill/>
          <a:ln w="0">
            <a:noFill/>
            <a:prstDash val="solid"/>
          </a:ln>
        </p:spPr>
        <p:txBody>
          <a:bodyPr lIns="0" tIns="0" rIns="0" bIns="0"/>
          <a:lstStyle>
            <a:defPPr algn="l">
              <a:defRPr sz="1950"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950" b="0" i="0">
                <a:solidFill>
                  <a:srgbClr val="FFFFFF"/>
                </a:solidFill>
              </a:defRPr>
            </a:pPr>
            <a:r>
              <a:rPr sz="1950" b="0" i="0">
                <a:solidFill>
                  <a:srgbClr val="FFFFFF"/>
                </a:solidFill>
              </a:rPr>
              <a:t>Defense, aerospace and automotive businesses</a:t>
            </a:r>
          </a:p>
        </p:txBody>
      </p:sp>
      <p:sp>
        <p:nvSpPr>
          <p:cNvPr id="9" name="">
            <a:extLst>
              <a:ext uri="{FF2B5EF4-FFF2-40B4-BE49-F238E27FC236}">
                <ns2:creationId id="{EFEC76D1-80FD-4BC8-AFC9-1E585F89C1B7}"/>
              </a:ext>
            </a:extLst>
          </p:cNvPr>
          <p:cNvSpPr>
            <a:spLocks noGrp="1"/>
          </p:cNvSpPr>
          <p:nvPr/>
        </p:nvSpPr>
        <p:spPr>
          <a:xfrm>
            <a:off x="723900" y="5629275"/>
            <a:ext cx="7715250" cy="428625"/>
          </a:xfrm>
          <a:prstGeom prst="rect">
            <a:avLst/>
          </a:prstGeom>
          <a:noFill/>
          <a:ln w="0">
            <a:noFill/>
            <a:prstDash val="solid"/>
          </a:ln>
        </p:spPr>
        <p:txBody>
          <a:bodyPr lIns="0" tIns="0" rIns="0" bIns="0"/>
          <a:lstStyle>
            <a:defPPr algn="l">
              <a:defRPr sz="2250" b="1" i="0">
                <a:solidFill>
                  <a:srgbClr val="FFFFFF"/>
                </a:solidFill>
              </a:defRPr>
            </a:defPPr>
            <a:lvl1pPr algn="l">
              <a:buNone/>
              <a:defRPr sz="2550" b="1" i="0">
                <a:solidFill>
                  <a:srgbClr val="FFFFFF"/>
                </a:solidFill>
              </a:defRPr>
            </a:lvl1pPr>
            <a:lvl2pPr algn="l">
              <a:buNone/>
              <a:defRPr sz="2550" b="1" i="0">
                <a:solidFill>
                  <a:srgbClr val="FFFFFF"/>
                </a:solidFill>
              </a:defRPr>
            </a:lvl2pPr>
            <a:lvl3pPr algn="l">
              <a:buNone/>
              <a:defRPr sz="2550" b="1" i="0">
                <a:solidFill>
                  <a:srgbClr val="FFFFFF"/>
                </a:solidFill>
              </a:defRPr>
            </a:lvl3pPr>
            <a:lvl4pPr algn="l">
              <a:buNone/>
              <a:defRPr sz="2550" b="1" i="0">
                <a:solidFill>
                  <a:srgbClr val="FFFFFF"/>
                </a:solidFill>
              </a:defRPr>
            </a:lvl4pPr>
            <a:lvl5pPr algn="l">
              <a:buNone/>
              <a:defRPr sz="2550" b="1" i="0">
                <a:solidFill>
                  <a:srgbClr val="FFFFFF"/>
                </a:solidFill>
              </a:defRPr>
            </a:lvl5pPr>
            <a:lvl6pPr algn="l">
              <a:buNone/>
              <a:defRPr sz="2550" b="1" i="0">
                <a:solidFill>
                  <a:srgbClr val="FFFFFF"/>
                </a:solidFill>
              </a:defRPr>
            </a:lvl6pPr>
            <a:lvl7pPr algn="l">
              <a:buNone/>
              <a:defRPr sz="2550" b="1" i="0">
                <a:solidFill>
                  <a:srgbClr val="FFFFFF"/>
                </a:solidFill>
              </a:defRPr>
            </a:lvl7pPr>
            <a:lvl8pPr algn="l">
              <a:buNone/>
              <a:defRPr sz="2550" b="1" i="0">
                <a:solidFill>
                  <a:srgbClr val="FFFFFF"/>
                </a:solidFill>
              </a:defRPr>
            </a:lvl8pPr>
            <a:lvl9pPr algn="l">
              <a:buNone/>
              <a:defRPr sz="2550" b="1" i="0">
                <a:solidFill>
                  <a:srgbClr val="FFFFFF"/>
                </a:solidFill>
              </a:defRPr>
            </a:lvl9pPr>
          </a:lstStyle>
          <a:p>
            <a:pPr algn="l">
              <a:buNone/>
              <a:defRPr sz="2250" b="1" i="0">
                <a:solidFill>
                  <a:srgbClr val="FFFFFF"/>
                </a:solidFill>
              </a:defRPr>
            </a:pPr>
            <a:r>
              <a:rPr sz="2250" b="1" i="0">
                <a:solidFill>
                  <a:srgbClr val="FFFFFF"/>
                </a:solidFill>
              </a:rPr>
              <a:t>The Kinetic Group is part of CSG Ammo+.</a:t>
            </a:r>
          </a:p>
        </p:txBody>
      </p:sp>
      <p:pic>
        <p:nvPicPr>
          <p:cNvPr id="90" name="">
            <a:extLst>
              <a:ext uri="{FF2B5EF4-FFF2-40B4-BE49-F238E27FC236}">
                <ns2:creationId id="{93296FAB-E45C-431A-A0B6-521D97F80EE2}"/>
              </a:ext>
            </a:extLst>
          </p:cNvPr>
          <p:cNvPicPr>
            <a:picLocks noChangeAspect="1"/>
          </p:cNvPicPr>
          <p:nvPr/>
        </p:nvPicPr>
        <p:blipFill>
          <a:blip r:embed="rIdCSGBrand"/>
          <a:stretch/>
        </p:blipFill>
        <p:spPr>
          <a:xfrm>
            <a:off x="5781717" y="2647950"/>
            <a:ext cx="2657392" cy="836390"/>
          </a:xfrm>
          <a:prstGeom prst="rect">
            <a:avLst/>
          </a:prstGeom>
        </p:spPr>
      </p:pic>
    </p:spTree>
    <p:extLst>
      <p:ext uri="{BB962C8B-B14F-4D97-AF65-F5344CB8AC3E}">
        <ns4:creationId val="1022646670"/>
      </p:ext>
    </p:extLst>
  </p:cSld>
</p:sld>
</file>

<file path=ppt/theme/theme1.xml><?xml version="1.0" encoding="utf-8"?>
<a:theme xmlns:a="http://schemas.openxmlformats.org/drawingml/2006/main" name="TKG PPT Theme">
  <a:themeElements>
    <a:clrScheme name="Vista Outdoor Theme">
      <a:dk1>
        <a:srgbClr val="000000"/>
      </a:dk1>
      <a:lt1>
        <a:srgbClr val="FFFFFF"/>
      </a:lt1>
      <a:dk2>
        <a:srgbClr val="28628E"/>
      </a:dk2>
      <a:lt2>
        <a:srgbClr val="D7D2CB"/>
      </a:lt2>
      <a:accent1>
        <a:srgbClr val="28628E"/>
      </a:accent1>
      <a:accent2>
        <a:srgbClr val="FE5442"/>
      </a:accent2>
      <a:accent3>
        <a:srgbClr val="F79B2E"/>
      </a:accent3>
      <a:accent4>
        <a:srgbClr val="6C6864"/>
      </a:accent4>
      <a:accent5>
        <a:srgbClr val="D7D2CB"/>
      </a:accent5>
      <a:accent6>
        <a:srgbClr val="999900"/>
      </a:accent6>
      <a:hlink>
        <a:srgbClr val="48A1FA"/>
      </a:hlink>
      <a:folHlink>
        <a:srgbClr val="C490A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ista Outdoor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Application>Walnut Exporter</Application>
  <PresentationFormat>Converted Presentation</PresentationFormat>
  <Slides>17</Slides>
  <Notes>0</Notes>
  <HiddenSlides>0</HiddenSlides>
  <SharedDoc>false</SharedDoc>
  <DocSecurity>0</DocSecurity>
</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2026-10-22T20:40:34.9870000Z</dcterms:created>
  <dcterms:modified xsi:type="dcterms:W3CDTF">2026-10-22T20:40:34.9870000Z</dcterms:modified>
</coreProperties>
</file>