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28f312a8ab4da0" /><Relationship Type="http://schemas.openxmlformats.org/officeDocument/2006/relationships/extended-properties" Target="/docProps/app.xml" Id="R025051e4bbf84660" /><Relationship Type="http://schemas.openxmlformats.org/officeDocument/2006/relationships/officeDocument" Target="/ppt/presentation.xml" Id="R33fcffbd0a8a4c2d" /></Relationships>
</file>

<file path=ppt/presentation.xml><?xml version="1.0" encoding="utf-8"?>
<p:presentation xmlns:p="http://schemas.openxmlformats.org/presentationml/2006/main">
  <p:sldMasterIdLst>
    <p:sldMasterId xmlns:r="http://schemas.openxmlformats.org/officeDocument/2006/relationships" id="2147483648" r:id="R1a1f229b833c42a6"/>
  </p:sldMasterIdLst>
  <p:notesMasterIdLst>
    <p:notesMasterId xmlns:r="http://schemas.openxmlformats.org/officeDocument/2006/relationships" r:id="R5a85bd5d27594aad"/>
  </p:notesMasterIdLst>
  <p:sldIdLst>
    <p:sldId xmlns:r="http://schemas.openxmlformats.org/officeDocument/2006/relationships" id="256" r:id="Rb2cb0350821a48d2"/>
    <p:sldId xmlns:r="http://schemas.openxmlformats.org/officeDocument/2006/relationships" id="257" r:id="Rd6744cb2a4aa4a4d"/>
    <p:sldId xmlns:r="http://schemas.openxmlformats.org/officeDocument/2006/relationships" id="258" r:id="R776d32cad20140e0"/>
    <p:sldId xmlns:r="http://schemas.openxmlformats.org/officeDocument/2006/relationships" id="259" r:id="R373d5b97770340e4"/>
    <p:sldId xmlns:r="http://schemas.openxmlformats.org/officeDocument/2006/relationships" id="260" r:id="R257bb674b42d4ad5"/>
    <p:sldId xmlns:r="http://schemas.openxmlformats.org/officeDocument/2006/relationships" id="261" r:id="Rf300c4af668a450e"/>
    <p:sldId xmlns:r="http://schemas.openxmlformats.org/officeDocument/2006/relationships" id="262" r:id="Rda54f88881234672"/>
    <p:sldId xmlns:r="http://schemas.openxmlformats.org/officeDocument/2006/relationships" id="263" r:id="Rb8eef1017f674679"/>
    <p:sldId xmlns:r="http://schemas.openxmlformats.org/officeDocument/2006/relationships" id="264" r:id="Reb5cb6a2d48e487b"/>
    <p:sldId xmlns:r="http://schemas.openxmlformats.org/officeDocument/2006/relationships" id="265" r:id="Rf54405d5b08647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494c6a842d84976" /><Relationship Type="http://schemas.openxmlformats.org/officeDocument/2006/relationships/slideMaster" Target="/ppt/slideMasters/slideMaster1.xml" Id="R1a1f229b833c42a6" /><Relationship Type="http://schemas.openxmlformats.org/officeDocument/2006/relationships/notesMaster" Target="/ppt/notesMasters/notesMaster1.xml" Id="R5a85bd5d27594aad" /><Relationship Type="http://schemas.openxmlformats.org/officeDocument/2006/relationships/presProps" Target="/ppt/presProps.xml" Id="Rc5d509e57f814d09" /><Relationship Type="http://schemas.openxmlformats.org/officeDocument/2006/relationships/tableStyles" Target="/ppt/tableStyles.xml" Id="Rd42957a248ff4287" /><Relationship Type="http://schemas.openxmlformats.org/officeDocument/2006/relationships/slide" Target="/ppt/slides/slide1.xml" Id="Rb2cb0350821a48d2" /><Relationship Type="http://schemas.openxmlformats.org/officeDocument/2006/relationships/slide" Target="/ppt/slides/slide2.xml" Id="Rd6744cb2a4aa4a4d" /><Relationship Type="http://schemas.openxmlformats.org/officeDocument/2006/relationships/slide" Target="/ppt/slides/slide3.xml" Id="R776d32cad20140e0" /><Relationship Type="http://schemas.openxmlformats.org/officeDocument/2006/relationships/slide" Target="/ppt/slides/slide4.xml" Id="R373d5b97770340e4" /><Relationship Type="http://schemas.openxmlformats.org/officeDocument/2006/relationships/slide" Target="/ppt/slides/slide5.xml" Id="R257bb674b42d4ad5" /><Relationship Type="http://schemas.openxmlformats.org/officeDocument/2006/relationships/slide" Target="/ppt/slides/slide6.xml" Id="Rf300c4af668a450e" /><Relationship Type="http://schemas.openxmlformats.org/officeDocument/2006/relationships/slide" Target="/ppt/slides/slide7.xml" Id="Rda54f88881234672" /><Relationship Type="http://schemas.openxmlformats.org/officeDocument/2006/relationships/slide" Target="/ppt/slides/slide8.xml" Id="Rb8eef1017f674679" /><Relationship Type="http://schemas.openxmlformats.org/officeDocument/2006/relationships/slide" Target="/ppt/slides/slide9.xml" Id="Reb5cb6a2d48e487b" /><Relationship Type="http://schemas.openxmlformats.org/officeDocument/2006/relationships/slide" Target="/ppt/slides/slide10.xml" Id="Rf54405d5b08647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8f52517a8549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a07c0b92a64c6c" /><Relationship Type="http://schemas.openxmlformats.org/officeDocument/2006/relationships/notesMaster" Target="/ppt/notesMasters/notesMaster1.xml" Id="R6925a2988bf945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f8f0807d9b4e88" /><Relationship Type="http://schemas.openxmlformats.org/officeDocument/2006/relationships/notesMaster" Target="/ppt/notesMasters/notesMaster1.xml" Id="Rfb807d77af6c45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315fd192f94612" /><Relationship Type="http://schemas.openxmlformats.org/officeDocument/2006/relationships/notesMaster" Target="/ppt/notesMasters/notesMaster1.xml" Id="R2c7bf8c45e9841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2656445501407c" /><Relationship Type="http://schemas.openxmlformats.org/officeDocument/2006/relationships/notesMaster" Target="/ppt/notesMasters/notesMaster1.xml" Id="Reeab58ff1c344f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d90b64d2ee4f8b" /><Relationship Type="http://schemas.openxmlformats.org/officeDocument/2006/relationships/notesMaster" Target="/ppt/notesMasters/notesMaster1.xml" Id="Rbfeb9d8cea8d49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4b4b4b7f3149a7" /><Relationship Type="http://schemas.openxmlformats.org/officeDocument/2006/relationships/notesMaster" Target="/ppt/notesMasters/notesMaster1.xml" Id="Reea75307172b4d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2a3502c6014868" /><Relationship Type="http://schemas.openxmlformats.org/officeDocument/2006/relationships/notesMaster" Target="/ppt/notesMasters/notesMaster1.xml" Id="R67723464f9e94d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bf1dd4da32430f" /><Relationship Type="http://schemas.openxmlformats.org/officeDocument/2006/relationships/notesMaster" Target="/ppt/notesMasters/notesMaster1.xml" Id="R2298a4a7872342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7e8a71131f438e" /><Relationship Type="http://schemas.openxmlformats.org/officeDocument/2006/relationships/notesMaster" Target="/ppt/notesMasters/notesMaster1.xml" Id="R7a91276095a9452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655894172f24e46" /><Relationship Type="http://schemas.openxmlformats.org/officeDocument/2006/relationships/notesMaster" Target="/ppt/notesMasters/notesMaster1.xml" Id="R036c423a1b3943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yourself as Brad Daugherty. You lead small engineering teams across The Kinetic Group and work primarily at Remington in Lonoke. Set the expectation that you will show real engineering work, then invite questions and connections.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Remington traces its history to 1816: https://www.remington.com/about-us.html . Remington says Lonoke operations began in 1969: https://www.remington.com/big-green-blog/labor-day-special.html . Honor that history. The world has changed, and our ambition is for Remington and The Kinetic Group to keep writing the rules for manufacturing for decades to come. This is an aspiration, not a claim that a new standard already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work crosses machines, controls, and software. These capabilities meet on the factory floor. Use one approved example to show how an engineering idea becomes something people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personally about the variety of problems, the satisfaction of seeing a result in real operations, learning across disciplines, and taking responsibility for what the team builds. Keep the tone grounded in your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the live demonstration. Show the camera image, Gatorade bottle detection, and on-screen sorting result. Let the audience see the result before explaining details. The slide is the only walkthrough cue; the demonstration program carries the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demonstration, explain the engineering difficulty in plain language: real conditions vary, decisions must happen at the right pace, and a system needs repeatable results people can trust. The bottle example shows an on-screen sorting decision; it does not actuate production sorting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people who want to tackle these challenges. Opportunities span Remington and The Kinetic Group, including mechanical work, controls, software, and testing. Describe the actual roles or projects you can publicly discuss, and direct employment interest to the official careers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audience into the separate 4Founders interactive challenge. Ask them to scan the QR code or use the displayed link and PIN. Distinguish this independent project platform from The Kinetic Group careers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may have interests beyond the fields just listed. Ask what they want to pursue. If there is a genuine fit, you would be interested in exploring it together, and your organization might even become an early or first customer. Present this as a possibility that depends on the idea and appropriate follow-up,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three paths: email Brad for a conversation, use the official The Kinetic Group careers page for jobs, and connect through the independent 4Founders platform for project follow-up. Invite questions and conversations after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173aac4fae47d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84ebfffae3454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7ab7c868039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6b414245f0d4f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97dc406417448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3230244001541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49A04-FD76-4272-9FFB-32EA24D44C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FA1BCF-9FD2-4B5D-8899-4E0FFABAB2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3139A2D-D369-4A23-86D7-CEAA9FFA0E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3311D-D763-431F-8B8F-A69EE728DB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15C6EE-02EB-4657-923F-7D5BAB5C183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9B5E1A-8A01-465F-A5CE-E4B2CB6587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D70AE1-A761-4819-A236-5E51D69B84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B1C9EF-4C77-4FE3-B4FD-EE2E5CCDBE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FBC8DF-6F20-4B8D-8188-E5F7111CF0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E161E2-C714-40EA-A7F4-121705AE89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f78f081137476a" /><Relationship Type="http://schemas.openxmlformats.org/officeDocument/2006/relationships/slideLayout" Target="/ppt/slideLayouts/slideLayout1.xml" Id="R358d10893f944cf7" /><Relationship Type="http://schemas.openxmlformats.org/officeDocument/2006/relationships/slideLayout" Target="/ppt/slideLayouts/slideLayout2.xml" Id="Rd97496dd4f76416f" /><Relationship Type="http://schemas.openxmlformats.org/officeDocument/2006/relationships/slideLayout" Target="/ppt/slideLayouts/slideLayout3.xml" Id="Rcebffb55e8b8422c" /><Relationship Type="http://schemas.openxmlformats.org/officeDocument/2006/relationships/slideLayout" Target="/ppt/slideLayouts/slideLayout4.xml" Id="R942fb571133e4b0f" /><Relationship Type="http://schemas.openxmlformats.org/officeDocument/2006/relationships/slideLayout" Target="/ppt/slideLayouts/slideLayout5.xml" Id="Re3205d3f09c145c7" /><Relationship Type="http://schemas.openxmlformats.org/officeDocument/2006/relationships/slideLayout" Target="/ppt/slideLayouts/slideLayout6.xml" Id="R35d687921f6c4c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8d10893f944cf7"/>
    <p:sldLayoutId xmlns:r="http://schemas.openxmlformats.org/officeDocument/2006/relationships" id="2147483650" r:id="Rd97496dd4f76416f"/>
    <p:sldLayoutId xmlns:r="http://schemas.openxmlformats.org/officeDocument/2006/relationships" id="2147483651" r:id="Rcebffb55e8b8422c"/>
    <p:sldLayoutId xmlns:r="http://schemas.openxmlformats.org/officeDocument/2006/relationships" id="2147483652" r:id="R942fb571133e4b0f"/>
    <p:sldLayoutId xmlns:r="http://schemas.openxmlformats.org/officeDocument/2006/relationships" id="2147483653" r:id="Re3205d3f09c145c7"/>
    <p:sldLayoutId xmlns:r="http://schemas.openxmlformats.org/officeDocument/2006/relationships" id="2147483654" r:id="R35d687921f6c4c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fa9f2680bc84130" /><Relationship Type="http://schemas.openxmlformats.org/officeDocument/2006/relationships/image" Target="/ppt/media/image.bin" Id="R22c1a2af0ace4f8f" /><Relationship Type="http://schemas.openxmlformats.org/officeDocument/2006/relationships/notesSlide" Target="/ppt/notesSlides/notesSlide1.xml" Id="Rff164f7f673144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6faf21c27340c4" /><Relationship Type="http://schemas.openxmlformats.org/officeDocument/2006/relationships/image" Target="/ppt/media/image2.bin" Id="R6e2585848e1e48f9" /><Relationship Type="http://schemas.openxmlformats.org/officeDocument/2006/relationships/image" Target="/ppt/media/image3.bin" Id="R8fed1b3333a949c6" /><Relationship Type="http://schemas.openxmlformats.org/officeDocument/2006/relationships/notesSlide" Target="/ppt/notesSlides/notesSlide2.xml" Id="R85a56576b6644f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1723df837304678" /><Relationship Type="http://schemas.openxmlformats.org/officeDocument/2006/relationships/image" Target="/ppt/media/image4.bin" Id="Rbdd7126c773c4a48" /><Relationship Type="http://schemas.openxmlformats.org/officeDocument/2006/relationships/image" Target="/ppt/media/image5.bin" Id="R575d9f9332654c99" /><Relationship Type="http://schemas.openxmlformats.org/officeDocument/2006/relationships/notesSlide" Target="/ppt/notesSlides/notesSlide3.xml" Id="R868bbca23b6049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288f9f0d1c14736" /><Relationship Type="http://schemas.openxmlformats.org/officeDocument/2006/relationships/image" Target="/ppt/media/image6.bin" Id="R561556bd30504b4d" /><Relationship Type="http://schemas.openxmlformats.org/officeDocument/2006/relationships/image" Target="/ppt/media/image7.bin" Id="Rf330716fb49d450d" /><Relationship Type="http://schemas.openxmlformats.org/officeDocument/2006/relationships/notesSlide" Target="/ppt/notesSlides/notesSlide4.xml" Id="R441348d1123e48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7924d9c6f8a4ec8" /><Relationship Type="http://schemas.openxmlformats.org/officeDocument/2006/relationships/image" Target="/ppt/media/image6.bin" Id="Re1d725d74a6f493f" /><Relationship Type="http://schemas.openxmlformats.org/officeDocument/2006/relationships/image" Target="/ppt/media/image8.bin" Id="R75143a3629424d68" /><Relationship Type="http://schemas.openxmlformats.org/officeDocument/2006/relationships/image" Target="/ppt/media/image9.bin" Id="R17fd586888534bc7" /><Relationship Type="http://schemas.openxmlformats.org/officeDocument/2006/relationships/notesSlide" Target="/ppt/notesSlides/notesSlide5.xml" Id="R74cbb9a022e44c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290363cd79d4c8b" /><Relationship Type="http://schemas.openxmlformats.org/officeDocument/2006/relationships/image" Target="/ppt/media/image10.bin" Id="R553278f274814667" /><Relationship Type="http://schemas.openxmlformats.org/officeDocument/2006/relationships/image" Target="/ppt/media/image11.bin" Id="R79aff0ccd0fe463d" /><Relationship Type="http://schemas.openxmlformats.org/officeDocument/2006/relationships/notesSlide" Target="/ppt/notesSlides/notesSlide6.xml" Id="R880b7796dbac40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e62e931f0044684" /><Relationship Type="http://schemas.openxmlformats.org/officeDocument/2006/relationships/image" Target="/ppt/media/image12.bin" Id="R9dacc05d545a4c09" /><Relationship Type="http://schemas.openxmlformats.org/officeDocument/2006/relationships/image" Target="/ppt/media/image13.bin" Id="Ra1888abc0fba4758" /><Relationship Type="http://schemas.openxmlformats.org/officeDocument/2006/relationships/notesSlide" Target="/ppt/notesSlides/notesSlide7.xml" Id="R05e1a78219d145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fa58b1d527e4b47" /><Relationship Type="http://schemas.openxmlformats.org/officeDocument/2006/relationships/image" Target="/ppt/media/image14.bin" Id="R76284aa954554cd5" /><Relationship Type="http://schemas.openxmlformats.org/officeDocument/2006/relationships/image" Target="/ppt/media/image.png" Id="R6b1a45c0f47b4bf2" /><Relationship Type="http://schemas.openxmlformats.org/officeDocument/2006/relationships/image" Target="/ppt/media/image15.bin" Id="Rd2ada5a333d8496d" /><Relationship Type="http://schemas.openxmlformats.org/officeDocument/2006/relationships/notesSlide" Target="/ppt/notesSlides/notesSlide8.xml" Id="R7b974b72543a41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a180b2fdde045b5" /><Relationship Type="http://schemas.openxmlformats.org/officeDocument/2006/relationships/image" Target="/ppt/media/image16.bin" Id="Recac151791b34662" /><Relationship Type="http://schemas.openxmlformats.org/officeDocument/2006/relationships/notesSlide" Target="/ppt/notesSlides/notesSlide9.xml" Id="R17b7f0ae834245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b2378d5d46c4c68" /><Relationship Type="http://schemas.openxmlformats.org/officeDocument/2006/relationships/image" Target="/ppt/media/image17.bin" Id="R912b08b497154063" /><Relationship Type="http://schemas.openxmlformats.org/officeDocument/2006/relationships/image" Target="/ppt/media/image18.bin" Id="Ra4b9800f3efd4b20" /><Relationship Type="http://schemas.openxmlformats.org/officeDocument/2006/relationships/image" Target="/ppt/media/image19.bin" Id="R57f8b50d42f84eeb" /><Relationship Type="http://schemas.openxmlformats.org/officeDocument/2006/relationships/notesSlide" Target="/ppt/notesSlides/notesSlide10.xml" Id="Rdf190b384c7f4e7a" /></Relationships>
</file>

<file path=ppt/slides/slide1.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9E832E52-003D-49B1-B6F4-D05E3D1942E8}"/>
              </a:ext>
            </a:extLst>
          </p:cNvPr>
          <p:cNvPicPr>
            <a:picLocks xmlns:a="http://schemas.openxmlformats.org/drawingml/2006/main" noChangeAspect="1"/>
          </p:cNvPicPr>
          <p:nvPr/>
        </p:nvPicPr>
        <p:blipFill>
          <a:blip xmlns:r="http://schemas.openxmlformats.org/officeDocument/2006/relationships" xmlns:a="http://schemas.openxmlformats.org/drawingml/2006/main" r:embed="R22c1a2af0ace4f8f"/>
          <a:stretch xmlns:a="http://schemas.openxmlformats.org/drawingml/2006/main"/>
        </p:blipFill>
        <p:spPr>
          <a:xfrm xmlns:a="http://schemas.openxmlformats.org/drawingml/2006/main">
            <a:off x="723900" y="452438"/>
            <a:ext cx="2667000" cy="857250"/>
          </a:xfrm>
          <a:prstGeom xmlns:a="http://schemas.openxmlformats.org/drawingml/2006/main" prst="rect">
            <a:avLst/>
          </a:prstGeom>
        </p:spPr>
      </p:pic>
      <p:sp>
        <p:nvSpPr>
          <p:cNvPr id="2" name="AI engineering">
            <a:extLst xmlns:a="http://schemas.openxmlformats.org/drawingml/2006/main">
              <a:ext uri="{FF2B5EF4-FFF2-40B4-BE49-F238E27FC236}">
                <a16:creationId xmlns:a16="http://schemas.microsoft.com/office/drawing/2014/main" id="{0602C422-28C5-41FE-B40E-34929660F7AC}"/>
              </a:ext>
            </a:extLst>
          </p:cNvPr>
          <p:cNvSpPr>
            <a:spLocks xmlns:a="http://schemas.openxmlformats.org/drawingml/2006/main" noGrp="1"/>
          </p:cNvSpPr>
          <p:nvPr/>
        </p:nvSpPr>
        <p:spPr>
          <a:xfrm xmlns:a="http://schemas.openxmlformats.org/drawingml/2006/main">
            <a:off x="685800" y="2076450"/>
            <a:ext cx="10820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1">
                <a:solidFill>
                  <a:srgbClr val="FFFFFF"/>
                </a:solidFill>
                <a:latin typeface="Arial"/>
                <a:ea typeface="Arial"/>
                <a:cs typeface="Arial"/>
              </a:defRPr>
            </a:defPPr>
            <a:lvl1pPr>
              <a:buNone/>
              <a:defRPr sz="7050" b="1">
                <a:solidFill>
                  <a:srgbClr val="FFFFFF"/>
                </a:solidFill>
                <a:latin typeface="Arial"/>
                <a:ea typeface="Arial"/>
                <a:cs typeface="Arial"/>
              </a:defRPr>
            </a:lvl1pPr>
            <a:lvl2pPr>
              <a:buNone/>
              <a:defRPr sz="7050" b="1">
                <a:solidFill>
                  <a:srgbClr val="FFFFFF"/>
                </a:solidFill>
                <a:latin typeface="Arial"/>
                <a:ea typeface="Arial"/>
                <a:cs typeface="Arial"/>
              </a:defRPr>
            </a:lvl2pPr>
            <a:lvl3pPr>
              <a:buNone/>
              <a:defRPr sz="7050" b="1">
                <a:solidFill>
                  <a:srgbClr val="FFFFFF"/>
                </a:solidFill>
                <a:latin typeface="Arial"/>
                <a:ea typeface="Arial"/>
                <a:cs typeface="Arial"/>
              </a:defRPr>
            </a:lvl3pPr>
            <a:lvl4pPr>
              <a:buNone/>
              <a:defRPr sz="7050" b="1">
                <a:solidFill>
                  <a:srgbClr val="FFFFFF"/>
                </a:solidFill>
                <a:latin typeface="Arial"/>
                <a:ea typeface="Arial"/>
                <a:cs typeface="Arial"/>
              </a:defRPr>
            </a:lvl4pPr>
            <a:lvl5pPr>
              <a:buNone/>
              <a:defRPr sz="7050" b="1">
                <a:solidFill>
                  <a:srgbClr val="FFFFFF"/>
                </a:solidFill>
                <a:latin typeface="Arial"/>
                <a:ea typeface="Arial"/>
                <a:cs typeface="Arial"/>
              </a:defRPr>
            </a:lvl5pPr>
            <a:lvl6pPr>
              <a:buNone/>
              <a:defRPr sz="7050" b="1">
                <a:solidFill>
                  <a:srgbClr val="FFFFFF"/>
                </a:solidFill>
                <a:latin typeface="Arial"/>
                <a:ea typeface="Arial"/>
                <a:cs typeface="Arial"/>
              </a:defRPr>
            </a:lvl6pPr>
            <a:lvl7pPr>
              <a:buNone/>
              <a:defRPr sz="7050" b="1">
                <a:solidFill>
                  <a:srgbClr val="FFFFFF"/>
                </a:solidFill>
                <a:latin typeface="Arial"/>
                <a:ea typeface="Arial"/>
                <a:cs typeface="Arial"/>
              </a:defRPr>
            </a:lvl7pPr>
            <a:lvl8pPr>
              <a:buNone/>
              <a:defRPr sz="7050" b="1">
                <a:solidFill>
                  <a:srgbClr val="FFFFFF"/>
                </a:solidFill>
                <a:latin typeface="Arial"/>
                <a:ea typeface="Arial"/>
                <a:cs typeface="Arial"/>
              </a:defRPr>
            </a:lvl8pPr>
            <a:lvl9pPr>
              <a:buNone/>
              <a:defRPr sz="7050" b="1">
                <a:solidFill>
                  <a:srgbClr val="FFFFFF"/>
                </a:solidFill>
                <a:latin typeface="Arial"/>
                <a:ea typeface="Arial"/>
                <a:cs typeface="Arial"/>
              </a:defRPr>
            </a:lvl9pPr>
          </a:lstStyle>
          <a:p xmlns:a="http://schemas.openxmlformats.org/drawingml/2006/main">
            <a:pPr>
              <a:buNone/>
              <a:defRPr sz="7050" b="1">
                <a:solidFill>
                  <a:srgbClr val="FFFFFF"/>
                </a:solidFill>
                <a:latin typeface="Arial"/>
                <a:ea typeface="Arial"/>
                <a:cs typeface="Arial"/>
              </a:defRPr>
            </a:pPr>
            <a:r>
              <a:rPr sz="7050" b="1">
                <a:solidFill>
                  <a:srgbClr val="FFFFFF"/>
                </a:solidFill>
                <a:latin typeface="Arial"/>
                <a:ea typeface="Arial"/>
                <a:cs typeface="Arial"/>
              </a:rPr>
              <a:t>Engineering</a:t>
            </a:r>
          </a:p>
        </p:txBody>
      </p:sp>
      <p:sp>
        <p:nvSpPr>
          <p:cNvPr id="3" name="at The Kinetic Group">
            <a:extLst xmlns:a="http://schemas.openxmlformats.org/drawingml/2006/main">
              <a:ext uri="{FF2B5EF4-FFF2-40B4-BE49-F238E27FC236}">
                <a16:creationId xmlns:a16="http://schemas.microsoft.com/office/drawing/2014/main" id="{1829A00E-2416-45BA-9CA5-E977C766C36C}"/>
              </a:ext>
            </a:extLst>
          </p:cNvPr>
          <p:cNvSpPr>
            <a:spLocks xmlns:a="http://schemas.openxmlformats.org/drawingml/2006/main" noGrp="1"/>
          </p:cNvSpPr>
          <p:nvPr/>
        </p:nvSpPr>
        <p:spPr>
          <a:xfrm xmlns:a="http://schemas.openxmlformats.org/drawingml/2006/main">
            <a:off x="742950" y="33623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0">
                <a:solidFill>
                  <a:srgbClr val="FFFFFF"/>
                </a:solidFill>
                <a:latin typeface="Arial"/>
                <a:ea typeface="Arial"/>
                <a:cs typeface="Arial"/>
              </a:defRPr>
            </a:defPPr>
            <a:lvl1pPr>
              <a:buNone/>
              <a:defRPr sz="3525" b="0">
                <a:solidFill>
                  <a:srgbClr val="FFFFFF"/>
                </a:solidFill>
                <a:latin typeface="Arial"/>
                <a:ea typeface="Arial"/>
                <a:cs typeface="Arial"/>
              </a:defRPr>
            </a:lvl1pPr>
            <a:lvl2pPr>
              <a:buNone/>
              <a:defRPr sz="3525" b="0">
                <a:solidFill>
                  <a:srgbClr val="FFFFFF"/>
                </a:solidFill>
                <a:latin typeface="Arial"/>
                <a:ea typeface="Arial"/>
                <a:cs typeface="Arial"/>
              </a:defRPr>
            </a:lvl2pPr>
            <a:lvl3pPr>
              <a:buNone/>
              <a:defRPr sz="3525" b="0">
                <a:solidFill>
                  <a:srgbClr val="FFFFFF"/>
                </a:solidFill>
                <a:latin typeface="Arial"/>
                <a:ea typeface="Arial"/>
                <a:cs typeface="Arial"/>
              </a:defRPr>
            </a:lvl3pPr>
            <a:lvl4pPr>
              <a:buNone/>
              <a:defRPr sz="3525" b="0">
                <a:solidFill>
                  <a:srgbClr val="FFFFFF"/>
                </a:solidFill>
                <a:latin typeface="Arial"/>
                <a:ea typeface="Arial"/>
                <a:cs typeface="Arial"/>
              </a:defRPr>
            </a:lvl4pPr>
            <a:lvl5pPr>
              <a:buNone/>
              <a:defRPr sz="3525" b="0">
                <a:solidFill>
                  <a:srgbClr val="FFFFFF"/>
                </a:solidFill>
                <a:latin typeface="Arial"/>
                <a:ea typeface="Arial"/>
                <a:cs typeface="Arial"/>
              </a:defRPr>
            </a:lvl5pPr>
            <a:lvl6pPr>
              <a:buNone/>
              <a:defRPr sz="3525" b="0">
                <a:solidFill>
                  <a:srgbClr val="FFFFFF"/>
                </a:solidFill>
                <a:latin typeface="Arial"/>
                <a:ea typeface="Arial"/>
                <a:cs typeface="Arial"/>
              </a:defRPr>
            </a:lvl6pPr>
            <a:lvl7pPr>
              <a:buNone/>
              <a:defRPr sz="3525" b="0">
                <a:solidFill>
                  <a:srgbClr val="FFFFFF"/>
                </a:solidFill>
                <a:latin typeface="Arial"/>
                <a:ea typeface="Arial"/>
                <a:cs typeface="Arial"/>
              </a:defRPr>
            </a:lvl7pPr>
            <a:lvl8pPr>
              <a:buNone/>
              <a:defRPr sz="3525" b="0">
                <a:solidFill>
                  <a:srgbClr val="FFFFFF"/>
                </a:solidFill>
                <a:latin typeface="Arial"/>
                <a:ea typeface="Arial"/>
                <a:cs typeface="Arial"/>
              </a:defRPr>
            </a:lvl8pPr>
            <a:lvl9pPr>
              <a:buNone/>
              <a:defRPr sz="3525" b="0">
                <a:solidFill>
                  <a:srgbClr val="FFFFFF"/>
                </a:solidFill>
                <a:latin typeface="Arial"/>
                <a:ea typeface="Arial"/>
                <a:cs typeface="Arial"/>
              </a:defRPr>
            </a:lvl9pPr>
          </a:lstStyle>
          <a:p xmlns:a="http://schemas.openxmlformats.org/drawingml/2006/main">
            <a:pPr>
              <a:buNone/>
              <a:defRPr sz="3525" b="0">
                <a:solidFill>
                  <a:srgbClr val="FFFFFF"/>
                </a:solidFill>
                <a:latin typeface="Arial"/>
                <a:ea typeface="Arial"/>
                <a:cs typeface="Arial"/>
              </a:defRPr>
            </a:pPr>
            <a:r>
              <a:rPr sz="3525" b="0">
                <a:solidFill>
                  <a:srgbClr val="FFFFFF"/>
                </a:solidFill>
                <a:latin typeface="Arial"/>
                <a:ea typeface="Arial"/>
                <a:cs typeface="Arial"/>
              </a:rPr>
              <a:t>at The Kinetic Group</a:t>
            </a:r>
          </a:p>
        </p:txBody>
      </p:sp>
      <p:sp>
        <p:nvSpPr>
          <p:cNvPr id="4" name="Brad Daugherty&#10;Engineering Team Lead, Remingt">
            <a:extLst xmlns:a="http://schemas.openxmlformats.org/drawingml/2006/main">
              <a:ext uri="{FF2B5EF4-FFF2-40B4-BE49-F238E27FC236}">
                <a16:creationId xmlns:a16="http://schemas.microsoft.com/office/drawing/2014/main" id="{2049A0EC-E53A-4AC2-B3E1-6A09CEE82B01}"/>
              </a:ext>
            </a:extLst>
          </p:cNvPr>
          <p:cNvSpPr>
            <a:spLocks xmlns:a="http://schemas.openxmlformats.org/drawingml/2006/main" noGrp="1"/>
          </p:cNvSpPr>
          <p:nvPr/>
        </p:nvSpPr>
        <p:spPr>
          <a:xfrm xmlns:a="http://schemas.openxmlformats.org/drawingml/2006/main">
            <a:off x="762000" y="496252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7D3CC"/>
                </a:solidFill>
                <a:latin typeface="Arial"/>
                <a:ea typeface="Arial"/>
                <a:cs typeface="Arial"/>
              </a:defRPr>
            </a:defPPr>
            <a:lvl1pPr>
              <a:buNone/>
              <a:defRPr sz="2175" b="0">
                <a:solidFill>
                  <a:srgbClr val="D7D3CC"/>
                </a:solidFill>
                <a:latin typeface="Arial"/>
                <a:ea typeface="Arial"/>
                <a:cs typeface="Arial"/>
              </a:defRPr>
            </a:lvl1pPr>
            <a:lvl2pPr>
              <a:buNone/>
              <a:defRPr sz="2175" b="0">
                <a:solidFill>
                  <a:srgbClr val="D7D3CC"/>
                </a:solidFill>
                <a:latin typeface="Arial"/>
                <a:ea typeface="Arial"/>
                <a:cs typeface="Arial"/>
              </a:defRPr>
            </a:lvl2pPr>
            <a:lvl3pPr>
              <a:buNone/>
              <a:defRPr sz="2175" b="0">
                <a:solidFill>
                  <a:srgbClr val="D7D3CC"/>
                </a:solidFill>
                <a:latin typeface="Arial"/>
                <a:ea typeface="Arial"/>
                <a:cs typeface="Arial"/>
              </a:defRPr>
            </a:lvl3pPr>
            <a:lvl4pPr>
              <a:buNone/>
              <a:defRPr sz="2175" b="0">
                <a:solidFill>
                  <a:srgbClr val="D7D3CC"/>
                </a:solidFill>
                <a:latin typeface="Arial"/>
                <a:ea typeface="Arial"/>
                <a:cs typeface="Arial"/>
              </a:defRPr>
            </a:lvl4pPr>
            <a:lvl5pPr>
              <a:buNone/>
              <a:defRPr sz="2175" b="0">
                <a:solidFill>
                  <a:srgbClr val="D7D3CC"/>
                </a:solidFill>
                <a:latin typeface="Arial"/>
                <a:ea typeface="Arial"/>
                <a:cs typeface="Arial"/>
              </a:defRPr>
            </a:lvl5pPr>
            <a:lvl6pPr>
              <a:buNone/>
              <a:defRPr sz="2175" b="0">
                <a:solidFill>
                  <a:srgbClr val="D7D3CC"/>
                </a:solidFill>
                <a:latin typeface="Arial"/>
                <a:ea typeface="Arial"/>
                <a:cs typeface="Arial"/>
              </a:defRPr>
            </a:lvl6pPr>
            <a:lvl7pPr>
              <a:buNone/>
              <a:defRPr sz="2175" b="0">
                <a:solidFill>
                  <a:srgbClr val="D7D3CC"/>
                </a:solidFill>
                <a:latin typeface="Arial"/>
                <a:ea typeface="Arial"/>
                <a:cs typeface="Arial"/>
              </a:defRPr>
            </a:lvl7pPr>
            <a:lvl8pPr>
              <a:buNone/>
              <a:defRPr sz="2175" b="0">
                <a:solidFill>
                  <a:srgbClr val="D7D3CC"/>
                </a:solidFill>
                <a:latin typeface="Arial"/>
                <a:ea typeface="Arial"/>
                <a:cs typeface="Arial"/>
              </a:defRPr>
            </a:lvl8pPr>
            <a:lvl9pPr>
              <a:buNone/>
              <a:defRPr sz="2175" b="0">
                <a:solidFill>
                  <a:srgbClr val="D7D3CC"/>
                </a:solidFill>
                <a:latin typeface="Arial"/>
                <a:ea typeface="Arial"/>
                <a:cs typeface="Arial"/>
              </a:defRPr>
            </a:lvl9pPr>
          </a:lstStyle>
          <a:p xmlns:a="http://schemas.openxmlformats.org/drawingml/2006/main">
            <a:pPr>
              <a:buNone/>
              <a:defRPr sz="2175" b="0">
                <a:solidFill>
                  <a:srgbClr val="D7D3CC"/>
                </a:solidFill>
                <a:latin typeface="Arial"/>
                <a:ea typeface="Arial"/>
                <a:cs typeface="Arial"/>
              </a:defRPr>
            </a:pPr>
            <a:r>
              <a:rPr sz="2175" b="0">
                <a:solidFill>
                  <a:srgbClr val="D7D3CC"/>
                </a:solidFill>
                <a:latin typeface="Arial"/>
                <a:ea typeface="Arial"/>
                <a:cs typeface="Arial"/>
              </a:rPr>
              <a:t>Brad Daugherty</a:t>
            </a:r>
          </a:p>
          <a:p xmlns:a="http://schemas.openxmlformats.org/drawingml/2006/main">
            <a:pPr>
              <a:buNone/>
              <a:defRPr sz="2175" b="0">
                <a:solidFill>
                  <a:srgbClr val="D7D3CC"/>
                </a:solidFill>
                <a:latin typeface="Arial"/>
                <a:ea typeface="Arial"/>
                <a:cs typeface="Arial"/>
              </a:defRPr>
            </a:pPr>
            <a:r>
              <a:rPr sz="2175" b="0">
                <a:solidFill>
                  <a:srgbClr val="D7D3CC"/>
                </a:solidFill>
                <a:latin typeface="Arial"/>
                <a:ea typeface="Arial"/>
                <a:cs typeface="Arial"/>
              </a:rPr>
              <a:t>Engineering Team Lead, Remington</a:t>
            </a:r>
          </a:p>
        </p:txBody>
      </p:sp>
      <p:sp>
        <p:nvSpPr>
          <p:cNvPr id="5" name="Go 4th Fridays&#10;October 23, 2026">
            <a:extLst xmlns:a="http://schemas.openxmlformats.org/drawingml/2006/main">
              <a:ext uri="{FF2B5EF4-FFF2-40B4-BE49-F238E27FC236}">
                <a16:creationId xmlns:a16="http://schemas.microsoft.com/office/drawing/2014/main" id="{7A63BE74-872E-49E5-A889-05251EF30E91}"/>
              </a:ext>
            </a:extLst>
          </p:cNvPr>
          <p:cNvSpPr>
            <a:spLocks xmlns:a="http://schemas.openxmlformats.org/drawingml/2006/main" noGrp="1"/>
          </p:cNvSpPr>
          <p:nvPr/>
        </p:nvSpPr>
        <p:spPr>
          <a:xfrm xmlns:a="http://schemas.openxmlformats.org/drawingml/2006/main">
            <a:off x="9048750" y="5095875"/>
            <a:ext cx="2619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7D3CC"/>
                </a:solidFill>
                <a:latin typeface="Arial"/>
                <a:ea typeface="Arial"/>
                <a:cs typeface="Arial"/>
              </a:defRPr>
            </a:defPPr>
            <a:lvl1pPr>
              <a:buNone/>
              <a:defRPr sz="1800" b="0">
                <a:solidFill>
                  <a:srgbClr val="D7D3CC"/>
                </a:solidFill>
                <a:latin typeface="Arial"/>
                <a:ea typeface="Arial"/>
                <a:cs typeface="Arial"/>
              </a:defRPr>
            </a:lvl1pPr>
            <a:lvl2pPr>
              <a:buNone/>
              <a:defRPr sz="1800" b="0">
                <a:solidFill>
                  <a:srgbClr val="D7D3CC"/>
                </a:solidFill>
                <a:latin typeface="Arial"/>
                <a:ea typeface="Arial"/>
                <a:cs typeface="Arial"/>
              </a:defRPr>
            </a:lvl2pPr>
            <a:lvl3pPr>
              <a:buNone/>
              <a:defRPr sz="1800" b="0">
                <a:solidFill>
                  <a:srgbClr val="D7D3CC"/>
                </a:solidFill>
                <a:latin typeface="Arial"/>
                <a:ea typeface="Arial"/>
                <a:cs typeface="Arial"/>
              </a:defRPr>
            </a:lvl3pPr>
            <a:lvl4pPr>
              <a:buNone/>
              <a:defRPr sz="1800" b="0">
                <a:solidFill>
                  <a:srgbClr val="D7D3CC"/>
                </a:solidFill>
                <a:latin typeface="Arial"/>
                <a:ea typeface="Arial"/>
                <a:cs typeface="Arial"/>
              </a:defRPr>
            </a:lvl4pPr>
            <a:lvl5pPr>
              <a:buNone/>
              <a:defRPr sz="1800" b="0">
                <a:solidFill>
                  <a:srgbClr val="D7D3CC"/>
                </a:solidFill>
                <a:latin typeface="Arial"/>
                <a:ea typeface="Arial"/>
                <a:cs typeface="Arial"/>
              </a:defRPr>
            </a:lvl5pPr>
            <a:lvl6pPr>
              <a:buNone/>
              <a:defRPr sz="1800" b="0">
                <a:solidFill>
                  <a:srgbClr val="D7D3CC"/>
                </a:solidFill>
                <a:latin typeface="Arial"/>
                <a:ea typeface="Arial"/>
                <a:cs typeface="Arial"/>
              </a:defRPr>
            </a:lvl6pPr>
            <a:lvl7pPr>
              <a:buNone/>
              <a:defRPr sz="1800" b="0">
                <a:solidFill>
                  <a:srgbClr val="D7D3CC"/>
                </a:solidFill>
                <a:latin typeface="Arial"/>
                <a:ea typeface="Arial"/>
                <a:cs typeface="Arial"/>
              </a:defRPr>
            </a:lvl7pPr>
            <a:lvl8pPr>
              <a:buNone/>
              <a:defRPr sz="1800" b="0">
                <a:solidFill>
                  <a:srgbClr val="D7D3CC"/>
                </a:solidFill>
                <a:latin typeface="Arial"/>
                <a:ea typeface="Arial"/>
                <a:cs typeface="Arial"/>
              </a:defRPr>
            </a:lvl8pPr>
            <a:lvl9pPr>
              <a:buNone/>
              <a:defRPr sz="1800" b="0">
                <a:solidFill>
                  <a:srgbClr val="D7D3CC"/>
                </a:solidFill>
                <a:latin typeface="Arial"/>
                <a:ea typeface="Arial"/>
                <a:cs typeface="Arial"/>
              </a:defRPr>
            </a:lvl9pPr>
          </a:lstStyle>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Go 4th Fridays</a:t>
            </a:r>
          </a:p>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October 23, 2026</a:t>
            </a:r>
          </a:p>
        </p:txBody>
      </p:sp>
    </p:spTree>
    <p:extLst>
      <p:ext uri="{BB962C8B-B14F-4D97-AF65-F5344CB8AC3E}">
        <p14:creationId xmlns:p14="http://schemas.microsoft.com/office/powerpoint/2010/main" val="1159675204"/>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F6B49CB4-0366-4C44-832F-0949C1935F26}"/>
              </a:ext>
            </a:extLst>
          </p:cNvPr>
          <p:cNvPicPr>
            <a:picLocks xmlns:a="http://schemas.openxmlformats.org/drawingml/2006/main" noChangeAspect="1"/>
          </p:cNvPicPr>
          <p:nvPr/>
        </p:nvPicPr>
        <p:blipFill>
          <a:blip xmlns:r="http://schemas.openxmlformats.org/officeDocument/2006/relationships" xmlns:a="http://schemas.openxmlformats.org/drawingml/2006/main" r:embed="R6e2585848e1e48f9"/>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74A4BDC-F992-4861-85D6-438F91078E81}"/>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2C6222-612E-49E1-A7DB-AF1890EE62E6}"/>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02</a:t>
            </a:r>
          </a:p>
        </p:txBody>
      </p:sp>
      <p:sp>
        <p:nvSpPr>
          <p:cNvPr id="6" name="">
            <a:extLst xmlns:a="http://schemas.openxmlformats.org/drawingml/2006/main">
              <a:ext uri="{FF2B5EF4-FFF2-40B4-BE49-F238E27FC236}">
                <a16:creationId xmlns:a16="http://schemas.microsoft.com/office/drawing/2014/main" id="{0ADFD0A3-E85B-4097-97AB-7EC7BE10517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Writing the next rules</a:t>
            </a:r>
          </a:p>
        </p:txBody>
      </p:sp>
      <p:sp>
        <p:nvSpPr>
          <p:cNvPr id="7" name="">
            <a:extLst xmlns:a="http://schemas.openxmlformats.org/drawingml/2006/main">
              <a:ext uri="{FF2B5EF4-FFF2-40B4-BE49-F238E27FC236}">
                <a16:creationId xmlns:a16="http://schemas.microsoft.com/office/drawing/2014/main" id="{C10AB177-2856-4A72-8EE2-CAAE6D27707C}"/>
              </a:ext>
            </a:extLst>
          </p:cNvPr>
          <p:cNvSpPr>
            <a:spLocks xmlns:a="http://schemas.openxmlformats.org/drawingml/2006/main" noGrp="1"/>
          </p:cNvSpPr>
          <p:nvPr/>
        </p:nvSpPr>
        <p:spPr>
          <a:xfrm xmlns:a="http://schemas.openxmlformats.org/drawingml/2006/main">
            <a:off x="762000" y="201930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25044B-2A5E-4ACB-92A7-FF0C97D2CF23}"/>
              </a:ext>
            </a:extLst>
          </p:cNvPr>
          <p:cNvSpPr>
            <a:spLocks xmlns:a="http://schemas.openxmlformats.org/drawingml/2006/main" noGrp="1"/>
          </p:cNvSpPr>
          <p:nvPr/>
        </p:nvSpPr>
        <p:spPr>
          <a:xfrm xmlns:a="http://schemas.openxmlformats.org/drawingml/2006/main">
            <a:off x="76200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1816</a:t>
            </a:r>
          </a:p>
        </p:txBody>
      </p:sp>
      <p:sp>
        <p:nvSpPr>
          <p:cNvPr id="9" name="">
            <a:extLst xmlns:a="http://schemas.openxmlformats.org/drawingml/2006/main">
              <a:ext uri="{FF2B5EF4-FFF2-40B4-BE49-F238E27FC236}">
                <a16:creationId xmlns:a16="http://schemas.microsoft.com/office/drawing/2014/main" id="{51480F62-379F-4F87-9C36-13B4B168FA23}"/>
              </a:ext>
            </a:extLst>
          </p:cNvPr>
          <p:cNvSpPr>
            <a:spLocks xmlns:a="http://schemas.openxmlformats.org/drawingml/2006/main" noGrp="1"/>
          </p:cNvSpPr>
          <p:nvPr/>
        </p:nvSpPr>
        <p:spPr>
          <a:xfrm xmlns:a="http://schemas.openxmlformats.org/drawingml/2006/main">
            <a:off x="76200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a:t>
            </a:r>
          </a:p>
        </p:txBody>
      </p:sp>
      <p:sp>
        <p:nvSpPr>
          <p:cNvPr id="10" name="">
            <a:extLst xmlns:a="http://schemas.openxmlformats.org/drawingml/2006/main">
              <a:ext uri="{FF2B5EF4-FFF2-40B4-BE49-F238E27FC236}">
                <a16:creationId xmlns:a16="http://schemas.microsoft.com/office/drawing/2014/main" id="{32B7180A-19FB-43BD-87EF-0B0CF99F6A96}"/>
              </a:ext>
            </a:extLst>
          </p:cNvPr>
          <p:cNvSpPr>
            <a:spLocks xmlns:a="http://schemas.openxmlformats.org/drawingml/2006/main" noGrp="1"/>
          </p:cNvSpPr>
          <p:nvPr/>
        </p:nvSpPr>
        <p:spPr>
          <a:xfrm xmlns:a="http://schemas.openxmlformats.org/drawingml/2006/main">
            <a:off x="4619625"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1969</a:t>
            </a:r>
          </a:p>
        </p:txBody>
      </p:sp>
      <p:sp>
        <p:nvSpPr>
          <p:cNvPr id="11" name="">
            <a:extLst xmlns:a="http://schemas.openxmlformats.org/drawingml/2006/main">
              <a:ext uri="{FF2B5EF4-FFF2-40B4-BE49-F238E27FC236}">
                <a16:creationId xmlns:a16="http://schemas.microsoft.com/office/drawing/2014/main" id="{CEC9E0BD-C7A9-4AF3-B02E-C2DDBBE4F034}"/>
              </a:ext>
            </a:extLst>
          </p:cNvPr>
          <p:cNvSpPr>
            <a:spLocks xmlns:a="http://schemas.openxmlformats.org/drawingml/2006/main" noGrp="1"/>
          </p:cNvSpPr>
          <p:nvPr/>
        </p:nvSpPr>
        <p:spPr>
          <a:xfrm xmlns:a="http://schemas.openxmlformats.org/drawingml/2006/main">
            <a:off x="4619625"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Lonoke</a:t>
            </a:r>
          </a:p>
        </p:txBody>
      </p:sp>
      <p:sp>
        <p:nvSpPr>
          <p:cNvPr id="12" name="">
            <a:extLst xmlns:a="http://schemas.openxmlformats.org/drawingml/2006/main">
              <a:ext uri="{FF2B5EF4-FFF2-40B4-BE49-F238E27FC236}">
                <a16:creationId xmlns:a16="http://schemas.microsoft.com/office/drawing/2014/main" id="{87D41DD5-9941-4EED-ACF2-906A7C57DC81}"/>
              </a:ext>
            </a:extLst>
          </p:cNvPr>
          <p:cNvSpPr>
            <a:spLocks xmlns:a="http://schemas.openxmlformats.org/drawingml/2006/main" noGrp="1"/>
          </p:cNvSpPr>
          <p:nvPr/>
        </p:nvSpPr>
        <p:spPr>
          <a:xfrm xmlns:a="http://schemas.openxmlformats.org/drawingml/2006/main">
            <a:off x="847725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Next</a:t>
            </a:r>
          </a:p>
        </p:txBody>
      </p:sp>
      <p:sp>
        <p:nvSpPr>
          <p:cNvPr id="13" name="">
            <a:extLst xmlns:a="http://schemas.openxmlformats.org/drawingml/2006/main">
              <a:ext uri="{FF2B5EF4-FFF2-40B4-BE49-F238E27FC236}">
                <a16:creationId xmlns:a16="http://schemas.microsoft.com/office/drawing/2014/main" id="{3FB9B16A-8C7B-4D20-B751-2410E6276D44}"/>
              </a:ext>
            </a:extLst>
          </p:cNvPr>
          <p:cNvSpPr>
            <a:spLocks xmlns:a="http://schemas.openxmlformats.org/drawingml/2006/main" noGrp="1"/>
          </p:cNvSpPr>
          <p:nvPr/>
        </p:nvSpPr>
        <p:spPr>
          <a:xfrm xmlns:a="http://schemas.openxmlformats.org/drawingml/2006/main">
            <a:off x="847725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 + TKG</a:t>
            </a:r>
          </a:p>
        </p:txBody>
      </p:sp>
      <p:sp>
        <p:nvSpPr>
          <p:cNvPr id="14" name="">
            <a:extLst xmlns:a="http://schemas.openxmlformats.org/drawingml/2006/main">
              <a:ext uri="{FF2B5EF4-FFF2-40B4-BE49-F238E27FC236}">
                <a16:creationId xmlns:a16="http://schemas.microsoft.com/office/drawing/2014/main" id="{3EB93E60-71F0-4441-8764-BD06906AFB6B}"/>
              </a:ext>
            </a:extLst>
          </p:cNvPr>
          <p:cNvSpPr>
            <a:spLocks xmlns:a="http://schemas.openxmlformats.org/drawingml/2006/main" noGrp="1"/>
          </p:cNvSpPr>
          <p:nvPr/>
        </p:nvSpPr>
        <p:spPr>
          <a:xfrm xmlns:a="http://schemas.openxmlformats.org/drawingml/2006/main">
            <a:off x="762000" y="53054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550" b="1">
                <a:solidFill>
                  <a:srgbClr val="231F20"/>
                </a:solidFill>
              </a:defRPr>
            </a:pPr>
            <a:r>
              <a:rPr sz="2550" b="1">
                <a:solidFill>
                  <a:srgbClr val="231F20"/>
                </a:solidFill>
              </a:rPr>
              <a:t>Our ambition: write the rules for decades to come.</a:t>
            </a:r>
          </a:p>
        </p:txBody>
      </p:sp>
      <p:pic>
        <p:nvPicPr>
          <p:cNvPr id="15" name="">
            <a:extLst xmlns:a="http://schemas.openxmlformats.org/drawingml/2006/main">
              <a:ext uri="{FF2B5EF4-FFF2-40B4-BE49-F238E27FC236}">
                <a16:creationId xmlns:a16="http://schemas.microsoft.com/office/drawing/2014/main" id="{6C77292F-7FAC-4660-B8C5-717FF8B86D45}"/>
              </a:ext>
            </a:extLst>
          </p:cNvPr>
          <p:cNvPicPr>
            <a:picLocks xmlns:a="http://schemas.openxmlformats.org/drawingml/2006/main" noChangeAspect="1"/>
          </p:cNvPicPr>
          <p:nvPr/>
        </p:nvPicPr>
        <p:blipFill>
          <a:blip xmlns:r="http://schemas.openxmlformats.org/officeDocument/2006/relationships" xmlns:a="http://schemas.openxmlformats.org/drawingml/2006/main" r:embed="R8fed1b3333a949c6"/>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867675861"/>
      </p:ext>
    </p:extLst>
  </p:cSld>
</p:sld>
</file>

<file path=ppt/slides/slide3.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EB1D19EA-D85B-4427-8D52-037B86B5DDBC}"/>
              </a:ext>
            </a:extLst>
          </p:cNvPr>
          <p:cNvPicPr>
            <a:picLocks xmlns:a="http://schemas.openxmlformats.org/drawingml/2006/main" noChangeAspect="1"/>
          </p:cNvPicPr>
          <p:nvPr/>
        </p:nvPicPr>
        <p:blipFill>
          <a:blip xmlns:r="http://schemas.openxmlformats.org/officeDocument/2006/relationships" xmlns:a="http://schemas.openxmlformats.org/drawingml/2006/main" r:embed="Rbdd7126c773c4a48"/>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B4455E-F953-4680-A70D-3CD20268D8F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23AC4A-19DE-446C-A5F1-6C2B20D56CB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03</a:t>
            </a:r>
          </a:p>
        </p:txBody>
      </p:sp>
      <p:sp>
        <p:nvSpPr>
          <p:cNvPr id="6" name="">
            <a:extLst xmlns:a="http://schemas.openxmlformats.org/drawingml/2006/main">
              <a:ext uri="{FF2B5EF4-FFF2-40B4-BE49-F238E27FC236}">
                <a16:creationId xmlns:a16="http://schemas.microsoft.com/office/drawing/2014/main" id="{1994CFD7-C454-4B1E-88A4-F129D32C6CA0}"/>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Engineering across TKG</a:t>
            </a:r>
          </a:p>
        </p:txBody>
      </p:sp>
      <p:sp>
        <p:nvSpPr>
          <p:cNvPr id="7" name="">
            <a:extLst xmlns:a="http://schemas.openxmlformats.org/drawingml/2006/main">
              <a:ext uri="{FF2B5EF4-FFF2-40B4-BE49-F238E27FC236}">
                <a16:creationId xmlns:a16="http://schemas.microsoft.com/office/drawing/2014/main" id="{F744B8E6-C978-488B-B38B-22BA9C422434}"/>
              </a:ext>
            </a:extLst>
          </p:cNvPr>
          <p:cNvSpPr>
            <a:spLocks xmlns:a="http://schemas.openxmlformats.org/drawingml/2006/main" noGrp="1"/>
          </p:cNvSpPr>
          <p:nvPr/>
        </p:nvSpPr>
        <p:spPr>
          <a:xfrm xmlns:a="http://schemas.openxmlformats.org/drawingml/2006/main">
            <a:off x="76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F0729-D129-4089-A6EF-7BACA649099D}"/>
              </a:ext>
            </a:extLst>
          </p:cNvPr>
          <p:cNvSpPr>
            <a:spLocks xmlns:a="http://schemas.openxmlformats.org/drawingml/2006/main" noGrp="1"/>
          </p:cNvSpPr>
          <p:nvPr/>
        </p:nvSpPr>
        <p:spPr>
          <a:xfrm xmlns:a="http://schemas.openxmlformats.org/drawingml/2006/main">
            <a:off x="76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Machines</a:t>
            </a:r>
          </a:p>
        </p:txBody>
      </p:sp>
      <p:sp>
        <p:nvSpPr>
          <p:cNvPr id="9" name="">
            <a:extLst xmlns:a="http://schemas.openxmlformats.org/drawingml/2006/main">
              <a:ext uri="{FF2B5EF4-FFF2-40B4-BE49-F238E27FC236}">
                <a16:creationId xmlns:a16="http://schemas.microsoft.com/office/drawing/2014/main" id="{62A8103B-0367-431A-A6EA-365C1FCF9788}"/>
              </a:ext>
            </a:extLst>
          </p:cNvPr>
          <p:cNvSpPr>
            <a:spLocks xmlns:a="http://schemas.openxmlformats.org/drawingml/2006/main" noGrp="1"/>
          </p:cNvSpPr>
          <p:nvPr/>
        </p:nvSpPr>
        <p:spPr>
          <a:xfrm xmlns:a="http://schemas.openxmlformats.org/drawingml/2006/main">
            <a:off x="457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2E0FBD-5C62-427D-9827-557BF49C86AA}"/>
              </a:ext>
            </a:extLst>
          </p:cNvPr>
          <p:cNvSpPr>
            <a:spLocks xmlns:a="http://schemas.openxmlformats.org/drawingml/2006/main" noGrp="1"/>
          </p:cNvSpPr>
          <p:nvPr/>
        </p:nvSpPr>
        <p:spPr>
          <a:xfrm xmlns:a="http://schemas.openxmlformats.org/drawingml/2006/main">
            <a:off x="457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Controls</a:t>
            </a:r>
          </a:p>
        </p:txBody>
      </p:sp>
      <p:sp>
        <p:nvSpPr>
          <p:cNvPr id="11" name="">
            <a:extLst xmlns:a="http://schemas.openxmlformats.org/drawingml/2006/main">
              <a:ext uri="{FF2B5EF4-FFF2-40B4-BE49-F238E27FC236}">
                <a16:creationId xmlns:a16="http://schemas.microsoft.com/office/drawing/2014/main" id="{2E80ACC1-0D90-463A-8BA7-FDEAF9F51490}"/>
              </a:ext>
            </a:extLst>
          </p:cNvPr>
          <p:cNvSpPr>
            <a:spLocks xmlns:a="http://schemas.openxmlformats.org/drawingml/2006/main" noGrp="1"/>
          </p:cNvSpPr>
          <p:nvPr/>
        </p:nvSpPr>
        <p:spPr>
          <a:xfrm xmlns:a="http://schemas.openxmlformats.org/drawingml/2006/main">
            <a:off x="838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B104FD-4D54-4AE8-9FFA-7AF72092198D}"/>
              </a:ext>
            </a:extLst>
          </p:cNvPr>
          <p:cNvSpPr>
            <a:spLocks xmlns:a="http://schemas.openxmlformats.org/drawingml/2006/main" noGrp="1"/>
          </p:cNvSpPr>
          <p:nvPr/>
        </p:nvSpPr>
        <p:spPr>
          <a:xfrm xmlns:a="http://schemas.openxmlformats.org/drawingml/2006/main">
            <a:off x="838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Software + data</a:t>
            </a:r>
          </a:p>
        </p:txBody>
      </p:sp>
      <p:sp>
        <p:nvSpPr>
          <p:cNvPr id="13" name="">
            <a:extLst xmlns:a="http://schemas.openxmlformats.org/drawingml/2006/main">
              <a:ext uri="{FF2B5EF4-FFF2-40B4-BE49-F238E27FC236}">
                <a16:creationId xmlns:a16="http://schemas.microsoft.com/office/drawing/2014/main" id="{02DC4AB0-C41A-4716-AA36-815D57C8BE65}"/>
              </a:ext>
            </a:extLst>
          </p:cNvPr>
          <p:cNvSpPr>
            <a:spLocks xmlns:a="http://schemas.openxmlformats.org/drawingml/2006/main" noGrp="1"/>
          </p:cNvSpPr>
          <p:nvPr/>
        </p:nvSpPr>
        <p:spPr>
          <a:xfrm xmlns:a="http://schemas.openxmlformats.org/drawingml/2006/main">
            <a:off x="762000" y="54292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Build. Test. Improve.</a:t>
            </a:r>
          </a:p>
        </p:txBody>
      </p:sp>
      <p:pic>
        <p:nvPicPr>
          <p:cNvPr id="14" name="">
            <a:extLst xmlns:a="http://schemas.openxmlformats.org/drawingml/2006/main">
              <a:ext uri="{FF2B5EF4-FFF2-40B4-BE49-F238E27FC236}">
                <a16:creationId xmlns:a16="http://schemas.microsoft.com/office/drawing/2014/main" id="{6F535E07-26F0-49C8-A357-DEDD7431E403}"/>
              </a:ext>
            </a:extLst>
          </p:cNvPr>
          <p:cNvPicPr>
            <a:picLocks xmlns:a="http://schemas.openxmlformats.org/drawingml/2006/main" noChangeAspect="1"/>
          </p:cNvPicPr>
          <p:nvPr/>
        </p:nvPicPr>
        <p:blipFill>
          <a:blip xmlns:r="http://schemas.openxmlformats.org/officeDocument/2006/relationships" xmlns:a="http://schemas.openxmlformats.org/drawingml/2006/main" r:embed="R575d9f9332654c99"/>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71763EE-E768-47BC-89A6-6EF557CDE594}"/>
              </a:ext>
            </a:extLst>
          </p:cNvPr>
          <p:cNvSpPr>
            <a:spLocks xmlns:a="http://schemas.openxmlformats.org/drawingml/2006/main" noGrp="1"/>
          </p:cNvSpPr>
          <p:nvPr/>
        </p:nvSpPr>
        <p:spPr>
          <a:xfrm xmlns:a="http://schemas.openxmlformats.org/drawingml/2006/main">
            <a:off x="762000" y="17907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D7D3CC"/>
                </a:solidFill>
              </a:defRPr>
            </a:defPPr>
            <a:lvl1pPr algn="l">
              <a:buNone/>
              <a:defRPr sz="2175" b="0">
                <a:solidFill>
                  <a:srgbClr val="D7D3CC"/>
                </a:solidFill>
              </a:defRPr>
            </a:lvl1pPr>
            <a:lvl2pPr algn="l">
              <a:buNone/>
              <a:defRPr sz="2175" b="0">
                <a:solidFill>
                  <a:srgbClr val="D7D3CC"/>
                </a:solidFill>
              </a:defRPr>
            </a:lvl2pPr>
            <a:lvl3pPr algn="l">
              <a:buNone/>
              <a:defRPr sz="2175" b="0">
                <a:solidFill>
                  <a:srgbClr val="D7D3CC"/>
                </a:solidFill>
              </a:defRPr>
            </a:lvl3pPr>
            <a:lvl4pPr algn="l">
              <a:buNone/>
              <a:defRPr sz="2175" b="0">
                <a:solidFill>
                  <a:srgbClr val="D7D3CC"/>
                </a:solidFill>
              </a:defRPr>
            </a:lvl4pPr>
            <a:lvl5pPr algn="l">
              <a:buNone/>
              <a:defRPr sz="2175" b="0">
                <a:solidFill>
                  <a:srgbClr val="D7D3CC"/>
                </a:solidFill>
              </a:defRPr>
            </a:lvl5pPr>
            <a:lvl6pPr algn="l">
              <a:buNone/>
              <a:defRPr sz="2175" b="0">
                <a:solidFill>
                  <a:srgbClr val="D7D3CC"/>
                </a:solidFill>
              </a:defRPr>
            </a:lvl6pPr>
            <a:lvl7pPr algn="l">
              <a:buNone/>
              <a:defRPr sz="2175" b="0">
                <a:solidFill>
                  <a:srgbClr val="D7D3CC"/>
                </a:solidFill>
              </a:defRPr>
            </a:lvl7pPr>
            <a:lvl8pPr algn="l">
              <a:buNone/>
              <a:defRPr sz="2175" b="0">
                <a:solidFill>
                  <a:srgbClr val="D7D3CC"/>
                </a:solidFill>
              </a:defRPr>
            </a:lvl8pPr>
            <a:lvl9pPr algn="l">
              <a:buNone/>
              <a:defRPr sz="2175" b="0">
                <a:solidFill>
                  <a:srgbClr val="D7D3CC"/>
                </a:solidFill>
              </a:defRPr>
            </a:lvl9pPr>
          </a:lstStyle>
          <a:p xmlns:a="http://schemas.openxmlformats.org/drawingml/2006/main">
            <a:pPr algn="l">
              <a:buNone/>
              <a:defRPr sz="2175" b="0">
                <a:solidFill>
                  <a:srgbClr val="D7D3CC"/>
                </a:solidFill>
              </a:defRPr>
            </a:pPr>
            <a:r>
              <a:rPr sz="2175" b="0">
                <a:solidFill>
                  <a:srgbClr val="D7D3CC"/>
                </a:solidFill>
              </a:rPr>
              <a:t>Small teams across TKG. Primarily at Remington.</a:t>
            </a:r>
          </a:p>
        </p:txBody>
      </p:sp>
      <p:sp>
        <p:nvSpPr>
          <p:cNvPr id="16" name="">
            <a:extLst xmlns:a="http://schemas.openxmlformats.org/drawingml/2006/main">
              <a:ext uri="{FF2B5EF4-FFF2-40B4-BE49-F238E27FC236}">
                <a16:creationId xmlns:a16="http://schemas.microsoft.com/office/drawing/2014/main" id="{C2315CE1-291F-4F80-B1AC-DD5E35064F28}"/>
              </a:ext>
            </a:extLst>
          </p:cNvPr>
          <p:cNvSpPr>
            <a:spLocks xmlns:a="http://schemas.openxmlformats.org/drawingml/2006/main" noGrp="1"/>
          </p:cNvSpPr>
          <p:nvPr/>
        </p:nvSpPr>
        <p:spPr>
          <a:xfrm xmlns:a="http://schemas.openxmlformats.org/drawingml/2006/main">
            <a:off x="76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defRPr sz="1725" b="0">
                <a:solidFill>
                  <a:srgbClr val="D7D3CC"/>
                </a:solidFill>
              </a:defRPr>
            </a:lvl1pPr>
            <a:lvl2pPr algn="l">
              <a:defRPr sz="1725" b="0">
                <a:solidFill>
                  <a:srgbClr val="D7D3CC"/>
                </a:solidFill>
              </a:defRPr>
            </a:lvl2pPr>
            <a:lvl3pPr algn="l">
              <a:defRPr sz="1725" b="0">
                <a:solidFill>
                  <a:srgbClr val="D7D3CC"/>
                </a:solidFill>
              </a:defRPr>
            </a:lvl3pPr>
            <a:lvl4pPr algn="l">
              <a:defRPr sz="1725" b="0">
                <a:solidFill>
                  <a:srgbClr val="D7D3CC"/>
                </a:solidFill>
              </a:defRPr>
            </a:lvl4pPr>
            <a:lvl5pPr algn="l">
              <a:defRPr sz="1725" b="0">
                <a:solidFill>
                  <a:srgbClr val="D7D3CC"/>
                </a:solidFill>
              </a:defRPr>
            </a:lvl5pPr>
            <a:lvl6pPr algn="l">
              <a:defRPr sz="1725" b="0">
                <a:solidFill>
                  <a:srgbClr val="D7D3CC"/>
                </a:solidFill>
              </a:defRPr>
            </a:lvl6pPr>
            <a:lvl7pPr algn="l">
              <a:defRPr sz="1725" b="0">
                <a:solidFill>
                  <a:srgbClr val="D7D3CC"/>
                </a:solidFill>
              </a:defRPr>
            </a:lvl7pPr>
            <a:lvl8pPr algn="l">
              <a:defRPr sz="1725" b="0">
                <a:solidFill>
                  <a:srgbClr val="D7D3CC"/>
                </a:solidFill>
              </a:defRPr>
            </a:lvl8pPr>
            <a:lvl9pPr algn="l">
              <a:defRPr sz="1725" b="0">
                <a:solidFill>
                  <a:srgbClr val="D7D3CC"/>
                </a:solidFill>
              </a:defRPr>
            </a:lvl9pPr>
          </a:lstStyle>
          <a:p xmlns:a="http://schemas.openxmlformats.org/drawingml/2006/main">
            <a:pPr algn="l">
              <a:defRPr sz="1725" b="0">
                <a:solidFill>
                  <a:srgbClr val="D7D3CC"/>
                </a:solidFill>
              </a:defRPr>
            </a:pPr>
            <a:r>
              <a:rPr sz="1725" b="0">
                <a:solidFill>
                  <a:srgbClr val="D7D3CC"/>
                </a:solidFill>
              </a:rPr>
              <a:t>Equipment built for real production</a:t>
            </a:r>
          </a:p>
        </p:txBody>
      </p:sp>
      <p:sp>
        <p:nvSpPr>
          <p:cNvPr id="17" name="">
            <a:extLst xmlns:a="http://schemas.openxmlformats.org/drawingml/2006/main">
              <a:ext uri="{FF2B5EF4-FFF2-40B4-BE49-F238E27FC236}">
                <a16:creationId xmlns:a16="http://schemas.microsoft.com/office/drawing/2014/main" id="{CDD15BC1-C37F-428C-A5CD-12AC5739040D}"/>
              </a:ext>
            </a:extLst>
          </p:cNvPr>
          <p:cNvSpPr>
            <a:spLocks xmlns:a="http://schemas.openxmlformats.org/drawingml/2006/main" noGrp="1"/>
          </p:cNvSpPr>
          <p:nvPr/>
        </p:nvSpPr>
        <p:spPr>
          <a:xfrm xmlns:a="http://schemas.openxmlformats.org/drawingml/2006/main">
            <a:off x="457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defRPr sz="1725" b="0">
                <a:solidFill>
                  <a:srgbClr val="D7D3CC"/>
                </a:solidFill>
              </a:defRPr>
            </a:lvl1pPr>
            <a:lvl2pPr algn="l">
              <a:defRPr sz="1725" b="0">
                <a:solidFill>
                  <a:srgbClr val="D7D3CC"/>
                </a:solidFill>
              </a:defRPr>
            </a:lvl2pPr>
            <a:lvl3pPr algn="l">
              <a:defRPr sz="1725" b="0">
                <a:solidFill>
                  <a:srgbClr val="D7D3CC"/>
                </a:solidFill>
              </a:defRPr>
            </a:lvl3pPr>
            <a:lvl4pPr algn="l">
              <a:defRPr sz="1725" b="0">
                <a:solidFill>
                  <a:srgbClr val="D7D3CC"/>
                </a:solidFill>
              </a:defRPr>
            </a:lvl4pPr>
            <a:lvl5pPr algn="l">
              <a:defRPr sz="1725" b="0">
                <a:solidFill>
                  <a:srgbClr val="D7D3CC"/>
                </a:solidFill>
              </a:defRPr>
            </a:lvl5pPr>
            <a:lvl6pPr algn="l">
              <a:defRPr sz="1725" b="0">
                <a:solidFill>
                  <a:srgbClr val="D7D3CC"/>
                </a:solidFill>
              </a:defRPr>
            </a:lvl6pPr>
            <a:lvl7pPr algn="l">
              <a:defRPr sz="1725" b="0">
                <a:solidFill>
                  <a:srgbClr val="D7D3CC"/>
                </a:solidFill>
              </a:defRPr>
            </a:lvl7pPr>
            <a:lvl8pPr algn="l">
              <a:defRPr sz="1725" b="0">
                <a:solidFill>
                  <a:srgbClr val="D7D3CC"/>
                </a:solidFill>
              </a:defRPr>
            </a:lvl8pPr>
            <a:lvl9pPr algn="l">
              <a:defRPr sz="1725" b="0">
                <a:solidFill>
                  <a:srgbClr val="D7D3CC"/>
                </a:solidFill>
              </a:defRPr>
            </a:lvl9pPr>
          </a:lstStyle>
          <a:p xmlns:a="http://schemas.openxmlformats.org/drawingml/2006/main">
            <a:pPr algn="l">
              <a:defRPr sz="1725" b="0">
                <a:solidFill>
                  <a:srgbClr val="D7D3CC"/>
                </a:solidFill>
              </a:defRPr>
            </a:pPr>
            <a:r>
              <a:rPr sz="1725" b="0">
                <a:solidFill>
                  <a:srgbClr val="D7D3CC"/>
                </a:solidFill>
              </a:rPr>
              <a:t>Sensing, motion, and response</a:t>
            </a:r>
          </a:p>
        </p:txBody>
      </p:sp>
      <p:sp>
        <p:nvSpPr>
          <p:cNvPr id="18" name="">
            <a:extLst xmlns:a="http://schemas.openxmlformats.org/drawingml/2006/main">
              <a:ext uri="{FF2B5EF4-FFF2-40B4-BE49-F238E27FC236}">
                <a16:creationId xmlns:a16="http://schemas.microsoft.com/office/drawing/2014/main" id="{382C746F-9ACD-4117-999B-155F0BB33993}"/>
              </a:ext>
            </a:extLst>
          </p:cNvPr>
          <p:cNvSpPr>
            <a:spLocks xmlns:a="http://schemas.openxmlformats.org/drawingml/2006/main" noGrp="1"/>
          </p:cNvSpPr>
          <p:nvPr/>
        </p:nvSpPr>
        <p:spPr>
          <a:xfrm xmlns:a="http://schemas.openxmlformats.org/drawingml/2006/main">
            <a:off x="838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defRPr sz="1725" b="0">
                <a:solidFill>
                  <a:srgbClr val="D7D3CC"/>
                </a:solidFill>
              </a:defRPr>
            </a:lvl1pPr>
            <a:lvl2pPr algn="l">
              <a:defRPr sz="1725" b="0">
                <a:solidFill>
                  <a:srgbClr val="D7D3CC"/>
                </a:solidFill>
              </a:defRPr>
            </a:lvl2pPr>
            <a:lvl3pPr algn="l">
              <a:defRPr sz="1725" b="0">
                <a:solidFill>
                  <a:srgbClr val="D7D3CC"/>
                </a:solidFill>
              </a:defRPr>
            </a:lvl3pPr>
            <a:lvl4pPr algn="l">
              <a:defRPr sz="1725" b="0">
                <a:solidFill>
                  <a:srgbClr val="D7D3CC"/>
                </a:solidFill>
              </a:defRPr>
            </a:lvl4pPr>
            <a:lvl5pPr algn="l">
              <a:defRPr sz="1725" b="0">
                <a:solidFill>
                  <a:srgbClr val="D7D3CC"/>
                </a:solidFill>
              </a:defRPr>
            </a:lvl5pPr>
            <a:lvl6pPr algn="l">
              <a:defRPr sz="1725" b="0">
                <a:solidFill>
                  <a:srgbClr val="D7D3CC"/>
                </a:solidFill>
              </a:defRPr>
            </a:lvl6pPr>
            <a:lvl7pPr algn="l">
              <a:defRPr sz="1725" b="0">
                <a:solidFill>
                  <a:srgbClr val="D7D3CC"/>
                </a:solidFill>
              </a:defRPr>
            </a:lvl7pPr>
            <a:lvl8pPr algn="l">
              <a:defRPr sz="1725" b="0">
                <a:solidFill>
                  <a:srgbClr val="D7D3CC"/>
                </a:solidFill>
              </a:defRPr>
            </a:lvl8pPr>
            <a:lvl9pPr algn="l">
              <a:defRPr sz="1725" b="0">
                <a:solidFill>
                  <a:srgbClr val="D7D3CC"/>
                </a:solidFill>
              </a:defRPr>
            </a:lvl9pPr>
          </a:lstStyle>
          <a:p xmlns:a="http://schemas.openxmlformats.org/drawingml/2006/main">
            <a:pPr algn="l">
              <a:defRPr sz="1725" b="0">
                <a:solidFill>
                  <a:srgbClr val="D7D3CC"/>
                </a:solidFill>
              </a:defRPr>
            </a:pPr>
            <a:r>
              <a:rPr sz="1725" b="0">
                <a:solidFill>
                  <a:srgbClr val="D7D3CC"/>
                </a:solidFill>
              </a:rPr>
              <a:t>Information people can act on</a:t>
            </a:r>
          </a:p>
        </p:txBody>
      </p:sp>
    </p:spTree>
    <p:extLst>
      <p:ext uri="{BB962C8B-B14F-4D97-AF65-F5344CB8AC3E}">
        <p14:creationId xmlns:p14="http://schemas.microsoft.com/office/powerpoint/2010/main" val="1626996306"/>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6A545DBD-724D-4A6E-BE32-946E8D590EE7}"/>
              </a:ext>
            </a:extLst>
          </p:cNvPr>
          <p:cNvPicPr>
            <a:picLocks xmlns:a="http://schemas.openxmlformats.org/drawingml/2006/main" noChangeAspect="1"/>
          </p:cNvPicPr>
          <p:nvPr/>
        </p:nvPicPr>
        <p:blipFill>
          <a:blip xmlns:r="http://schemas.openxmlformats.org/officeDocument/2006/relationships" xmlns:a="http://schemas.openxmlformats.org/drawingml/2006/main" r:embed="R561556bd30504b4d"/>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51D2DD-C207-45BA-9BE4-3948EFD58A1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24B013-41FC-436B-8BF5-5D07715CD733}"/>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04</a:t>
            </a:r>
          </a:p>
        </p:txBody>
      </p:sp>
      <p:sp>
        <p:nvSpPr>
          <p:cNvPr id="6" name="">
            <a:extLst xmlns:a="http://schemas.openxmlformats.org/drawingml/2006/main">
              <a:ext uri="{FF2B5EF4-FFF2-40B4-BE49-F238E27FC236}">
                <a16:creationId xmlns:a16="http://schemas.microsoft.com/office/drawing/2014/main" id="{2370B653-7838-46A8-BC13-D34138918D4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Why I enjoy this work</a:t>
            </a:r>
          </a:p>
        </p:txBody>
      </p:sp>
      <p:sp>
        <p:nvSpPr>
          <p:cNvPr id="7" name="">
            <a:extLst xmlns:a="http://schemas.openxmlformats.org/drawingml/2006/main">
              <a:ext uri="{FF2B5EF4-FFF2-40B4-BE49-F238E27FC236}">
                <a16:creationId xmlns:a16="http://schemas.microsoft.com/office/drawing/2014/main" id="{6E43C8AF-F706-4FA1-8A91-536BBB28DB42}"/>
              </a:ext>
            </a:extLst>
          </p:cNvPr>
          <p:cNvSpPr>
            <a:spLocks xmlns:a="http://schemas.openxmlformats.org/drawingml/2006/main" noGrp="1"/>
          </p:cNvSpPr>
          <p:nvPr/>
        </p:nvSpPr>
        <p:spPr>
          <a:xfrm xmlns:a="http://schemas.openxmlformats.org/drawingml/2006/main">
            <a:off x="762000"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DEECC2-611E-4B7F-9AF3-E645B868F519}"/>
              </a:ext>
            </a:extLst>
          </p:cNvPr>
          <p:cNvSpPr>
            <a:spLocks xmlns:a="http://schemas.openxmlformats.org/drawingml/2006/main" noGrp="1"/>
          </p:cNvSpPr>
          <p:nvPr/>
        </p:nvSpPr>
        <p:spPr>
          <a:xfrm xmlns:a="http://schemas.openxmlformats.org/drawingml/2006/main">
            <a:off x="762000"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Variety</a:t>
            </a:r>
          </a:p>
        </p:txBody>
      </p:sp>
      <p:sp>
        <p:nvSpPr>
          <p:cNvPr id="9" name="">
            <a:extLst xmlns:a="http://schemas.openxmlformats.org/drawingml/2006/main">
              <a:ext uri="{FF2B5EF4-FFF2-40B4-BE49-F238E27FC236}">
                <a16:creationId xmlns:a16="http://schemas.microsoft.com/office/drawing/2014/main" id="{73CC0B65-C94B-4EF2-AD00-9C69E908BC3E}"/>
              </a:ext>
            </a:extLst>
          </p:cNvPr>
          <p:cNvSpPr>
            <a:spLocks xmlns:a="http://schemas.openxmlformats.org/drawingml/2006/main" noGrp="1"/>
          </p:cNvSpPr>
          <p:nvPr/>
        </p:nvSpPr>
        <p:spPr>
          <a:xfrm xmlns:a="http://schemas.openxmlformats.org/drawingml/2006/main">
            <a:off x="6334125"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6FB4F-9F0E-460F-A97A-9369EA2E37E1}"/>
              </a:ext>
            </a:extLst>
          </p:cNvPr>
          <p:cNvSpPr>
            <a:spLocks xmlns:a="http://schemas.openxmlformats.org/drawingml/2006/main" noGrp="1"/>
          </p:cNvSpPr>
          <p:nvPr/>
        </p:nvSpPr>
        <p:spPr>
          <a:xfrm xmlns:a="http://schemas.openxmlformats.org/drawingml/2006/main">
            <a:off x="6334125"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Visible results</a:t>
            </a:r>
          </a:p>
        </p:txBody>
      </p:sp>
      <p:sp>
        <p:nvSpPr>
          <p:cNvPr id="11" name="">
            <a:extLst xmlns:a="http://schemas.openxmlformats.org/drawingml/2006/main">
              <a:ext uri="{FF2B5EF4-FFF2-40B4-BE49-F238E27FC236}">
                <a16:creationId xmlns:a16="http://schemas.microsoft.com/office/drawing/2014/main" id="{01CACD14-AC64-42F0-8CD7-6CC95EF5ADE1}"/>
              </a:ext>
            </a:extLst>
          </p:cNvPr>
          <p:cNvSpPr>
            <a:spLocks xmlns:a="http://schemas.openxmlformats.org/drawingml/2006/main" noGrp="1"/>
          </p:cNvSpPr>
          <p:nvPr/>
        </p:nvSpPr>
        <p:spPr>
          <a:xfrm xmlns:a="http://schemas.openxmlformats.org/drawingml/2006/main">
            <a:off x="762000"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93B5BC-6FF4-42C1-A087-AA8325C835DD}"/>
              </a:ext>
            </a:extLst>
          </p:cNvPr>
          <p:cNvSpPr>
            <a:spLocks xmlns:a="http://schemas.openxmlformats.org/drawingml/2006/main" noGrp="1"/>
          </p:cNvSpPr>
          <p:nvPr/>
        </p:nvSpPr>
        <p:spPr>
          <a:xfrm xmlns:a="http://schemas.openxmlformats.org/drawingml/2006/main">
            <a:off x="762000"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Learning</a:t>
            </a:r>
          </a:p>
        </p:txBody>
      </p:sp>
      <p:sp>
        <p:nvSpPr>
          <p:cNvPr id="13" name="">
            <a:extLst xmlns:a="http://schemas.openxmlformats.org/drawingml/2006/main">
              <a:ext uri="{FF2B5EF4-FFF2-40B4-BE49-F238E27FC236}">
                <a16:creationId xmlns:a16="http://schemas.microsoft.com/office/drawing/2014/main" id="{4C2569D3-3E64-4D6E-9D7E-4C207246B3CB}"/>
              </a:ext>
            </a:extLst>
          </p:cNvPr>
          <p:cNvSpPr>
            <a:spLocks xmlns:a="http://schemas.openxmlformats.org/drawingml/2006/main" noGrp="1"/>
          </p:cNvSpPr>
          <p:nvPr/>
        </p:nvSpPr>
        <p:spPr>
          <a:xfrm xmlns:a="http://schemas.openxmlformats.org/drawingml/2006/main">
            <a:off x="6334125"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7F8E95-BDD9-4FD9-B6AC-4D977437E46E}"/>
              </a:ext>
            </a:extLst>
          </p:cNvPr>
          <p:cNvSpPr>
            <a:spLocks xmlns:a="http://schemas.openxmlformats.org/drawingml/2006/main" noGrp="1"/>
          </p:cNvSpPr>
          <p:nvPr/>
        </p:nvSpPr>
        <p:spPr>
          <a:xfrm xmlns:a="http://schemas.openxmlformats.org/drawingml/2006/main">
            <a:off x="6334125"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Ownership</a:t>
            </a:r>
          </a:p>
        </p:txBody>
      </p:sp>
      <p:pic>
        <p:nvPicPr>
          <p:cNvPr id="15" name="">
            <a:extLst xmlns:a="http://schemas.openxmlformats.org/drawingml/2006/main">
              <a:ext uri="{FF2B5EF4-FFF2-40B4-BE49-F238E27FC236}">
                <a16:creationId xmlns:a16="http://schemas.microsoft.com/office/drawing/2014/main" id="{36019803-70F7-4CD8-AE75-B7CC6E0F48C9}"/>
              </a:ext>
            </a:extLst>
          </p:cNvPr>
          <p:cNvPicPr>
            <a:picLocks xmlns:a="http://schemas.openxmlformats.org/drawingml/2006/main" noChangeAspect="1"/>
          </p:cNvPicPr>
          <p:nvPr/>
        </p:nvPicPr>
        <p:blipFill>
          <a:blip xmlns:r="http://schemas.openxmlformats.org/officeDocument/2006/relationships" xmlns:a="http://schemas.openxmlformats.org/drawingml/2006/main" r:embed="Rf330716fb49d450d"/>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D07D7D7-74DF-4B94-997F-8F83DEA2981D}"/>
              </a:ext>
            </a:extLst>
          </p:cNvPr>
          <p:cNvSpPr>
            <a:spLocks xmlns:a="http://schemas.openxmlformats.org/drawingml/2006/main" noGrp="1"/>
          </p:cNvSpPr>
          <p:nvPr/>
        </p:nvSpPr>
        <p:spPr>
          <a:xfrm xmlns:a="http://schemas.openxmlformats.org/drawingml/2006/main">
            <a:off x="762000"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 different problem every day</a:t>
            </a:r>
          </a:p>
        </p:txBody>
      </p:sp>
      <p:sp>
        <p:nvSpPr>
          <p:cNvPr id="17" name="">
            <a:extLst xmlns:a="http://schemas.openxmlformats.org/drawingml/2006/main">
              <a:ext uri="{FF2B5EF4-FFF2-40B4-BE49-F238E27FC236}">
                <a16:creationId xmlns:a16="http://schemas.microsoft.com/office/drawing/2014/main" id="{59489E31-4FBB-4B61-8FD5-67B00831AE3F}"/>
              </a:ext>
            </a:extLst>
          </p:cNvPr>
          <p:cNvSpPr>
            <a:spLocks xmlns:a="http://schemas.openxmlformats.org/drawingml/2006/main" noGrp="1"/>
          </p:cNvSpPr>
          <p:nvPr/>
        </p:nvSpPr>
        <p:spPr>
          <a:xfrm xmlns:a="http://schemas.openxmlformats.org/drawingml/2006/main">
            <a:off x="6334125"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Work you can see on the floor</a:t>
            </a:r>
          </a:p>
        </p:txBody>
      </p:sp>
      <p:sp>
        <p:nvSpPr>
          <p:cNvPr id="18" name="">
            <a:extLst xmlns:a="http://schemas.openxmlformats.org/drawingml/2006/main">
              <a:ext uri="{FF2B5EF4-FFF2-40B4-BE49-F238E27FC236}">
                <a16:creationId xmlns:a16="http://schemas.microsoft.com/office/drawing/2014/main" id="{769AFF8A-58CF-4B6A-B84D-B3C1D17F14C4}"/>
              </a:ext>
            </a:extLst>
          </p:cNvPr>
          <p:cNvSpPr>
            <a:spLocks xmlns:a="http://schemas.openxmlformats.org/drawingml/2006/main" noGrp="1"/>
          </p:cNvSpPr>
          <p:nvPr/>
        </p:nvSpPr>
        <p:spPr>
          <a:xfrm xmlns:a="http://schemas.openxmlformats.org/drawingml/2006/main">
            <a:off x="762000"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Across engineering disciplines</a:t>
            </a:r>
          </a:p>
        </p:txBody>
      </p:sp>
      <p:sp>
        <p:nvSpPr>
          <p:cNvPr id="19" name="">
            <a:extLst xmlns:a="http://schemas.openxmlformats.org/drawingml/2006/main">
              <a:ext uri="{FF2B5EF4-FFF2-40B4-BE49-F238E27FC236}">
                <a16:creationId xmlns:a16="http://schemas.microsoft.com/office/drawing/2014/main" id="{6C3CA45D-032C-4D74-A703-9B148D718B4F}"/>
              </a:ext>
            </a:extLst>
          </p:cNvPr>
          <p:cNvSpPr>
            <a:spLocks xmlns:a="http://schemas.openxmlformats.org/drawingml/2006/main" noGrp="1"/>
          </p:cNvSpPr>
          <p:nvPr/>
        </p:nvSpPr>
        <p:spPr>
          <a:xfrm xmlns:a="http://schemas.openxmlformats.org/drawingml/2006/main">
            <a:off x="6334125"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We stay with what we build</a:t>
            </a:r>
          </a:p>
        </p:txBody>
      </p:sp>
    </p:spTree>
    <p:extLst>
      <p:ext uri="{BB962C8B-B14F-4D97-AF65-F5344CB8AC3E}">
        <p14:creationId xmlns:p14="http://schemas.microsoft.com/office/powerpoint/2010/main" val="1111437009"/>
      </p:ext>
    </p:extLst>
  </p:cSld>
</p:sld>
</file>

<file path=ppt/slides/slide5.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6F3E05DC-FE0A-4B36-89C6-18A4B2BD4764}"/>
              </a:ext>
            </a:extLst>
          </p:cNvPr>
          <p:cNvPicPr>
            <a:picLocks xmlns:a="http://schemas.openxmlformats.org/drawingml/2006/main" noChangeAspect="1"/>
          </p:cNvPicPr>
          <p:nvPr/>
        </p:nvPicPr>
        <p:blipFill>
          <a:blip xmlns:r="http://schemas.openxmlformats.org/officeDocument/2006/relationships" xmlns:a="http://schemas.openxmlformats.org/drawingml/2006/main" r:embed="Re1d725d74a6f493f"/>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D9E46664-AA91-471F-A001-835DE7AD5665}"/>
              </a:ext>
            </a:extLst>
          </p:cNvPr>
          <p:cNvPicPr>
            <a:picLocks xmlns:a="http://schemas.openxmlformats.org/drawingml/2006/main" noChangeAspect="1"/>
          </p:cNvPicPr>
          <p:nvPr/>
        </p:nvPicPr>
        <p:blipFill>
          <a:blip xmlns:r="http://schemas.openxmlformats.org/officeDocument/2006/relationships" xmlns:a="http://schemas.openxmlformats.org/drawingml/2006/main" r:embed="R75143a3629424d6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53E1CB5-0CB6-42FF-893E-381BEB38EAE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403381-54A3-49A5-9143-C1176A6D368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05</a:t>
            </a:r>
          </a:p>
        </p:txBody>
      </p:sp>
      <p:sp>
        <p:nvSpPr>
          <p:cNvPr id="13" name="">
            <a:extLst xmlns:a="http://schemas.openxmlformats.org/drawingml/2006/main">
              <a:ext uri="{FF2B5EF4-FFF2-40B4-BE49-F238E27FC236}">
                <a16:creationId xmlns:a16="http://schemas.microsoft.com/office/drawing/2014/main" id="{9C6FBD40-DCE7-4DF5-ACAD-DD39B188B8C9}"/>
              </a:ext>
            </a:extLst>
          </p:cNvPr>
          <p:cNvSpPr>
            <a:spLocks xmlns:a="http://schemas.openxmlformats.org/drawingml/2006/main" noGrp="1"/>
          </p:cNvSpPr>
          <p:nvPr/>
        </p:nvSpPr>
        <p:spPr>
          <a:xfrm xmlns:a="http://schemas.openxmlformats.org/drawingml/2006/main">
            <a:off x="762000" y="1743075"/>
            <a:ext cx="10668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5400" b="1">
                <a:solidFill>
                  <a:srgbClr val="FFFFFF"/>
                </a:solidFill>
              </a:defRPr>
            </a:defPPr>
            <a:lvl1pPr algn="l">
              <a:buNone/>
              <a:defRPr sz="5400" b="1">
                <a:solidFill>
                  <a:srgbClr val="FFFFFF"/>
                </a:solidFill>
              </a:defRPr>
            </a:lvl1pPr>
            <a:lvl2pPr algn="l">
              <a:buNone/>
              <a:defRPr sz="5400" b="1">
                <a:solidFill>
                  <a:srgbClr val="FFFFFF"/>
                </a:solidFill>
              </a:defRPr>
            </a:lvl2pPr>
            <a:lvl3pPr algn="l">
              <a:buNone/>
              <a:defRPr sz="5400" b="1">
                <a:solidFill>
                  <a:srgbClr val="FFFFFF"/>
                </a:solidFill>
              </a:defRPr>
            </a:lvl3pPr>
            <a:lvl4pPr algn="l">
              <a:buNone/>
              <a:defRPr sz="5400" b="1">
                <a:solidFill>
                  <a:srgbClr val="FFFFFF"/>
                </a:solidFill>
              </a:defRPr>
            </a:lvl4pPr>
            <a:lvl5pPr algn="l">
              <a:buNone/>
              <a:defRPr sz="5400" b="1">
                <a:solidFill>
                  <a:srgbClr val="FFFFFF"/>
                </a:solidFill>
              </a:defRPr>
            </a:lvl5pPr>
            <a:lvl6pPr algn="l">
              <a:buNone/>
              <a:defRPr sz="5400" b="1">
                <a:solidFill>
                  <a:srgbClr val="FFFFFF"/>
                </a:solidFill>
              </a:defRPr>
            </a:lvl6pPr>
            <a:lvl7pPr algn="l">
              <a:buNone/>
              <a:defRPr sz="5400" b="1">
                <a:solidFill>
                  <a:srgbClr val="FFFFFF"/>
                </a:solidFill>
              </a:defRPr>
            </a:lvl7pPr>
            <a:lvl8pPr algn="l">
              <a:buNone/>
              <a:defRPr sz="5400" b="1">
                <a:solidFill>
                  <a:srgbClr val="FFFFFF"/>
                </a:solidFill>
              </a:defRPr>
            </a:lvl8pPr>
            <a:lvl9pPr algn="l">
              <a:buNone/>
              <a:defRPr sz="5400" b="1">
                <a:solidFill>
                  <a:srgbClr val="FFFFFF"/>
                </a:solidFill>
              </a:defRPr>
            </a:lvl9pPr>
          </a:lstStyle>
          <a:p xmlns:a="http://schemas.openxmlformats.org/drawingml/2006/main">
            <a:pPr algn="l">
              <a:buNone/>
              <a:defRPr sz="5400" b="1">
                <a:solidFill>
                  <a:srgbClr val="FFFFFF"/>
                </a:solidFill>
              </a:defRPr>
            </a:pPr>
            <a:r>
              <a:rPr sz="5400" b="1">
                <a:solidFill>
                  <a:srgbClr val="FFFFFF"/>
                </a:solidFill>
              </a:rPr>
              <a:t>Live demonstration</a:t>
            </a:r>
          </a:p>
        </p:txBody>
      </p:sp>
      <p:sp>
        <p:nvSpPr>
          <p:cNvPr id="14" name="">
            <a:extLst xmlns:a="http://schemas.openxmlformats.org/drawingml/2006/main">
              <a:ext uri="{FF2B5EF4-FFF2-40B4-BE49-F238E27FC236}">
                <a16:creationId xmlns:a16="http://schemas.microsoft.com/office/drawing/2014/main" id="{12CA80D0-948F-4A15-8062-A3169226E295}"/>
              </a:ext>
            </a:extLst>
          </p:cNvPr>
          <p:cNvSpPr>
            <a:spLocks xmlns:a="http://schemas.openxmlformats.org/drawingml/2006/main" noGrp="1"/>
          </p:cNvSpPr>
          <p:nvPr/>
        </p:nvSpPr>
        <p:spPr>
          <a:xfrm xmlns:a="http://schemas.openxmlformats.org/drawingml/2006/main">
            <a:off x="762000" y="314325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4C9614F-34B9-4D79-8F0E-519D72AFDF66}"/>
              </a:ext>
            </a:extLst>
          </p:cNvPr>
          <p:cNvSpPr>
            <a:spLocks xmlns:a="http://schemas.openxmlformats.org/drawingml/2006/main" noGrp="1"/>
          </p:cNvSpPr>
          <p:nvPr/>
        </p:nvSpPr>
        <p:spPr>
          <a:xfrm xmlns:a="http://schemas.openxmlformats.org/drawingml/2006/main">
            <a:off x="762000" y="36195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0">
                <a:solidFill>
                  <a:srgbClr val="D7D3CC"/>
                </a:solidFill>
              </a:defRPr>
            </a:defPPr>
            <a:lvl1pPr algn="l">
              <a:buNone/>
              <a:defRPr sz="3225" b="0">
                <a:solidFill>
                  <a:srgbClr val="D7D3CC"/>
                </a:solidFill>
              </a:defRPr>
            </a:lvl1pPr>
            <a:lvl2pPr algn="l">
              <a:buNone/>
              <a:defRPr sz="3225" b="0">
                <a:solidFill>
                  <a:srgbClr val="D7D3CC"/>
                </a:solidFill>
              </a:defRPr>
            </a:lvl2pPr>
            <a:lvl3pPr algn="l">
              <a:buNone/>
              <a:defRPr sz="3225" b="0">
                <a:solidFill>
                  <a:srgbClr val="D7D3CC"/>
                </a:solidFill>
              </a:defRPr>
            </a:lvl3pPr>
            <a:lvl4pPr algn="l">
              <a:buNone/>
              <a:defRPr sz="3225" b="0">
                <a:solidFill>
                  <a:srgbClr val="D7D3CC"/>
                </a:solidFill>
              </a:defRPr>
            </a:lvl4pPr>
            <a:lvl5pPr algn="l">
              <a:buNone/>
              <a:defRPr sz="3225" b="0">
                <a:solidFill>
                  <a:srgbClr val="D7D3CC"/>
                </a:solidFill>
              </a:defRPr>
            </a:lvl5pPr>
            <a:lvl6pPr algn="l">
              <a:buNone/>
              <a:defRPr sz="3225" b="0">
                <a:solidFill>
                  <a:srgbClr val="D7D3CC"/>
                </a:solidFill>
              </a:defRPr>
            </a:lvl6pPr>
            <a:lvl7pPr algn="l">
              <a:buNone/>
              <a:defRPr sz="3225" b="0">
                <a:solidFill>
                  <a:srgbClr val="D7D3CC"/>
                </a:solidFill>
              </a:defRPr>
            </a:lvl7pPr>
            <a:lvl8pPr algn="l">
              <a:buNone/>
              <a:defRPr sz="3225" b="0">
                <a:solidFill>
                  <a:srgbClr val="D7D3CC"/>
                </a:solidFill>
              </a:defRPr>
            </a:lvl8pPr>
            <a:lvl9pPr algn="l">
              <a:buNone/>
              <a:defRPr sz="3225" b="0">
                <a:solidFill>
                  <a:srgbClr val="D7D3CC"/>
                </a:solidFill>
              </a:defRPr>
            </a:lvl9pPr>
          </a:lstStyle>
          <a:p xmlns:a="http://schemas.openxmlformats.org/drawingml/2006/main">
            <a:pPr algn="l">
              <a:buNone/>
              <a:defRPr sz="3225" b="0">
                <a:solidFill>
                  <a:srgbClr val="D7D3CC"/>
                </a:solidFill>
              </a:defRPr>
            </a:pPr>
            <a:r>
              <a:rPr sz="3225" b="0">
                <a:solidFill>
                  <a:srgbClr val="D7D3CC"/>
                </a:solidFill>
              </a:rPr>
              <a:t>Camera  →  AI  →  action</a:t>
            </a:r>
          </a:p>
        </p:txBody>
      </p:sp>
      <p:sp>
        <p:nvSpPr>
          <p:cNvPr id="16" name="">
            <a:extLst xmlns:a="http://schemas.openxmlformats.org/drawingml/2006/main">
              <a:ext uri="{FF2B5EF4-FFF2-40B4-BE49-F238E27FC236}">
                <a16:creationId xmlns:a16="http://schemas.microsoft.com/office/drawing/2014/main" id="{C6039AD9-7994-4D3E-8716-1069E121FCFB}"/>
              </a:ext>
            </a:extLst>
          </p:cNvPr>
          <p:cNvSpPr>
            <a:spLocks xmlns:a="http://schemas.openxmlformats.org/drawingml/2006/main" noGrp="1"/>
          </p:cNvSpPr>
          <p:nvPr/>
        </p:nvSpPr>
        <p:spPr>
          <a:xfrm xmlns:a="http://schemas.openxmlformats.org/drawingml/2006/main">
            <a:off x="762000" y="5476875"/>
            <a:ext cx="106680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a:solidFill>
                  <a:srgbClr val="B89B68"/>
                </a:solidFill>
              </a:defRPr>
            </a:defPPr>
            <a:lvl1pPr algn="l">
              <a:buNone/>
              <a:defRPr sz="2175" b="1">
                <a:solidFill>
                  <a:srgbClr val="B89B68"/>
                </a:solidFill>
              </a:defRPr>
            </a:lvl1pPr>
            <a:lvl2pPr algn="l">
              <a:buNone/>
              <a:defRPr sz="2175" b="1">
                <a:solidFill>
                  <a:srgbClr val="B89B68"/>
                </a:solidFill>
              </a:defRPr>
            </a:lvl2pPr>
            <a:lvl3pPr algn="l">
              <a:buNone/>
              <a:defRPr sz="2175" b="1">
                <a:solidFill>
                  <a:srgbClr val="B89B68"/>
                </a:solidFill>
              </a:defRPr>
            </a:lvl3pPr>
            <a:lvl4pPr algn="l">
              <a:buNone/>
              <a:defRPr sz="2175" b="1">
                <a:solidFill>
                  <a:srgbClr val="B89B68"/>
                </a:solidFill>
              </a:defRPr>
            </a:lvl4pPr>
            <a:lvl5pPr algn="l">
              <a:buNone/>
              <a:defRPr sz="2175" b="1">
                <a:solidFill>
                  <a:srgbClr val="B89B68"/>
                </a:solidFill>
              </a:defRPr>
            </a:lvl5pPr>
            <a:lvl6pPr algn="l">
              <a:buNone/>
              <a:defRPr sz="2175" b="1">
                <a:solidFill>
                  <a:srgbClr val="B89B68"/>
                </a:solidFill>
              </a:defRPr>
            </a:lvl6pPr>
            <a:lvl7pPr algn="l">
              <a:buNone/>
              <a:defRPr sz="2175" b="1">
                <a:solidFill>
                  <a:srgbClr val="B89B68"/>
                </a:solidFill>
              </a:defRPr>
            </a:lvl7pPr>
            <a:lvl8pPr algn="l">
              <a:buNone/>
              <a:defRPr sz="2175" b="1">
                <a:solidFill>
                  <a:srgbClr val="B89B68"/>
                </a:solidFill>
              </a:defRPr>
            </a:lvl8pPr>
            <a:lvl9pPr algn="l">
              <a:buNone/>
              <a:defRPr sz="2175" b="1">
                <a:solidFill>
                  <a:srgbClr val="B89B68"/>
                </a:solidFill>
              </a:defRPr>
            </a:lvl9pPr>
          </a:lstStyle>
          <a:p xmlns:a="http://schemas.openxmlformats.org/drawingml/2006/main">
            <a:pPr algn="l">
              <a:buNone/>
              <a:defRPr sz="2175" b="1">
                <a:solidFill>
                  <a:srgbClr val="B89B68"/>
                </a:solidFill>
              </a:defRPr>
            </a:pPr>
            <a:r>
              <a:rPr sz="2175" b="1">
                <a:solidFill>
                  <a:srgbClr val="B89B68"/>
                </a:solidFill>
              </a:rPr>
              <a:t>Gatorade bottles · on-screen sorting</a:t>
            </a:r>
          </a:p>
        </p:txBody>
      </p:sp>
      <p:pic>
        <p:nvPicPr>
          <p:cNvPr id="17" name="">
            <a:extLst xmlns:a="http://schemas.openxmlformats.org/drawingml/2006/main">
              <a:ext uri="{FF2B5EF4-FFF2-40B4-BE49-F238E27FC236}">
                <a16:creationId xmlns:a16="http://schemas.microsoft.com/office/drawing/2014/main" id="{BC07612A-E600-4F36-A6A1-E602D729E057}"/>
              </a:ext>
            </a:extLst>
          </p:cNvPr>
          <p:cNvPicPr>
            <a:picLocks xmlns:a="http://schemas.openxmlformats.org/drawingml/2006/main" noChangeAspect="1"/>
          </p:cNvPicPr>
          <p:nvPr/>
        </p:nvPicPr>
        <p:blipFill>
          <a:blip xmlns:r="http://schemas.openxmlformats.org/officeDocument/2006/relationships" xmlns:a="http://schemas.openxmlformats.org/drawingml/2006/main" r:embed="R17fd586888534bc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111437009"/>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082EF2CC-5CC8-42F8-8253-EDB2C4EAE16C}"/>
              </a:ext>
            </a:extLst>
          </p:cNvPr>
          <p:cNvPicPr>
            <a:picLocks xmlns:a="http://schemas.openxmlformats.org/drawingml/2006/main" noChangeAspect="1"/>
          </p:cNvPicPr>
          <p:nvPr/>
        </p:nvPicPr>
        <p:blipFill>
          <a:blip xmlns:r="http://schemas.openxmlformats.org/officeDocument/2006/relationships" xmlns:a="http://schemas.openxmlformats.org/drawingml/2006/main" r:embed="R553278f27481466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2DEB24-D663-4BA2-A31D-A2320F79802D}"/>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E45360-D461-437C-866A-31612F8A3562}"/>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06</a:t>
            </a:r>
          </a:p>
        </p:txBody>
      </p:sp>
      <p:sp>
        <p:nvSpPr>
          <p:cNvPr id="6" name="">
            <a:extLst xmlns:a="http://schemas.openxmlformats.org/drawingml/2006/main">
              <a:ext uri="{FF2B5EF4-FFF2-40B4-BE49-F238E27FC236}">
                <a16:creationId xmlns:a16="http://schemas.microsoft.com/office/drawing/2014/main" id="{FB3D4CF8-2614-413D-AA1A-3752E1E872B3}"/>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The hard problems</a:t>
            </a:r>
          </a:p>
        </p:txBody>
      </p:sp>
      <p:sp>
        <p:nvSpPr>
          <p:cNvPr id="7" name="">
            <a:extLst xmlns:a="http://schemas.openxmlformats.org/drawingml/2006/main">
              <a:ext uri="{FF2B5EF4-FFF2-40B4-BE49-F238E27FC236}">
                <a16:creationId xmlns:a16="http://schemas.microsoft.com/office/drawing/2014/main" id="{D6B9E863-CA43-469D-9ED7-D1C13769C957}"/>
              </a:ext>
            </a:extLst>
          </p:cNvPr>
          <p:cNvSpPr>
            <a:spLocks xmlns:a="http://schemas.openxmlformats.org/drawingml/2006/main" noGrp="1"/>
          </p:cNvSpPr>
          <p:nvPr/>
        </p:nvSpPr>
        <p:spPr>
          <a:xfrm xmlns:a="http://schemas.openxmlformats.org/drawingml/2006/main">
            <a:off x="76200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AD952C-E08E-48E9-9624-EF72415B918D}"/>
              </a:ext>
            </a:extLst>
          </p:cNvPr>
          <p:cNvSpPr>
            <a:spLocks xmlns:a="http://schemas.openxmlformats.org/drawingml/2006/main" noGrp="1"/>
          </p:cNvSpPr>
          <p:nvPr/>
        </p:nvSpPr>
        <p:spPr>
          <a:xfrm xmlns:a="http://schemas.openxmlformats.org/drawingml/2006/main">
            <a:off x="76200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Variation</a:t>
            </a:r>
          </a:p>
        </p:txBody>
      </p:sp>
      <p:sp>
        <p:nvSpPr>
          <p:cNvPr id="9" name="">
            <a:extLst xmlns:a="http://schemas.openxmlformats.org/drawingml/2006/main">
              <a:ext uri="{FF2B5EF4-FFF2-40B4-BE49-F238E27FC236}">
                <a16:creationId xmlns:a16="http://schemas.microsoft.com/office/drawing/2014/main" id="{DB4095DF-4B67-49E5-8C75-064E85267F86}"/>
              </a:ext>
            </a:extLst>
          </p:cNvPr>
          <p:cNvSpPr>
            <a:spLocks xmlns:a="http://schemas.openxmlformats.org/drawingml/2006/main" noGrp="1"/>
          </p:cNvSpPr>
          <p:nvPr/>
        </p:nvSpPr>
        <p:spPr>
          <a:xfrm xmlns:a="http://schemas.openxmlformats.org/drawingml/2006/main">
            <a:off x="76200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Conditions keep changing</a:t>
            </a:r>
          </a:p>
        </p:txBody>
      </p:sp>
      <p:sp>
        <p:nvSpPr>
          <p:cNvPr id="10" name="">
            <a:extLst xmlns:a="http://schemas.openxmlformats.org/drawingml/2006/main">
              <a:ext uri="{FF2B5EF4-FFF2-40B4-BE49-F238E27FC236}">
                <a16:creationId xmlns:a16="http://schemas.microsoft.com/office/drawing/2014/main" id="{832988FA-746F-41F7-936A-2695BB4ABB7A}"/>
              </a:ext>
            </a:extLst>
          </p:cNvPr>
          <p:cNvSpPr>
            <a:spLocks xmlns:a="http://schemas.openxmlformats.org/drawingml/2006/main" noGrp="1"/>
          </p:cNvSpPr>
          <p:nvPr/>
        </p:nvSpPr>
        <p:spPr>
          <a:xfrm xmlns:a="http://schemas.openxmlformats.org/drawingml/2006/main">
            <a:off x="4619625"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ACC3804-D67F-4D4D-AA2E-7CD1DD5B7009}"/>
              </a:ext>
            </a:extLst>
          </p:cNvPr>
          <p:cNvSpPr>
            <a:spLocks xmlns:a="http://schemas.openxmlformats.org/drawingml/2006/main" noGrp="1"/>
          </p:cNvSpPr>
          <p:nvPr/>
        </p:nvSpPr>
        <p:spPr>
          <a:xfrm xmlns:a="http://schemas.openxmlformats.org/drawingml/2006/main">
            <a:off x="4619625"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Timing</a:t>
            </a:r>
          </a:p>
        </p:txBody>
      </p:sp>
      <p:sp>
        <p:nvSpPr>
          <p:cNvPr id="12" name="">
            <a:extLst xmlns:a="http://schemas.openxmlformats.org/drawingml/2006/main">
              <a:ext uri="{FF2B5EF4-FFF2-40B4-BE49-F238E27FC236}">
                <a16:creationId xmlns:a16="http://schemas.microsoft.com/office/drawing/2014/main" id="{795886BB-A070-41DE-91CC-B6C8AF5BEF2E}"/>
              </a:ext>
            </a:extLst>
          </p:cNvPr>
          <p:cNvSpPr>
            <a:spLocks xmlns:a="http://schemas.openxmlformats.org/drawingml/2006/main" noGrp="1"/>
          </p:cNvSpPr>
          <p:nvPr/>
        </p:nvSpPr>
        <p:spPr>
          <a:xfrm xmlns:a="http://schemas.openxmlformats.org/drawingml/2006/main">
            <a:off x="4619625"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Decisions at production pace</a:t>
            </a:r>
          </a:p>
        </p:txBody>
      </p:sp>
      <p:sp>
        <p:nvSpPr>
          <p:cNvPr id="13" name="">
            <a:extLst xmlns:a="http://schemas.openxmlformats.org/drawingml/2006/main">
              <a:ext uri="{FF2B5EF4-FFF2-40B4-BE49-F238E27FC236}">
                <a16:creationId xmlns:a16="http://schemas.microsoft.com/office/drawing/2014/main" id="{88F62B69-EDDE-43E9-AD12-8898FD00CABF}"/>
              </a:ext>
            </a:extLst>
          </p:cNvPr>
          <p:cNvSpPr>
            <a:spLocks xmlns:a="http://schemas.openxmlformats.org/drawingml/2006/main" noGrp="1"/>
          </p:cNvSpPr>
          <p:nvPr/>
        </p:nvSpPr>
        <p:spPr>
          <a:xfrm xmlns:a="http://schemas.openxmlformats.org/drawingml/2006/main">
            <a:off x="847725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C81D36-75C2-4336-9810-148AF4F68960}"/>
              </a:ext>
            </a:extLst>
          </p:cNvPr>
          <p:cNvSpPr>
            <a:spLocks xmlns:a="http://schemas.openxmlformats.org/drawingml/2006/main" noGrp="1"/>
          </p:cNvSpPr>
          <p:nvPr/>
        </p:nvSpPr>
        <p:spPr>
          <a:xfrm xmlns:a="http://schemas.openxmlformats.org/drawingml/2006/main">
            <a:off x="847725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Reliability</a:t>
            </a:r>
          </a:p>
        </p:txBody>
      </p:sp>
      <p:sp>
        <p:nvSpPr>
          <p:cNvPr id="15" name="">
            <a:extLst xmlns:a="http://schemas.openxmlformats.org/drawingml/2006/main">
              <a:ext uri="{FF2B5EF4-FFF2-40B4-BE49-F238E27FC236}">
                <a16:creationId xmlns:a16="http://schemas.microsoft.com/office/drawing/2014/main" id="{E7364BE6-3047-4D07-9FD7-864E59F93573}"/>
              </a:ext>
            </a:extLst>
          </p:cNvPr>
          <p:cNvSpPr>
            <a:spLocks xmlns:a="http://schemas.openxmlformats.org/drawingml/2006/main" noGrp="1"/>
          </p:cNvSpPr>
          <p:nvPr/>
        </p:nvSpPr>
        <p:spPr>
          <a:xfrm xmlns:a="http://schemas.openxmlformats.org/drawingml/2006/main">
            <a:off x="847725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Results people can trust</a:t>
            </a:r>
          </a:p>
        </p:txBody>
      </p:sp>
      <p:sp>
        <p:nvSpPr>
          <p:cNvPr id="16" name="">
            <a:extLst xmlns:a="http://schemas.openxmlformats.org/drawingml/2006/main">
              <a:ext uri="{FF2B5EF4-FFF2-40B4-BE49-F238E27FC236}">
                <a16:creationId xmlns:a16="http://schemas.microsoft.com/office/drawing/2014/main" id="{F6D2616A-6042-450A-9DEC-1B34BAABD755}"/>
              </a:ext>
            </a:extLst>
          </p:cNvPr>
          <p:cNvSpPr>
            <a:spLocks xmlns:a="http://schemas.openxmlformats.org/drawingml/2006/main" noGrp="1"/>
          </p:cNvSpPr>
          <p:nvPr/>
        </p:nvSpPr>
        <p:spPr>
          <a:xfrm xmlns:a="http://schemas.openxmlformats.org/drawingml/2006/main">
            <a:off x="762000" y="5362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The next era is built here.</a:t>
            </a:r>
          </a:p>
        </p:txBody>
      </p:sp>
      <p:pic>
        <p:nvPicPr>
          <p:cNvPr id="17" name="">
            <a:extLst xmlns:a="http://schemas.openxmlformats.org/drawingml/2006/main">
              <a:ext uri="{FF2B5EF4-FFF2-40B4-BE49-F238E27FC236}">
                <a16:creationId xmlns:a16="http://schemas.microsoft.com/office/drawing/2014/main" id="{67797208-E55A-4430-91E1-94E9B6F52104}"/>
              </a:ext>
            </a:extLst>
          </p:cNvPr>
          <p:cNvPicPr>
            <a:picLocks xmlns:a="http://schemas.openxmlformats.org/drawingml/2006/main" noChangeAspect="1"/>
          </p:cNvPicPr>
          <p:nvPr/>
        </p:nvPicPr>
        <p:blipFill>
          <a:blip xmlns:r="http://schemas.openxmlformats.org/officeDocument/2006/relationships" xmlns:a="http://schemas.openxmlformats.org/drawingml/2006/main" r:embed="R79aff0ccd0fe463d"/>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0FAC396-B4BA-4333-AFC9-11F641BC3B93}"/>
              </a:ext>
            </a:extLst>
          </p:cNvPr>
          <p:cNvSpPr>
            <a:spLocks xmlns:a="http://schemas.openxmlformats.org/drawingml/2006/main" noGrp="1"/>
          </p:cNvSpPr>
          <p:nvPr/>
        </p:nvSpPr>
        <p:spPr>
          <a:xfrm xmlns:a="http://schemas.openxmlformats.org/drawingml/2006/main">
            <a:off x="762000" y="17240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826941"/>
                </a:solidFill>
              </a:defRPr>
            </a:defPPr>
            <a:lvl1pPr algn="l">
              <a:buNone/>
              <a:defRPr sz="2175" b="0">
                <a:solidFill>
                  <a:srgbClr val="826941"/>
                </a:solidFill>
              </a:defRPr>
            </a:lvl1pPr>
            <a:lvl2pPr algn="l">
              <a:buNone/>
              <a:defRPr sz="2175" b="0">
                <a:solidFill>
                  <a:srgbClr val="826941"/>
                </a:solidFill>
              </a:defRPr>
            </a:lvl2pPr>
            <a:lvl3pPr algn="l">
              <a:buNone/>
              <a:defRPr sz="2175" b="0">
                <a:solidFill>
                  <a:srgbClr val="826941"/>
                </a:solidFill>
              </a:defRPr>
            </a:lvl3pPr>
            <a:lvl4pPr algn="l">
              <a:buNone/>
              <a:defRPr sz="2175" b="0">
                <a:solidFill>
                  <a:srgbClr val="826941"/>
                </a:solidFill>
              </a:defRPr>
            </a:lvl4pPr>
            <a:lvl5pPr algn="l">
              <a:buNone/>
              <a:defRPr sz="2175" b="0">
                <a:solidFill>
                  <a:srgbClr val="826941"/>
                </a:solidFill>
              </a:defRPr>
            </a:lvl5pPr>
            <a:lvl6pPr algn="l">
              <a:buNone/>
              <a:defRPr sz="2175" b="0">
                <a:solidFill>
                  <a:srgbClr val="826941"/>
                </a:solidFill>
              </a:defRPr>
            </a:lvl6pPr>
            <a:lvl7pPr algn="l">
              <a:buNone/>
              <a:defRPr sz="2175" b="0">
                <a:solidFill>
                  <a:srgbClr val="826941"/>
                </a:solidFill>
              </a:defRPr>
            </a:lvl7pPr>
            <a:lvl8pPr algn="l">
              <a:buNone/>
              <a:defRPr sz="2175" b="0">
                <a:solidFill>
                  <a:srgbClr val="826941"/>
                </a:solidFill>
              </a:defRPr>
            </a:lvl8pPr>
            <a:lvl9pPr algn="l">
              <a:buNone/>
              <a:defRPr sz="2175" b="0">
                <a:solidFill>
                  <a:srgbClr val="826941"/>
                </a:solidFill>
              </a:defRPr>
            </a:lvl9pPr>
          </a:lstStyle>
          <a:p xmlns:a="http://schemas.openxmlformats.org/drawingml/2006/main">
            <a:pPr algn="l">
              <a:buNone/>
              <a:defRPr sz="2175" b="0">
                <a:solidFill>
                  <a:srgbClr val="826941"/>
                </a:solidFill>
              </a:defRPr>
            </a:pPr>
            <a:r>
              <a:rPr sz="2175" b="0">
                <a:solidFill>
                  <a:srgbClr val="826941"/>
                </a:solidFill>
              </a:rPr>
              <a:t>The factory floor changes. Our systems must keep working.</a:t>
            </a:r>
          </a:p>
        </p:txBody>
      </p:sp>
    </p:spTree>
    <p:extLst>
      <p:ext uri="{BB962C8B-B14F-4D97-AF65-F5344CB8AC3E}">
        <p14:creationId xmlns:p14="http://schemas.microsoft.com/office/powerpoint/2010/main" val="1354752982"/>
      </p:ext>
    </p:extLst>
  </p:cSld>
</p:sld>
</file>

<file path=ppt/slides/slide7.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C668C342-55EB-41C3-9A22-FD7F99975460}"/>
              </a:ext>
            </a:extLst>
          </p:cNvPr>
          <p:cNvPicPr>
            <a:picLocks xmlns:a="http://schemas.openxmlformats.org/drawingml/2006/main" noChangeAspect="1"/>
          </p:cNvPicPr>
          <p:nvPr/>
        </p:nvPicPr>
        <p:blipFill>
          <a:blip xmlns:r="http://schemas.openxmlformats.org/officeDocument/2006/relationships" xmlns:a="http://schemas.openxmlformats.org/drawingml/2006/main" r:embed="R9dacc05d545a4c09"/>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0ABF02-F9DB-45E6-9869-04441741F49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D0A745-D940-4D4C-983B-436E66A780F9}"/>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07</a:t>
            </a:r>
          </a:p>
        </p:txBody>
      </p:sp>
      <p:sp>
        <p:nvSpPr>
          <p:cNvPr id="6" name="">
            <a:extLst xmlns:a="http://schemas.openxmlformats.org/drawingml/2006/main">
              <a:ext uri="{FF2B5EF4-FFF2-40B4-BE49-F238E27FC236}">
                <a16:creationId xmlns:a16="http://schemas.microsoft.com/office/drawing/2014/main" id="{2B22578E-7CB2-49B9-BDF2-86899271560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Come fight for what’s next</a:t>
            </a:r>
          </a:p>
        </p:txBody>
      </p:sp>
      <p:sp>
        <p:nvSpPr>
          <p:cNvPr id="7" name="">
            <a:extLst xmlns:a="http://schemas.openxmlformats.org/drawingml/2006/main">
              <a:ext uri="{FF2B5EF4-FFF2-40B4-BE49-F238E27FC236}">
                <a16:creationId xmlns:a16="http://schemas.microsoft.com/office/drawing/2014/main" id="{A8F264D8-3E1A-4EE0-A8A2-97AD17E57C58}"/>
              </a:ext>
            </a:extLst>
          </p:cNvPr>
          <p:cNvSpPr>
            <a:spLocks xmlns:a="http://schemas.openxmlformats.org/drawingml/2006/main" noGrp="1"/>
          </p:cNvSpPr>
          <p:nvPr/>
        </p:nvSpPr>
        <p:spPr>
          <a:xfrm xmlns:a="http://schemas.openxmlformats.org/drawingml/2006/main">
            <a:off x="762000" y="191452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0">
                <a:solidFill>
                  <a:srgbClr val="D7D3CC"/>
                </a:solidFill>
              </a:defRPr>
            </a:defPPr>
            <a:lvl1pPr algn="l">
              <a:buNone/>
              <a:defRPr sz="2550" b="0">
                <a:solidFill>
                  <a:srgbClr val="D7D3CC"/>
                </a:solidFill>
              </a:defRPr>
            </a:lvl1pPr>
            <a:lvl2pPr algn="l">
              <a:buNone/>
              <a:defRPr sz="2550" b="0">
                <a:solidFill>
                  <a:srgbClr val="D7D3CC"/>
                </a:solidFill>
              </a:defRPr>
            </a:lvl2pPr>
            <a:lvl3pPr algn="l">
              <a:buNone/>
              <a:defRPr sz="2550" b="0">
                <a:solidFill>
                  <a:srgbClr val="D7D3CC"/>
                </a:solidFill>
              </a:defRPr>
            </a:lvl3pPr>
            <a:lvl4pPr algn="l">
              <a:buNone/>
              <a:defRPr sz="2550" b="0">
                <a:solidFill>
                  <a:srgbClr val="D7D3CC"/>
                </a:solidFill>
              </a:defRPr>
            </a:lvl4pPr>
            <a:lvl5pPr algn="l">
              <a:buNone/>
              <a:defRPr sz="2550" b="0">
                <a:solidFill>
                  <a:srgbClr val="D7D3CC"/>
                </a:solidFill>
              </a:defRPr>
            </a:lvl5pPr>
            <a:lvl6pPr algn="l">
              <a:buNone/>
              <a:defRPr sz="2550" b="0">
                <a:solidFill>
                  <a:srgbClr val="D7D3CC"/>
                </a:solidFill>
              </a:defRPr>
            </a:lvl6pPr>
            <a:lvl7pPr algn="l">
              <a:buNone/>
              <a:defRPr sz="2550" b="0">
                <a:solidFill>
                  <a:srgbClr val="D7D3CC"/>
                </a:solidFill>
              </a:defRPr>
            </a:lvl7pPr>
            <a:lvl8pPr algn="l">
              <a:buNone/>
              <a:defRPr sz="2550" b="0">
                <a:solidFill>
                  <a:srgbClr val="D7D3CC"/>
                </a:solidFill>
              </a:defRPr>
            </a:lvl8pPr>
            <a:lvl9pPr algn="l">
              <a:buNone/>
              <a:defRPr sz="2550" b="0">
                <a:solidFill>
                  <a:srgbClr val="D7D3CC"/>
                </a:solidFill>
              </a:defRPr>
            </a:lvl9pPr>
          </a:lstStyle>
          <a:p xmlns:a="http://schemas.openxmlformats.org/drawingml/2006/main">
            <a:pPr algn="l">
              <a:buNone/>
              <a:defRPr sz="2550" b="0">
                <a:solidFill>
                  <a:srgbClr val="D7D3CC"/>
                </a:solidFill>
              </a:defRPr>
            </a:pPr>
            <a:r>
              <a:rPr sz="2550" b="0">
                <a:solidFill>
                  <a:srgbClr val="D7D3CC"/>
                </a:solidFill>
              </a:rPr>
              <a:t>We’re looking for talent across Remington + TKG.</a:t>
            </a:r>
          </a:p>
        </p:txBody>
      </p:sp>
      <p:sp>
        <p:nvSpPr>
          <p:cNvPr id="8" name="">
            <a:extLst xmlns:a="http://schemas.openxmlformats.org/drawingml/2006/main">
              <a:ext uri="{FF2B5EF4-FFF2-40B4-BE49-F238E27FC236}">
                <a16:creationId xmlns:a16="http://schemas.microsoft.com/office/drawing/2014/main" id="{06A939A6-90C0-415D-AB28-3C7CB67FA099}"/>
              </a:ext>
            </a:extLst>
          </p:cNvPr>
          <p:cNvSpPr>
            <a:spLocks xmlns:a="http://schemas.openxmlformats.org/drawingml/2006/main" noGrp="1"/>
          </p:cNvSpPr>
          <p:nvPr/>
        </p:nvSpPr>
        <p:spPr>
          <a:xfrm xmlns:a="http://schemas.openxmlformats.org/drawingml/2006/main">
            <a:off x="762000" y="30956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4744218-722E-48F3-9C24-808EBB841409}"/>
              </a:ext>
            </a:extLst>
          </p:cNvPr>
          <p:cNvSpPr>
            <a:spLocks xmlns:a="http://schemas.openxmlformats.org/drawingml/2006/main" noGrp="1"/>
          </p:cNvSpPr>
          <p:nvPr/>
        </p:nvSpPr>
        <p:spPr>
          <a:xfrm xmlns:a="http://schemas.openxmlformats.org/drawingml/2006/main">
            <a:off x="7620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Mechanical</a:t>
            </a:r>
          </a:p>
        </p:txBody>
      </p:sp>
      <p:sp>
        <p:nvSpPr>
          <p:cNvPr id="10" name="">
            <a:extLst xmlns:a="http://schemas.openxmlformats.org/drawingml/2006/main">
              <a:ext uri="{FF2B5EF4-FFF2-40B4-BE49-F238E27FC236}">
                <a16:creationId xmlns:a16="http://schemas.microsoft.com/office/drawing/2014/main" id="{7D7D84E3-78BC-4B0D-A529-C6090D50BC99}"/>
              </a:ext>
            </a:extLst>
          </p:cNvPr>
          <p:cNvSpPr>
            <a:spLocks xmlns:a="http://schemas.openxmlformats.org/drawingml/2006/main" noGrp="1"/>
          </p:cNvSpPr>
          <p:nvPr/>
        </p:nvSpPr>
        <p:spPr>
          <a:xfrm xmlns:a="http://schemas.openxmlformats.org/drawingml/2006/main">
            <a:off x="357187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Controls</a:t>
            </a:r>
          </a:p>
        </p:txBody>
      </p:sp>
      <p:sp>
        <p:nvSpPr>
          <p:cNvPr id="11" name="">
            <a:extLst xmlns:a="http://schemas.openxmlformats.org/drawingml/2006/main">
              <a:ext uri="{FF2B5EF4-FFF2-40B4-BE49-F238E27FC236}">
                <a16:creationId xmlns:a16="http://schemas.microsoft.com/office/drawing/2014/main" id="{6797CC3E-1542-433F-A4E2-BBA9FBCF3E04}"/>
              </a:ext>
            </a:extLst>
          </p:cNvPr>
          <p:cNvSpPr>
            <a:spLocks xmlns:a="http://schemas.openxmlformats.org/drawingml/2006/main" noGrp="1"/>
          </p:cNvSpPr>
          <p:nvPr/>
        </p:nvSpPr>
        <p:spPr>
          <a:xfrm xmlns:a="http://schemas.openxmlformats.org/drawingml/2006/main">
            <a:off x="62865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Software</a:t>
            </a:r>
          </a:p>
        </p:txBody>
      </p:sp>
      <p:sp>
        <p:nvSpPr>
          <p:cNvPr id="12" name="">
            <a:extLst xmlns:a="http://schemas.openxmlformats.org/drawingml/2006/main">
              <a:ext uri="{FF2B5EF4-FFF2-40B4-BE49-F238E27FC236}">
                <a16:creationId xmlns:a16="http://schemas.microsoft.com/office/drawing/2014/main" id="{5CA965B3-A4CA-4CEA-BA93-7441CAE2540A}"/>
              </a:ext>
            </a:extLst>
          </p:cNvPr>
          <p:cNvSpPr>
            <a:spLocks xmlns:a="http://schemas.openxmlformats.org/drawingml/2006/main" noGrp="1"/>
          </p:cNvSpPr>
          <p:nvPr/>
        </p:nvSpPr>
        <p:spPr>
          <a:xfrm xmlns:a="http://schemas.openxmlformats.org/drawingml/2006/main">
            <a:off x="900112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Testing</a:t>
            </a:r>
          </a:p>
        </p:txBody>
      </p:sp>
      <p:pic>
        <p:nvPicPr>
          <p:cNvPr id="13" name="">
            <a:extLst xmlns:a="http://schemas.openxmlformats.org/drawingml/2006/main">
              <a:ext uri="{FF2B5EF4-FFF2-40B4-BE49-F238E27FC236}">
                <a16:creationId xmlns:a16="http://schemas.microsoft.com/office/drawing/2014/main" id="{C2E76B51-BD73-4A66-A2F1-BA86187E5CA6}"/>
              </a:ext>
            </a:extLst>
          </p:cNvPr>
          <p:cNvPicPr>
            <a:picLocks xmlns:a="http://schemas.openxmlformats.org/drawingml/2006/main" noChangeAspect="1"/>
          </p:cNvPicPr>
          <p:nvPr/>
        </p:nvPicPr>
        <p:blipFill>
          <a:blip xmlns:r="http://schemas.openxmlformats.org/officeDocument/2006/relationships" xmlns:a="http://schemas.openxmlformats.org/drawingml/2006/main" r:embed="Ra1888abc0fba475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290C0A7-0F49-47E1-8600-F62062342504}"/>
              </a:ext>
            </a:extLst>
          </p:cNvPr>
          <p:cNvSpPr>
            <a:spLocks xmlns:a="http://schemas.openxmlformats.org/drawingml/2006/main" noGrp="1"/>
          </p:cNvSpPr>
          <p:nvPr/>
        </p:nvSpPr>
        <p:spPr>
          <a:xfrm xmlns:a="http://schemas.openxmlformats.org/drawingml/2006/main">
            <a:off x="762000" y="5095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1">
                <a:solidFill>
                  <a:srgbClr val="FFFFFF"/>
                </a:solidFill>
              </a:defRPr>
            </a:defPPr>
            <a:lvl1pPr algn="l">
              <a:buNone/>
              <a:defRPr sz="2475" b="1">
                <a:solidFill>
                  <a:srgbClr val="FFFFFF"/>
                </a:solidFill>
              </a:defRPr>
            </a:lvl1pPr>
            <a:lvl2pPr algn="l">
              <a:buNone/>
              <a:defRPr sz="2475" b="1">
                <a:solidFill>
                  <a:srgbClr val="FFFFFF"/>
                </a:solidFill>
              </a:defRPr>
            </a:lvl2pPr>
            <a:lvl3pPr algn="l">
              <a:buNone/>
              <a:defRPr sz="2475" b="1">
                <a:solidFill>
                  <a:srgbClr val="FFFFFF"/>
                </a:solidFill>
              </a:defRPr>
            </a:lvl3pPr>
            <a:lvl4pPr algn="l">
              <a:buNone/>
              <a:defRPr sz="2475" b="1">
                <a:solidFill>
                  <a:srgbClr val="FFFFFF"/>
                </a:solidFill>
              </a:defRPr>
            </a:lvl4pPr>
            <a:lvl5pPr algn="l">
              <a:buNone/>
              <a:defRPr sz="2475" b="1">
                <a:solidFill>
                  <a:srgbClr val="FFFFFF"/>
                </a:solidFill>
              </a:defRPr>
            </a:lvl5pPr>
            <a:lvl6pPr algn="l">
              <a:buNone/>
              <a:defRPr sz="2475" b="1">
                <a:solidFill>
                  <a:srgbClr val="FFFFFF"/>
                </a:solidFill>
              </a:defRPr>
            </a:lvl6pPr>
            <a:lvl7pPr algn="l">
              <a:buNone/>
              <a:defRPr sz="2475" b="1">
                <a:solidFill>
                  <a:srgbClr val="FFFFFF"/>
                </a:solidFill>
              </a:defRPr>
            </a:lvl7pPr>
            <a:lvl8pPr algn="l">
              <a:buNone/>
              <a:defRPr sz="2475" b="1">
                <a:solidFill>
                  <a:srgbClr val="FFFFFF"/>
                </a:solidFill>
              </a:defRPr>
            </a:lvl8pPr>
            <a:lvl9pPr algn="l">
              <a:buNone/>
              <a:defRPr sz="2475" b="1">
                <a:solidFill>
                  <a:srgbClr val="FFFFFF"/>
                </a:solidFill>
              </a:defRPr>
            </a:lvl9pPr>
          </a:lstStyle>
          <a:p xmlns:a="http://schemas.openxmlformats.org/drawingml/2006/main">
            <a:pPr algn="l">
              <a:buNone/>
              <a:defRPr sz="2475" b="1">
                <a:solidFill>
                  <a:srgbClr val="FFFFFF"/>
                </a:solidFill>
              </a:defRPr>
            </a:pPr>
            <a:r>
              <a:rPr sz="2475" b="1">
                <a:solidFill>
                  <a:srgbClr val="FFFFFF"/>
                </a:solidFill>
              </a:rPr>
              <a:t>Help build the next generation of manufacturing.</a:t>
            </a:r>
          </a:p>
        </p:txBody>
      </p:sp>
      <p:sp>
        <p:nvSpPr>
          <p:cNvPr id="15" name="">
            <a:extLst xmlns:a="http://schemas.openxmlformats.org/drawingml/2006/main">
              <a:ext uri="{FF2B5EF4-FFF2-40B4-BE49-F238E27FC236}">
                <a16:creationId xmlns:a16="http://schemas.microsoft.com/office/drawing/2014/main" id="{09AC483C-D3D5-493F-AE55-33FAF45838EA}"/>
              </a:ext>
            </a:extLst>
          </p:cNvPr>
          <p:cNvSpPr>
            <a:spLocks xmlns:a="http://schemas.openxmlformats.org/drawingml/2006/main" noGrp="1"/>
          </p:cNvSpPr>
          <p:nvPr/>
        </p:nvSpPr>
        <p:spPr>
          <a:xfrm xmlns:a="http://schemas.openxmlformats.org/drawingml/2006/main">
            <a:off x="7620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defRPr sz="1650" b="0">
                <a:solidFill>
                  <a:srgbClr val="D7D3CC"/>
                </a:solidFill>
              </a:defRPr>
            </a:lvl1pPr>
            <a:lvl2pPr algn="l">
              <a:defRPr sz="1650" b="0">
                <a:solidFill>
                  <a:srgbClr val="D7D3CC"/>
                </a:solidFill>
              </a:defRPr>
            </a:lvl2pPr>
            <a:lvl3pPr algn="l">
              <a:defRPr sz="1650" b="0">
                <a:solidFill>
                  <a:srgbClr val="D7D3CC"/>
                </a:solidFill>
              </a:defRPr>
            </a:lvl3pPr>
            <a:lvl4pPr algn="l">
              <a:defRPr sz="1650" b="0">
                <a:solidFill>
                  <a:srgbClr val="D7D3CC"/>
                </a:solidFill>
              </a:defRPr>
            </a:lvl4pPr>
            <a:lvl5pPr algn="l">
              <a:defRPr sz="1650" b="0">
                <a:solidFill>
                  <a:srgbClr val="D7D3CC"/>
                </a:solidFill>
              </a:defRPr>
            </a:lvl5pPr>
            <a:lvl6pPr algn="l">
              <a:defRPr sz="1650" b="0">
                <a:solidFill>
                  <a:srgbClr val="D7D3CC"/>
                </a:solidFill>
              </a:defRPr>
            </a:lvl6pPr>
            <a:lvl7pPr algn="l">
              <a:defRPr sz="1650" b="0">
                <a:solidFill>
                  <a:srgbClr val="D7D3CC"/>
                </a:solidFill>
              </a:defRPr>
            </a:lvl7pPr>
            <a:lvl8pPr algn="l">
              <a:defRPr sz="1650" b="0">
                <a:solidFill>
                  <a:srgbClr val="D7D3CC"/>
                </a:solidFill>
              </a:defRPr>
            </a:lvl8pPr>
            <a:lvl9pPr algn="l">
              <a:defRPr sz="1650" b="0">
                <a:solidFill>
                  <a:srgbClr val="D7D3CC"/>
                </a:solidFill>
              </a:defRPr>
            </a:lvl9pPr>
          </a:lstStyle>
          <a:p xmlns:a="http://schemas.openxmlformats.org/drawingml/2006/main">
            <a:pPr algn="l">
              <a:defRPr sz="1650" b="0">
                <a:solidFill>
                  <a:srgbClr val="D7D3CC"/>
                </a:solidFill>
              </a:defRPr>
            </a:pPr>
            <a:r>
              <a:rPr sz="1650" b="0">
                <a:solidFill>
                  <a:srgbClr val="D7D3CC"/>
                </a:solidFill>
              </a:rPr>
              <a:t>Equipment that lasts</a:t>
            </a:r>
          </a:p>
        </p:txBody>
      </p:sp>
      <p:sp>
        <p:nvSpPr>
          <p:cNvPr id="16" name="">
            <a:extLst xmlns:a="http://schemas.openxmlformats.org/drawingml/2006/main">
              <a:ext uri="{FF2B5EF4-FFF2-40B4-BE49-F238E27FC236}">
                <a16:creationId xmlns:a16="http://schemas.microsoft.com/office/drawing/2014/main" id="{9E5F7957-3A9B-415D-8C36-332589ECC0DC}"/>
              </a:ext>
            </a:extLst>
          </p:cNvPr>
          <p:cNvSpPr>
            <a:spLocks xmlns:a="http://schemas.openxmlformats.org/drawingml/2006/main" noGrp="1"/>
          </p:cNvSpPr>
          <p:nvPr/>
        </p:nvSpPr>
        <p:spPr>
          <a:xfrm xmlns:a="http://schemas.openxmlformats.org/drawingml/2006/main">
            <a:off x="357187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defRPr sz="1650" b="0">
                <a:solidFill>
                  <a:srgbClr val="D7D3CC"/>
                </a:solidFill>
              </a:defRPr>
            </a:lvl1pPr>
            <a:lvl2pPr algn="l">
              <a:defRPr sz="1650" b="0">
                <a:solidFill>
                  <a:srgbClr val="D7D3CC"/>
                </a:solidFill>
              </a:defRPr>
            </a:lvl2pPr>
            <a:lvl3pPr algn="l">
              <a:defRPr sz="1650" b="0">
                <a:solidFill>
                  <a:srgbClr val="D7D3CC"/>
                </a:solidFill>
              </a:defRPr>
            </a:lvl3pPr>
            <a:lvl4pPr algn="l">
              <a:defRPr sz="1650" b="0">
                <a:solidFill>
                  <a:srgbClr val="D7D3CC"/>
                </a:solidFill>
              </a:defRPr>
            </a:lvl4pPr>
            <a:lvl5pPr algn="l">
              <a:defRPr sz="1650" b="0">
                <a:solidFill>
                  <a:srgbClr val="D7D3CC"/>
                </a:solidFill>
              </a:defRPr>
            </a:lvl5pPr>
            <a:lvl6pPr algn="l">
              <a:defRPr sz="1650" b="0">
                <a:solidFill>
                  <a:srgbClr val="D7D3CC"/>
                </a:solidFill>
              </a:defRPr>
            </a:lvl6pPr>
            <a:lvl7pPr algn="l">
              <a:defRPr sz="1650" b="0">
                <a:solidFill>
                  <a:srgbClr val="D7D3CC"/>
                </a:solidFill>
              </a:defRPr>
            </a:lvl7pPr>
            <a:lvl8pPr algn="l">
              <a:defRPr sz="1650" b="0">
                <a:solidFill>
                  <a:srgbClr val="D7D3CC"/>
                </a:solidFill>
              </a:defRPr>
            </a:lvl8pPr>
            <a:lvl9pPr algn="l">
              <a:defRPr sz="1650" b="0">
                <a:solidFill>
                  <a:srgbClr val="D7D3CC"/>
                </a:solidFill>
              </a:defRPr>
            </a:lvl9pPr>
          </a:lstStyle>
          <a:p xmlns:a="http://schemas.openxmlformats.org/drawingml/2006/main">
            <a:pPr algn="l">
              <a:defRPr sz="1650" b="0">
                <a:solidFill>
                  <a:srgbClr val="D7D3CC"/>
                </a:solidFill>
              </a:defRPr>
            </a:pPr>
            <a:r>
              <a:rPr sz="1650" b="0">
                <a:solidFill>
                  <a:srgbClr val="D7D3CC"/>
                </a:solidFill>
              </a:rPr>
              <a:t>Reliable response</a:t>
            </a:r>
          </a:p>
        </p:txBody>
      </p:sp>
      <p:sp>
        <p:nvSpPr>
          <p:cNvPr id="17" name="">
            <a:extLst xmlns:a="http://schemas.openxmlformats.org/drawingml/2006/main">
              <a:ext uri="{FF2B5EF4-FFF2-40B4-BE49-F238E27FC236}">
                <a16:creationId xmlns:a16="http://schemas.microsoft.com/office/drawing/2014/main" id="{FBB7711F-7F30-40CB-874B-0C814957BDA0}"/>
              </a:ext>
            </a:extLst>
          </p:cNvPr>
          <p:cNvSpPr>
            <a:spLocks xmlns:a="http://schemas.openxmlformats.org/drawingml/2006/main" noGrp="1"/>
          </p:cNvSpPr>
          <p:nvPr/>
        </p:nvSpPr>
        <p:spPr>
          <a:xfrm xmlns:a="http://schemas.openxmlformats.org/drawingml/2006/main">
            <a:off x="62865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defRPr sz="1650" b="0">
                <a:solidFill>
                  <a:srgbClr val="D7D3CC"/>
                </a:solidFill>
              </a:defRPr>
            </a:lvl1pPr>
            <a:lvl2pPr algn="l">
              <a:defRPr sz="1650" b="0">
                <a:solidFill>
                  <a:srgbClr val="D7D3CC"/>
                </a:solidFill>
              </a:defRPr>
            </a:lvl2pPr>
            <a:lvl3pPr algn="l">
              <a:defRPr sz="1650" b="0">
                <a:solidFill>
                  <a:srgbClr val="D7D3CC"/>
                </a:solidFill>
              </a:defRPr>
            </a:lvl3pPr>
            <a:lvl4pPr algn="l">
              <a:defRPr sz="1650" b="0">
                <a:solidFill>
                  <a:srgbClr val="D7D3CC"/>
                </a:solidFill>
              </a:defRPr>
            </a:lvl4pPr>
            <a:lvl5pPr algn="l">
              <a:defRPr sz="1650" b="0">
                <a:solidFill>
                  <a:srgbClr val="D7D3CC"/>
                </a:solidFill>
              </a:defRPr>
            </a:lvl5pPr>
            <a:lvl6pPr algn="l">
              <a:defRPr sz="1650" b="0">
                <a:solidFill>
                  <a:srgbClr val="D7D3CC"/>
                </a:solidFill>
              </a:defRPr>
            </a:lvl6pPr>
            <a:lvl7pPr algn="l">
              <a:defRPr sz="1650" b="0">
                <a:solidFill>
                  <a:srgbClr val="D7D3CC"/>
                </a:solidFill>
              </a:defRPr>
            </a:lvl7pPr>
            <a:lvl8pPr algn="l">
              <a:defRPr sz="1650" b="0">
                <a:solidFill>
                  <a:srgbClr val="D7D3CC"/>
                </a:solidFill>
              </a:defRPr>
            </a:lvl8pPr>
            <a:lvl9pPr algn="l">
              <a:defRPr sz="1650" b="0">
                <a:solidFill>
                  <a:srgbClr val="D7D3CC"/>
                </a:solidFill>
              </a:defRPr>
            </a:lvl9pPr>
          </a:lstStyle>
          <a:p xmlns:a="http://schemas.openxmlformats.org/drawingml/2006/main">
            <a:pPr algn="l">
              <a:defRPr sz="1650" b="0">
                <a:solidFill>
                  <a:srgbClr val="D7D3CC"/>
                </a:solidFill>
              </a:defRPr>
            </a:pPr>
            <a:r>
              <a:rPr sz="1650" b="0">
                <a:solidFill>
                  <a:srgbClr val="D7D3CC"/>
                </a:solidFill>
              </a:rPr>
              <a:t>Tools for the floor</a:t>
            </a:r>
          </a:p>
        </p:txBody>
      </p:sp>
      <p:sp>
        <p:nvSpPr>
          <p:cNvPr id="18" name="">
            <a:extLst xmlns:a="http://schemas.openxmlformats.org/drawingml/2006/main">
              <a:ext uri="{FF2B5EF4-FFF2-40B4-BE49-F238E27FC236}">
                <a16:creationId xmlns:a16="http://schemas.microsoft.com/office/drawing/2014/main" id="{930E2BB4-B584-4049-88AD-2A0C46588393}"/>
              </a:ext>
            </a:extLst>
          </p:cNvPr>
          <p:cNvSpPr>
            <a:spLocks xmlns:a="http://schemas.openxmlformats.org/drawingml/2006/main" noGrp="1"/>
          </p:cNvSpPr>
          <p:nvPr/>
        </p:nvSpPr>
        <p:spPr>
          <a:xfrm xmlns:a="http://schemas.openxmlformats.org/drawingml/2006/main">
            <a:off x="900112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defRPr sz="1650" b="0">
                <a:solidFill>
                  <a:srgbClr val="D7D3CC"/>
                </a:solidFill>
              </a:defRPr>
            </a:lvl1pPr>
            <a:lvl2pPr algn="l">
              <a:defRPr sz="1650" b="0">
                <a:solidFill>
                  <a:srgbClr val="D7D3CC"/>
                </a:solidFill>
              </a:defRPr>
            </a:lvl2pPr>
            <a:lvl3pPr algn="l">
              <a:defRPr sz="1650" b="0">
                <a:solidFill>
                  <a:srgbClr val="D7D3CC"/>
                </a:solidFill>
              </a:defRPr>
            </a:lvl3pPr>
            <a:lvl4pPr algn="l">
              <a:defRPr sz="1650" b="0">
                <a:solidFill>
                  <a:srgbClr val="D7D3CC"/>
                </a:solidFill>
              </a:defRPr>
            </a:lvl4pPr>
            <a:lvl5pPr algn="l">
              <a:defRPr sz="1650" b="0">
                <a:solidFill>
                  <a:srgbClr val="D7D3CC"/>
                </a:solidFill>
              </a:defRPr>
            </a:lvl5pPr>
            <a:lvl6pPr algn="l">
              <a:defRPr sz="1650" b="0">
                <a:solidFill>
                  <a:srgbClr val="D7D3CC"/>
                </a:solidFill>
              </a:defRPr>
            </a:lvl6pPr>
            <a:lvl7pPr algn="l">
              <a:defRPr sz="1650" b="0">
                <a:solidFill>
                  <a:srgbClr val="D7D3CC"/>
                </a:solidFill>
              </a:defRPr>
            </a:lvl7pPr>
            <a:lvl8pPr algn="l">
              <a:defRPr sz="1650" b="0">
                <a:solidFill>
                  <a:srgbClr val="D7D3CC"/>
                </a:solidFill>
              </a:defRPr>
            </a:lvl8pPr>
            <a:lvl9pPr algn="l">
              <a:defRPr sz="1650" b="0">
                <a:solidFill>
                  <a:srgbClr val="D7D3CC"/>
                </a:solidFill>
              </a:defRPr>
            </a:lvl9pPr>
          </a:lstStyle>
          <a:p xmlns:a="http://schemas.openxmlformats.org/drawingml/2006/main">
            <a:pPr algn="l">
              <a:defRPr sz="1650" b="0">
                <a:solidFill>
                  <a:srgbClr val="D7D3CC"/>
                </a:solidFill>
              </a:defRPr>
            </a:pPr>
            <a:r>
              <a:rPr sz="1650" b="0">
                <a:solidFill>
                  <a:srgbClr val="D7D3CC"/>
                </a:solidFill>
              </a:rPr>
              <a:t>Proof in real conditions</a:t>
            </a:r>
          </a:p>
        </p:txBody>
      </p:sp>
    </p:spTree>
    <p:extLst>
      <p:ext uri="{BB962C8B-B14F-4D97-AF65-F5344CB8AC3E}">
        <p14:creationId xmlns:p14="http://schemas.microsoft.com/office/powerpoint/2010/main" val="1846883819"/>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88E4EB51-04ED-45A7-B24F-400FA6B6A9EB}"/>
              </a:ext>
            </a:extLst>
          </p:cNvPr>
          <p:cNvPicPr>
            <a:picLocks xmlns:a="http://schemas.openxmlformats.org/drawingml/2006/main" noChangeAspect="1"/>
          </p:cNvPicPr>
          <p:nvPr/>
        </p:nvPicPr>
        <p:blipFill>
          <a:blip xmlns:r="http://schemas.openxmlformats.org/officeDocument/2006/relationships" xmlns:a="http://schemas.openxmlformats.org/drawingml/2006/main" r:embed="R76284aa954554cd5"/>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535D5003-4151-429B-9D5A-A806D1215394}"/>
              </a:ext>
            </a:extLst>
          </p:cNvPr>
          <p:cNvPicPr>
            <a:picLocks xmlns:a="http://schemas.openxmlformats.org/drawingml/2006/main" noChangeAspect="1"/>
          </p:cNvPicPr>
          <p:nvPr/>
        </p:nvPicPr>
        <p:blipFill>
          <a:blip xmlns:r="http://schemas.openxmlformats.org/officeDocument/2006/relationships" xmlns:a="http://schemas.openxmlformats.org/drawingml/2006/main" r:embed="R6b1a45c0f47b4bf2"/>
          <a:stretch xmlns:a="http://schemas.openxmlformats.org/drawingml/2006/main"/>
        </p:blipFill>
        <p:spPr>
          <a:xfrm xmlns:a="http://schemas.openxmlformats.org/drawingml/2006/main">
            <a:off x="8420100" y="2028825"/>
            <a:ext cx="2857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04BD054-C11E-497F-9C8C-692390B2F26E}"/>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B5C4393-4594-41A1-B382-575EC6333BF7}"/>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08</a:t>
            </a:r>
          </a:p>
        </p:txBody>
      </p:sp>
      <p:sp>
        <p:nvSpPr>
          <p:cNvPr id="10" name="">
            <a:extLst xmlns:a="http://schemas.openxmlformats.org/drawingml/2006/main">
              <a:ext uri="{FF2B5EF4-FFF2-40B4-BE49-F238E27FC236}">
                <a16:creationId xmlns:a16="http://schemas.microsoft.com/office/drawing/2014/main" id="{1367936C-B77C-47B6-AC09-EAA057CF0C54}"/>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Try it yourself</a:t>
            </a:r>
          </a:p>
        </p:txBody>
      </p:sp>
      <p:sp>
        <p:nvSpPr>
          <p:cNvPr id="11" name="">
            <a:extLst xmlns:a="http://schemas.openxmlformats.org/drawingml/2006/main">
              <a:ext uri="{FF2B5EF4-FFF2-40B4-BE49-F238E27FC236}">
                <a16:creationId xmlns:a16="http://schemas.microsoft.com/office/drawing/2014/main" id="{47BE2F6C-A6D2-4EE7-B292-8E8489190D54}"/>
              </a:ext>
            </a:extLst>
          </p:cNvPr>
          <p:cNvSpPr>
            <a:spLocks xmlns:a="http://schemas.openxmlformats.org/drawingml/2006/main" noGrp="1"/>
          </p:cNvSpPr>
          <p:nvPr/>
        </p:nvSpPr>
        <p:spPr>
          <a:xfrm xmlns:a="http://schemas.openxmlformats.org/drawingml/2006/main">
            <a:off x="762000" y="2409825"/>
            <a:ext cx="714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900" b="1">
                <a:solidFill>
                  <a:srgbClr val="231F20"/>
                </a:solidFill>
              </a:defRPr>
            </a:defPPr>
            <a:lvl1pPr algn="l">
              <a:buNone/>
              <a:defRPr sz="3900" b="1">
                <a:solidFill>
                  <a:srgbClr val="231F20"/>
                </a:solidFill>
              </a:defRPr>
            </a:lvl1pPr>
            <a:lvl2pPr algn="l">
              <a:buNone/>
              <a:defRPr sz="3900" b="1">
                <a:solidFill>
                  <a:srgbClr val="231F20"/>
                </a:solidFill>
              </a:defRPr>
            </a:lvl2pPr>
            <a:lvl3pPr algn="l">
              <a:buNone/>
              <a:defRPr sz="3900" b="1">
                <a:solidFill>
                  <a:srgbClr val="231F20"/>
                </a:solidFill>
              </a:defRPr>
            </a:lvl3pPr>
            <a:lvl4pPr algn="l">
              <a:buNone/>
              <a:defRPr sz="3900" b="1">
                <a:solidFill>
                  <a:srgbClr val="231F20"/>
                </a:solidFill>
              </a:defRPr>
            </a:lvl4pPr>
            <a:lvl5pPr algn="l">
              <a:buNone/>
              <a:defRPr sz="3900" b="1">
                <a:solidFill>
                  <a:srgbClr val="231F20"/>
                </a:solidFill>
              </a:defRPr>
            </a:lvl5pPr>
            <a:lvl6pPr algn="l">
              <a:buNone/>
              <a:defRPr sz="3900" b="1">
                <a:solidFill>
                  <a:srgbClr val="231F20"/>
                </a:solidFill>
              </a:defRPr>
            </a:lvl6pPr>
            <a:lvl7pPr algn="l">
              <a:buNone/>
              <a:defRPr sz="3900" b="1">
                <a:solidFill>
                  <a:srgbClr val="231F20"/>
                </a:solidFill>
              </a:defRPr>
            </a:lvl7pPr>
            <a:lvl8pPr algn="l">
              <a:buNone/>
              <a:defRPr sz="3900" b="1">
                <a:solidFill>
                  <a:srgbClr val="231F20"/>
                </a:solidFill>
              </a:defRPr>
            </a:lvl8pPr>
            <a:lvl9pPr algn="l">
              <a:buNone/>
              <a:defRPr sz="3900" b="1">
                <a:solidFill>
                  <a:srgbClr val="231F20"/>
                </a:solidFill>
              </a:defRPr>
            </a:lvl9pPr>
          </a:lstStyle>
          <a:p xmlns:a="http://schemas.openxmlformats.org/drawingml/2006/main">
            <a:pPr algn="l">
              <a:buNone/>
              <a:defRPr sz="3900" b="1">
                <a:solidFill>
                  <a:srgbClr val="231F20"/>
                </a:solidFill>
              </a:defRPr>
            </a:pPr>
            <a:r>
              <a:rPr sz="3900" b="1">
                <a:solidFill>
                  <a:srgbClr val="231F20"/>
                </a:solidFill>
              </a:rPr>
              <a:t>Draw. Test. Change.</a:t>
            </a:r>
          </a:p>
        </p:txBody>
      </p:sp>
      <p:sp>
        <p:nvSpPr>
          <p:cNvPr id="12" name="">
            <a:extLst xmlns:a="http://schemas.openxmlformats.org/drawingml/2006/main">
              <a:ext uri="{FF2B5EF4-FFF2-40B4-BE49-F238E27FC236}">
                <a16:creationId xmlns:a16="http://schemas.microsoft.com/office/drawing/2014/main" id="{BB71C93E-4BD0-42DC-81A3-4B8EBE454626}"/>
              </a:ext>
            </a:extLst>
          </p:cNvPr>
          <p:cNvSpPr>
            <a:spLocks xmlns:a="http://schemas.openxmlformats.org/drawingml/2006/main" noGrp="1"/>
          </p:cNvSpPr>
          <p:nvPr/>
        </p:nvSpPr>
        <p:spPr>
          <a:xfrm xmlns:a="http://schemas.openxmlformats.org/drawingml/2006/main">
            <a:off x="762000" y="5334000"/>
            <a:ext cx="685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4founders.dev/demo/ai-in-action/</a:t>
            </a:r>
          </a:p>
        </p:txBody>
      </p:sp>
      <p:sp>
        <p:nvSpPr>
          <p:cNvPr id="13" name="">
            <a:extLst xmlns:a="http://schemas.openxmlformats.org/drawingml/2006/main">
              <a:ext uri="{FF2B5EF4-FFF2-40B4-BE49-F238E27FC236}">
                <a16:creationId xmlns:a16="http://schemas.microsoft.com/office/drawing/2014/main" id="{76FB7C0B-BCBA-4EAD-B637-581F835239B9}"/>
              </a:ext>
            </a:extLst>
          </p:cNvPr>
          <p:cNvSpPr>
            <a:spLocks xmlns:a="http://schemas.openxmlformats.org/drawingml/2006/main" noGrp="1"/>
          </p:cNvSpPr>
          <p:nvPr/>
        </p:nvSpPr>
        <p:spPr>
          <a:xfrm xmlns:a="http://schemas.openxmlformats.org/drawingml/2006/main">
            <a:off x="8248650" y="5153025"/>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1">
                <a:solidFill>
                  <a:srgbClr val="826941"/>
                </a:solidFill>
              </a:defRPr>
            </a:defPPr>
            <a:lvl1pPr algn="l">
              <a:buNone/>
              <a:defRPr sz="1575" b="1">
                <a:solidFill>
                  <a:srgbClr val="826941"/>
                </a:solidFill>
              </a:defRPr>
            </a:lvl1pPr>
            <a:lvl2pPr algn="l">
              <a:buNone/>
              <a:defRPr sz="1575" b="1">
                <a:solidFill>
                  <a:srgbClr val="826941"/>
                </a:solidFill>
              </a:defRPr>
            </a:lvl2pPr>
            <a:lvl3pPr algn="l">
              <a:buNone/>
              <a:defRPr sz="1575" b="1">
                <a:solidFill>
                  <a:srgbClr val="826941"/>
                </a:solidFill>
              </a:defRPr>
            </a:lvl3pPr>
            <a:lvl4pPr algn="l">
              <a:buNone/>
              <a:defRPr sz="1575" b="1">
                <a:solidFill>
                  <a:srgbClr val="826941"/>
                </a:solidFill>
              </a:defRPr>
            </a:lvl4pPr>
            <a:lvl5pPr algn="l">
              <a:buNone/>
              <a:defRPr sz="1575" b="1">
                <a:solidFill>
                  <a:srgbClr val="826941"/>
                </a:solidFill>
              </a:defRPr>
            </a:lvl5pPr>
            <a:lvl6pPr algn="l">
              <a:buNone/>
              <a:defRPr sz="1575" b="1">
                <a:solidFill>
                  <a:srgbClr val="826941"/>
                </a:solidFill>
              </a:defRPr>
            </a:lvl6pPr>
            <a:lvl7pPr algn="l">
              <a:buNone/>
              <a:defRPr sz="1575" b="1">
                <a:solidFill>
                  <a:srgbClr val="826941"/>
                </a:solidFill>
              </a:defRPr>
            </a:lvl7pPr>
            <a:lvl8pPr algn="l">
              <a:buNone/>
              <a:defRPr sz="1575" b="1">
                <a:solidFill>
                  <a:srgbClr val="826941"/>
                </a:solidFill>
              </a:defRPr>
            </a:lvl8pPr>
            <a:lvl9pPr algn="l">
              <a:buNone/>
              <a:defRPr sz="1575" b="1">
                <a:solidFill>
                  <a:srgbClr val="826941"/>
                </a:solidFill>
              </a:defRPr>
            </a:lvl9pPr>
          </a:lstStyle>
          <a:p xmlns:a="http://schemas.openxmlformats.org/drawingml/2006/main">
            <a:pPr algn="l">
              <a:buNone/>
              <a:defRPr sz="1575" b="1">
                <a:solidFill>
                  <a:srgbClr val="826941"/>
                </a:solidFill>
              </a:defRPr>
            </a:pPr>
            <a:r>
              <a:rPr sz="1575" b="1">
                <a:solidFill>
                  <a:srgbClr val="826941"/>
                </a:solidFill>
              </a:rPr>
              <a:t>EVENT PIN</a:t>
            </a:r>
          </a:p>
        </p:txBody>
      </p:sp>
      <p:sp>
        <p:nvSpPr>
          <p:cNvPr id="14" name="">
            <a:extLst xmlns:a="http://schemas.openxmlformats.org/drawingml/2006/main">
              <a:ext uri="{FF2B5EF4-FFF2-40B4-BE49-F238E27FC236}">
                <a16:creationId xmlns:a16="http://schemas.microsoft.com/office/drawing/2014/main" id="{73BBEEFC-CA33-4635-BB9F-3A3AC34EE91C}"/>
              </a:ext>
            </a:extLst>
          </p:cNvPr>
          <p:cNvSpPr>
            <a:spLocks xmlns:a="http://schemas.openxmlformats.org/drawingml/2006/main" noGrp="1"/>
          </p:cNvSpPr>
          <p:nvPr/>
        </p:nvSpPr>
        <p:spPr>
          <a:xfrm xmlns:a="http://schemas.openxmlformats.org/drawingml/2006/main">
            <a:off x="8248650" y="5514975"/>
            <a:ext cx="2857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a:solidFill>
                  <a:srgbClr val="231F20"/>
                </a:solidFill>
              </a:defRPr>
            </a:defPPr>
            <a:lvl1pPr algn="l">
              <a:buNone/>
              <a:defRPr sz="3600" b="1">
                <a:solidFill>
                  <a:srgbClr val="231F20"/>
                </a:solidFill>
              </a:defRPr>
            </a:lvl1pPr>
            <a:lvl2pPr algn="l">
              <a:buNone/>
              <a:defRPr sz="3600" b="1">
                <a:solidFill>
                  <a:srgbClr val="231F20"/>
                </a:solidFill>
              </a:defRPr>
            </a:lvl2pPr>
            <a:lvl3pPr algn="l">
              <a:buNone/>
              <a:defRPr sz="3600" b="1">
                <a:solidFill>
                  <a:srgbClr val="231F20"/>
                </a:solidFill>
              </a:defRPr>
            </a:lvl3pPr>
            <a:lvl4pPr algn="l">
              <a:buNone/>
              <a:defRPr sz="3600" b="1">
                <a:solidFill>
                  <a:srgbClr val="231F20"/>
                </a:solidFill>
              </a:defRPr>
            </a:lvl4pPr>
            <a:lvl5pPr algn="l">
              <a:buNone/>
              <a:defRPr sz="3600" b="1">
                <a:solidFill>
                  <a:srgbClr val="231F20"/>
                </a:solidFill>
              </a:defRPr>
            </a:lvl5pPr>
            <a:lvl6pPr algn="l">
              <a:buNone/>
              <a:defRPr sz="3600" b="1">
                <a:solidFill>
                  <a:srgbClr val="231F20"/>
                </a:solidFill>
              </a:defRPr>
            </a:lvl6pPr>
            <a:lvl7pPr algn="l">
              <a:buNone/>
              <a:defRPr sz="3600" b="1">
                <a:solidFill>
                  <a:srgbClr val="231F20"/>
                </a:solidFill>
              </a:defRPr>
            </a:lvl7pPr>
            <a:lvl8pPr algn="l">
              <a:buNone/>
              <a:defRPr sz="3600" b="1">
                <a:solidFill>
                  <a:srgbClr val="231F20"/>
                </a:solidFill>
              </a:defRPr>
            </a:lvl8pPr>
            <a:lvl9pPr algn="l">
              <a:buNone/>
              <a:defRPr sz="3600" b="1">
                <a:solidFill>
                  <a:srgbClr val="231F20"/>
                </a:solidFill>
              </a:defRPr>
            </a:lvl9pPr>
          </a:lstStyle>
          <a:p xmlns:a="http://schemas.openxmlformats.org/drawingml/2006/main">
            <a:pPr algn="l">
              <a:buNone/>
              <a:defRPr sz="3600" b="1">
                <a:solidFill>
                  <a:srgbClr val="231F20"/>
                </a:solidFill>
              </a:defRPr>
            </a:pPr>
            <a:r>
              <a:rPr sz="3600" b="1">
                <a:solidFill>
                  <a:srgbClr val="231F20"/>
                </a:solidFill>
              </a:rPr>
              <a:t>877262</a:t>
            </a:r>
          </a:p>
        </p:txBody>
      </p:sp>
      <p:pic>
        <p:nvPicPr>
          <p:cNvPr id="15" name="">
            <a:extLst xmlns:a="http://schemas.openxmlformats.org/drawingml/2006/main">
              <a:ext uri="{FF2B5EF4-FFF2-40B4-BE49-F238E27FC236}">
                <a16:creationId xmlns:a16="http://schemas.microsoft.com/office/drawing/2014/main" id="{29E817CA-5F6F-4803-B832-DAD3488AC9A4}"/>
              </a:ext>
            </a:extLst>
          </p:cNvPr>
          <p:cNvPicPr>
            <a:picLocks xmlns:a="http://schemas.openxmlformats.org/drawingml/2006/main" noChangeAspect="1"/>
          </p:cNvPicPr>
          <p:nvPr/>
        </p:nvPicPr>
        <p:blipFill>
          <a:blip xmlns:r="http://schemas.openxmlformats.org/officeDocument/2006/relationships" xmlns:a="http://schemas.openxmlformats.org/drawingml/2006/main" r:embed="Rd2ada5a333d8496d"/>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514784635"/>
      </p:ext>
    </p:extLst>
  </p:cSld>
</p:sld>
</file>

<file path=ppt/slides/slide9.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D50456-0F4F-444E-8B01-AA719D1BE2E2}"/>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3F0A3CA-4013-435F-B7B7-61838B57C134}"/>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defRPr sz="1125" b="0">
                <a:solidFill>
                  <a:srgbClr val="FFFFFF"/>
                </a:solidFill>
              </a:defRPr>
            </a:lvl1pPr>
            <a:lvl2pPr algn="l">
              <a:defRPr sz="1125" b="0">
                <a:solidFill>
                  <a:srgbClr val="FFFFFF"/>
                </a:solidFill>
              </a:defRPr>
            </a:lvl2pPr>
            <a:lvl3pPr algn="l">
              <a:defRPr sz="1125" b="0">
                <a:solidFill>
                  <a:srgbClr val="FFFFFF"/>
                </a:solidFill>
              </a:defRPr>
            </a:lvl3pPr>
            <a:lvl4pPr algn="l">
              <a:defRPr sz="1125" b="0">
                <a:solidFill>
                  <a:srgbClr val="FFFFFF"/>
                </a:solidFill>
              </a:defRPr>
            </a:lvl4pPr>
            <a:lvl5pPr algn="l">
              <a:defRPr sz="1125" b="0">
                <a:solidFill>
                  <a:srgbClr val="FFFFFF"/>
                </a:solidFill>
              </a:defRPr>
            </a:lvl5pPr>
            <a:lvl6pPr algn="l">
              <a:defRPr sz="1125" b="0">
                <a:solidFill>
                  <a:srgbClr val="FFFFFF"/>
                </a:solidFill>
              </a:defRPr>
            </a:lvl6pPr>
            <a:lvl7pPr algn="l">
              <a:defRPr sz="1125" b="0">
                <a:solidFill>
                  <a:srgbClr val="FFFFFF"/>
                </a:solidFill>
              </a:defRPr>
            </a:lvl7pPr>
            <a:lvl8pPr algn="l">
              <a:defRPr sz="1125" b="0">
                <a:solidFill>
                  <a:srgbClr val="FFFFFF"/>
                </a:solidFill>
              </a:defRPr>
            </a:lvl8pPr>
            <a:lvl9pPr algn="l">
              <a:defRPr sz="1125" b="0">
                <a:solidFill>
                  <a:srgbClr val="FFFFFF"/>
                </a:solidFill>
              </a:defRPr>
            </a:lvl9pPr>
          </a:lstStyle>
          <a:p xmlns:a="http://schemas.openxmlformats.org/drawingml/2006/main">
            <a:pPr algn="l">
              <a:defRPr sz="1125" b="0">
                <a:solidFill>
                  <a:srgbClr val="FFFFFF"/>
                </a:solidFill>
              </a:defRPr>
            </a:pPr>
            <a:r>
              <a:rPr sz="1125" b="0">
                <a:solidFill>
                  <a:srgbClr val="FFFFFF"/>
                </a:solidFill>
              </a:rPr>
              <a:t>09</a:t>
            </a:r>
          </a:p>
        </p:txBody>
      </p:sp>
      <p:pic>
        <p:nvPicPr>
          <p:cNvPr id="3" name="">
            <a:extLst xmlns:a="http://schemas.openxmlformats.org/drawingml/2006/main">
              <a:ext uri="{FF2B5EF4-FFF2-40B4-BE49-F238E27FC236}">
                <a16:creationId xmlns:a16="http://schemas.microsoft.com/office/drawing/2014/main" id="{D146774B-1DBD-4D24-A987-4C41EF707E14}"/>
              </a:ext>
            </a:extLst>
          </p:cNvPr>
          <p:cNvPicPr>
            <a:picLocks xmlns:a="http://schemas.openxmlformats.org/drawingml/2006/main" noChangeAspect="1"/>
          </p:cNvPicPr>
          <p:nvPr/>
        </p:nvPicPr>
        <p:blipFill>
          <a:blip xmlns:r="http://schemas.openxmlformats.org/officeDocument/2006/relationships" xmlns:a="http://schemas.openxmlformats.org/drawingml/2006/main" r:embed="Recac151791b34662"/>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D376432-9107-4000-A7F5-29CB03B6F9EE}"/>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defRPr sz="3750" b="1">
                <a:solidFill>
                  <a:srgbClr val="FFFFFF"/>
                </a:solidFill>
              </a:defRPr>
            </a:lvl1pPr>
            <a:lvl2pPr algn="l">
              <a:defRPr sz="3750" b="1">
                <a:solidFill>
                  <a:srgbClr val="FFFFFF"/>
                </a:solidFill>
              </a:defRPr>
            </a:lvl2pPr>
            <a:lvl3pPr algn="l">
              <a:defRPr sz="3750" b="1">
                <a:solidFill>
                  <a:srgbClr val="FFFFFF"/>
                </a:solidFill>
              </a:defRPr>
            </a:lvl3pPr>
            <a:lvl4pPr algn="l">
              <a:defRPr sz="3750" b="1">
                <a:solidFill>
                  <a:srgbClr val="FFFFFF"/>
                </a:solidFill>
              </a:defRPr>
            </a:lvl4pPr>
            <a:lvl5pPr algn="l">
              <a:defRPr sz="3750" b="1">
                <a:solidFill>
                  <a:srgbClr val="FFFFFF"/>
                </a:solidFill>
              </a:defRPr>
            </a:lvl5pPr>
            <a:lvl6pPr algn="l">
              <a:defRPr sz="3750" b="1">
                <a:solidFill>
                  <a:srgbClr val="FFFFFF"/>
                </a:solidFill>
              </a:defRPr>
            </a:lvl6pPr>
            <a:lvl7pPr algn="l">
              <a:defRPr sz="3750" b="1">
                <a:solidFill>
                  <a:srgbClr val="FFFFFF"/>
                </a:solidFill>
              </a:defRPr>
            </a:lvl7pPr>
            <a:lvl8pPr algn="l">
              <a:defRPr sz="3750" b="1">
                <a:solidFill>
                  <a:srgbClr val="FFFFFF"/>
                </a:solidFill>
              </a:defRPr>
            </a:lvl8pPr>
            <a:lvl9pPr algn="l">
              <a:defRPr sz="3750" b="1">
                <a:solidFill>
                  <a:srgbClr val="FFFFFF"/>
                </a:solidFill>
              </a:defRPr>
            </a:lvl9pPr>
          </a:lstStyle>
          <a:p xmlns:a="http://schemas.openxmlformats.org/drawingml/2006/main">
            <a:pPr algn="l">
              <a:defRPr sz="3750" b="1">
                <a:solidFill>
                  <a:srgbClr val="FFFFFF"/>
                </a:solidFill>
              </a:defRPr>
            </a:pPr>
            <a:r>
              <a:rPr sz="3750" b="1">
                <a:solidFill>
                  <a:srgbClr val="FFFFFF"/>
                </a:solidFill>
              </a:rPr>
              <a:t>Bring us your idea</a:t>
            </a:r>
          </a:p>
        </p:txBody>
      </p:sp>
      <p:sp>
        <p:nvSpPr>
          <p:cNvPr id="5" name="">
            <a:extLst xmlns:a="http://schemas.openxmlformats.org/drawingml/2006/main">
              <a:ext uri="{FF2B5EF4-FFF2-40B4-BE49-F238E27FC236}">
                <a16:creationId xmlns:a16="http://schemas.microsoft.com/office/drawing/2014/main" id="{BE0E36E1-5465-4CD0-8749-A5E0F0A81A7F}"/>
              </a:ext>
            </a:extLst>
          </p:cNvPr>
          <p:cNvSpPr>
            <a:spLocks xmlns:a="http://schemas.openxmlformats.org/drawingml/2006/main" noGrp="1"/>
          </p:cNvSpPr>
          <p:nvPr/>
        </p:nvSpPr>
        <p:spPr>
          <a:xfrm xmlns:a="http://schemas.openxmlformats.org/drawingml/2006/main">
            <a:off x="762000" y="1895475"/>
            <a:ext cx="10668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1">
                <a:solidFill>
                  <a:srgbClr val="B89B68"/>
                </a:solidFill>
              </a:defRPr>
            </a:defPPr>
            <a:lvl1pPr algn="l">
              <a:defRPr sz="1725" b="1">
                <a:solidFill>
                  <a:srgbClr val="B89B68"/>
                </a:solidFill>
              </a:defRPr>
            </a:lvl1pPr>
            <a:lvl2pPr algn="l">
              <a:defRPr sz="1725" b="1">
                <a:solidFill>
                  <a:srgbClr val="B89B68"/>
                </a:solidFill>
              </a:defRPr>
            </a:lvl2pPr>
            <a:lvl3pPr algn="l">
              <a:defRPr sz="1725" b="1">
                <a:solidFill>
                  <a:srgbClr val="B89B68"/>
                </a:solidFill>
              </a:defRPr>
            </a:lvl3pPr>
            <a:lvl4pPr algn="l">
              <a:defRPr sz="1725" b="1">
                <a:solidFill>
                  <a:srgbClr val="B89B68"/>
                </a:solidFill>
              </a:defRPr>
            </a:lvl4pPr>
            <a:lvl5pPr algn="l">
              <a:defRPr sz="1725" b="1">
                <a:solidFill>
                  <a:srgbClr val="B89B68"/>
                </a:solidFill>
              </a:defRPr>
            </a:lvl5pPr>
            <a:lvl6pPr algn="l">
              <a:defRPr sz="1725" b="1">
                <a:solidFill>
                  <a:srgbClr val="B89B68"/>
                </a:solidFill>
              </a:defRPr>
            </a:lvl6pPr>
            <a:lvl7pPr algn="l">
              <a:defRPr sz="1725" b="1">
                <a:solidFill>
                  <a:srgbClr val="B89B68"/>
                </a:solidFill>
              </a:defRPr>
            </a:lvl7pPr>
            <a:lvl8pPr algn="l">
              <a:defRPr sz="1725" b="1">
                <a:solidFill>
                  <a:srgbClr val="B89B68"/>
                </a:solidFill>
              </a:defRPr>
            </a:lvl8pPr>
            <a:lvl9pPr algn="l">
              <a:defRPr sz="1725" b="1">
                <a:solidFill>
                  <a:srgbClr val="B89B68"/>
                </a:solidFill>
              </a:defRPr>
            </a:lvl9pPr>
          </a:lstStyle>
          <a:p xmlns:a="http://schemas.openxmlformats.org/drawingml/2006/main">
            <a:pPr algn="l">
              <a:defRPr sz="1725" b="1">
                <a:solidFill>
                  <a:srgbClr val="B89B68"/>
                </a:solidFill>
              </a:defRPr>
            </a:pPr>
            <a:r>
              <a:rPr sz="1725" b="1">
                <a:solidFill>
                  <a:srgbClr val="B89B68"/>
                </a:solidFill>
              </a:rPr>
              <a:t>BEYOND THE ROLES YOU’VE SEEN</a:t>
            </a:r>
          </a:p>
        </p:txBody>
      </p:sp>
      <p:sp>
        <p:nvSpPr>
          <p:cNvPr id="6" name="">
            <a:extLst xmlns:a="http://schemas.openxmlformats.org/drawingml/2006/main">
              <a:ext uri="{FF2B5EF4-FFF2-40B4-BE49-F238E27FC236}">
                <a16:creationId xmlns:a16="http://schemas.microsoft.com/office/drawing/2014/main" id="{8BCF010B-6530-44E4-B0CD-570273B723CE}"/>
              </a:ext>
            </a:extLst>
          </p:cNvPr>
          <p:cNvSpPr>
            <a:spLocks xmlns:a="http://schemas.openxmlformats.org/drawingml/2006/main" noGrp="1"/>
          </p:cNvSpPr>
          <p:nvPr/>
        </p:nvSpPr>
        <p:spPr>
          <a:xfrm xmlns:a="http://schemas.openxmlformats.org/drawingml/2006/main">
            <a:off x="762000" y="2590800"/>
            <a:ext cx="106680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a:solidFill>
                  <a:srgbClr val="FFFFFF"/>
                </a:solidFill>
              </a:defRPr>
            </a:defPPr>
            <a:lvl1pPr algn="l">
              <a:defRPr sz="4200" b="1">
                <a:solidFill>
                  <a:srgbClr val="FFFFFF"/>
                </a:solidFill>
              </a:defRPr>
            </a:lvl1pPr>
            <a:lvl2pPr algn="l">
              <a:defRPr sz="4200" b="1">
                <a:solidFill>
                  <a:srgbClr val="FFFFFF"/>
                </a:solidFill>
              </a:defRPr>
            </a:lvl2pPr>
            <a:lvl3pPr algn="l">
              <a:defRPr sz="4200" b="1">
                <a:solidFill>
                  <a:srgbClr val="FFFFFF"/>
                </a:solidFill>
              </a:defRPr>
            </a:lvl3pPr>
            <a:lvl4pPr algn="l">
              <a:defRPr sz="4200" b="1">
                <a:solidFill>
                  <a:srgbClr val="FFFFFF"/>
                </a:solidFill>
              </a:defRPr>
            </a:lvl4pPr>
            <a:lvl5pPr algn="l">
              <a:defRPr sz="4200" b="1">
                <a:solidFill>
                  <a:srgbClr val="FFFFFF"/>
                </a:solidFill>
              </a:defRPr>
            </a:lvl5pPr>
            <a:lvl6pPr algn="l">
              <a:defRPr sz="4200" b="1">
                <a:solidFill>
                  <a:srgbClr val="FFFFFF"/>
                </a:solidFill>
              </a:defRPr>
            </a:lvl6pPr>
            <a:lvl7pPr algn="l">
              <a:defRPr sz="4200" b="1">
                <a:solidFill>
                  <a:srgbClr val="FFFFFF"/>
                </a:solidFill>
              </a:defRPr>
            </a:lvl7pPr>
            <a:lvl8pPr algn="l">
              <a:defRPr sz="4200" b="1">
                <a:solidFill>
                  <a:srgbClr val="FFFFFF"/>
                </a:solidFill>
              </a:defRPr>
            </a:lvl8pPr>
            <a:lvl9pPr algn="l">
              <a:defRPr sz="4200" b="1">
                <a:solidFill>
                  <a:srgbClr val="FFFFFF"/>
                </a:solidFill>
              </a:defRPr>
            </a:lvl9pPr>
          </a:lstStyle>
          <a:p xmlns:a="http://schemas.openxmlformats.org/drawingml/2006/main">
            <a:pPr algn="l">
              <a:defRPr sz="4200" b="1">
                <a:solidFill>
                  <a:srgbClr val="FFFFFF"/>
                </a:solidFill>
              </a:defRPr>
            </a:pPr>
            <a:r>
              <a:rPr sz="4200" b="1">
                <a:solidFill>
                  <a:srgbClr val="FFFFFF"/>
                </a:solidFill>
              </a:rPr>
              <a:t>What do you want to pursue?</a:t>
            </a:r>
          </a:p>
        </p:txBody>
      </p:sp>
      <p:sp>
        <p:nvSpPr>
          <p:cNvPr id="7" name="">
            <a:extLst xmlns:a="http://schemas.openxmlformats.org/drawingml/2006/main">
              <a:ext uri="{FF2B5EF4-FFF2-40B4-BE49-F238E27FC236}">
                <a16:creationId xmlns:a16="http://schemas.microsoft.com/office/drawing/2014/main" id="{E9F47B79-DDEE-46EB-98D3-FAAB5A015F4B}"/>
              </a:ext>
            </a:extLst>
          </p:cNvPr>
          <p:cNvSpPr>
            <a:spLocks xmlns:a="http://schemas.openxmlformats.org/drawingml/2006/main" noGrp="1"/>
          </p:cNvSpPr>
          <p:nvPr/>
        </p:nvSpPr>
        <p:spPr>
          <a:xfrm xmlns:a="http://schemas.openxmlformats.org/drawingml/2006/main">
            <a:off x="762000" y="37433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E308AD-66F5-493E-AD04-7700F42A7EEB}"/>
              </a:ext>
            </a:extLst>
          </p:cNvPr>
          <p:cNvSpPr>
            <a:spLocks xmlns:a="http://schemas.openxmlformats.org/drawingml/2006/main" noGrp="1"/>
          </p:cNvSpPr>
          <p:nvPr/>
        </p:nvSpPr>
        <p:spPr>
          <a:xfrm xmlns:a="http://schemas.openxmlformats.org/drawingml/2006/main">
            <a:off x="762000" y="4219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0">
                <a:solidFill>
                  <a:srgbClr val="D7D3CC"/>
                </a:solidFill>
              </a:defRPr>
            </a:defPPr>
            <a:lvl1pPr algn="l">
              <a:defRPr sz="2475" b="0">
                <a:solidFill>
                  <a:srgbClr val="D7D3CC"/>
                </a:solidFill>
              </a:defRPr>
            </a:lvl1pPr>
            <a:lvl2pPr algn="l">
              <a:defRPr sz="2475" b="0">
                <a:solidFill>
                  <a:srgbClr val="D7D3CC"/>
                </a:solidFill>
              </a:defRPr>
            </a:lvl2pPr>
            <a:lvl3pPr algn="l">
              <a:defRPr sz="2475" b="0">
                <a:solidFill>
                  <a:srgbClr val="D7D3CC"/>
                </a:solidFill>
              </a:defRPr>
            </a:lvl3pPr>
            <a:lvl4pPr algn="l">
              <a:defRPr sz="2475" b="0">
                <a:solidFill>
                  <a:srgbClr val="D7D3CC"/>
                </a:solidFill>
              </a:defRPr>
            </a:lvl4pPr>
            <a:lvl5pPr algn="l">
              <a:defRPr sz="2475" b="0">
                <a:solidFill>
                  <a:srgbClr val="D7D3CC"/>
                </a:solidFill>
              </a:defRPr>
            </a:lvl5pPr>
            <a:lvl6pPr algn="l">
              <a:defRPr sz="2475" b="0">
                <a:solidFill>
                  <a:srgbClr val="D7D3CC"/>
                </a:solidFill>
              </a:defRPr>
            </a:lvl6pPr>
            <a:lvl7pPr algn="l">
              <a:defRPr sz="2475" b="0">
                <a:solidFill>
                  <a:srgbClr val="D7D3CC"/>
                </a:solidFill>
              </a:defRPr>
            </a:lvl7pPr>
            <a:lvl8pPr algn="l">
              <a:defRPr sz="2475" b="0">
                <a:solidFill>
                  <a:srgbClr val="D7D3CC"/>
                </a:solidFill>
              </a:defRPr>
            </a:lvl8pPr>
            <a:lvl9pPr algn="l">
              <a:defRPr sz="2475" b="0">
                <a:solidFill>
                  <a:srgbClr val="D7D3CC"/>
                </a:solidFill>
              </a:defRPr>
            </a:lvl9pPr>
          </a:lstStyle>
          <a:p xmlns:a="http://schemas.openxmlformats.org/drawingml/2006/main">
            <a:pPr algn="l">
              <a:defRPr sz="2475" b="0">
                <a:solidFill>
                  <a:srgbClr val="D7D3CC"/>
                </a:solidFill>
              </a:defRPr>
            </a:pPr>
            <a:r>
              <a:rPr sz="2475" b="0">
                <a:solidFill>
                  <a:srgbClr val="D7D3CC"/>
                </a:solidFill>
              </a:rPr>
              <a:t>If there’s a fit, let’s explore it together.</a:t>
            </a:r>
          </a:p>
        </p:txBody>
      </p:sp>
      <p:sp>
        <p:nvSpPr>
          <p:cNvPr id="9" name="">
            <a:extLst xmlns:a="http://schemas.openxmlformats.org/drawingml/2006/main">
              <a:ext uri="{FF2B5EF4-FFF2-40B4-BE49-F238E27FC236}">
                <a16:creationId xmlns:a16="http://schemas.microsoft.com/office/drawing/2014/main" id="{5DC12E1D-48FD-4BB6-96D1-A472A347531E}"/>
              </a:ext>
            </a:extLst>
          </p:cNvPr>
          <p:cNvSpPr>
            <a:spLocks xmlns:a="http://schemas.openxmlformats.org/drawingml/2006/main" noGrp="1"/>
          </p:cNvSpPr>
          <p:nvPr/>
        </p:nvSpPr>
        <p:spPr>
          <a:xfrm xmlns:a="http://schemas.openxmlformats.org/drawingml/2006/main">
            <a:off x="762000" y="52197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defRPr sz="2550" b="1">
                <a:solidFill>
                  <a:srgbClr val="B89B68"/>
                </a:solidFill>
              </a:defRPr>
            </a:lvl1pPr>
            <a:lvl2pPr algn="l">
              <a:defRPr sz="2550" b="1">
                <a:solidFill>
                  <a:srgbClr val="B89B68"/>
                </a:solidFill>
              </a:defRPr>
            </a:lvl2pPr>
            <a:lvl3pPr algn="l">
              <a:defRPr sz="2550" b="1">
                <a:solidFill>
                  <a:srgbClr val="B89B68"/>
                </a:solidFill>
              </a:defRPr>
            </a:lvl3pPr>
            <a:lvl4pPr algn="l">
              <a:defRPr sz="2550" b="1">
                <a:solidFill>
                  <a:srgbClr val="B89B68"/>
                </a:solidFill>
              </a:defRPr>
            </a:lvl4pPr>
            <a:lvl5pPr algn="l">
              <a:defRPr sz="2550" b="1">
                <a:solidFill>
                  <a:srgbClr val="B89B68"/>
                </a:solidFill>
              </a:defRPr>
            </a:lvl5pPr>
            <a:lvl6pPr algn="l">
              <a:defRPr sz="2550" b="1">
                <a:solidFill>
                  <a:srgbClr val="B89B68"/>
                </a:solidFill>
              </a:defRPr>
            </a:lvl6pPr>
            <a:lvl7pPr algn="l">
              <a:defRPr sz="2550" b="1">
                <a:solidFill>
                  <a:srgbClr val="B89B68"/>
                </a:solidFill>
              </a:defRPr>
            </a:lvl7pPr>
            <a:lvl8pPr algn="l">
              <a:defRPr sz="2550" b="1">
                <a:solidFill>
                  <a:srgbClr val="B89B68"/>
                </a:solidFill>
              </a:defRPr>
            </a:lvl8pPr>
            <a:lvl9pPr algn="l">
              <a:defRPr sz="2550" b="1">
                <a:solidFill>
                  <a:srgbClr val="B89B68"/>
                </a:solidFill>
              </a:defRPr>
            </a:lvl9pPr>
          </a:lstStyle>
          <a:p xmlns:a="http://schemas.openxmlformats.org/drawingml/2006/main">
            <a:pPr algn="l">
              <a:defRPr sz="2550" b="1">
                <a:solidFill>
                  <a:srgbClr val="B89B68"/>
                </a:solidFill>
              </a:defRPr>
            </a:pPr>
            <a:r>
              <a:rPr sz="2550" b="1">
                <a:solidFill>
                  <a:srgbClr val="B89B68"/>
                </a:solidFill>
              </a:rPr>
              <a:t>We could even become your first customer.</a:t>
            </a:r>
          </a:p>
        </p:txBody>
      </p:sp>
    </p:spTree>
    <p:extLst>
      <p:ext uri="{BB962C8B-B14F-4D97-AF65-F5344CB8AC3E}">
        <p14:creationId xmlns:p14="http://schemas.microsoft.com/office/powerpoint/2010/main" val="1919598051"/>
      </p:ext>
    </p:extLst>
  </p:cSld>
</p:sld>
</file>

<file path=ppt/slides/slide10.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4D380033-1BAE-456D-A879-44A0468BA9D0}"/>
              </a:ext>
            </a:extLst>
          </p:cNvPr>
          <p:cNvPicPr>
            <a:picLocks xmlns:a="http://schemas.openxmlformats.org/drawingml/2006/main" noChangeAspect="1"/>
          </p:cNvPicPr>
          <p:nvPr/>
        </p:nvPicPr>
        <p:blipFill>
          <a:blip xmlns:r="http://schemas.openxmlformats.org/officeDocument/2006/relationships" xmlns:a="http://schemas.openxmlformats.org/drawingml/2006/main" r:embed="R912b08b497154063"/>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6" name="">
            <a:extLst xmlns:a="http://schemas.openxmlformats.org/drawingml/2006/main">
              <a:ext uri="{FF2B5EF4-FFF2-40B4-BE49-F238E27FC236}">
                <a16:creationId xmlns:a16="http://schemas.microsoft.com/office/drawing/2014/main" id="{12F707A1-0C27-4470-970D-D1A6DA0DA48F}"/>
              </a:ext>
            </a:extLst>
          </p:cNvPr>
          <p:cNvPicPr>
            <a:picLocks xmlns:a="http://schemas.openxmlformats.org/drawingml/2006/main" noChangeAspect="1"/>
          </p:cNvPicPr>
          <p:nvPr/>
        </p:nvPicPr>
        <p:blipFill>
          <a:blip xmlns:r="http://schemas.openxmlformats.org/officeDocument/2006/relationships" xmlns:a="http://schemas.openxmlformats.org/drawingml/2006/main" r:embed="Ra4b9800f3efd4b20"/>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07C87FD-7CE1-42AE-BE28-6924B2D1F0B8}"/>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0A31E03-671A-4B28-9DD1-DBB60193B5AA}"/>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10</a:t>
            </a:r>
          </a:p>
        </p:txBody>
      </p:sp>
      <p:sp>
        <p:nvSpPr>
          <p:cNvPr id="19" name="">
            <a:extLst xmlns:a="http://schemas.openxmlformats.org/drawingml/2006/main">
              <a:ext uri="{FF2B5EF4-FFF2-40B4-BE49-F238E27FC236}">
                <a16:creationId xmlns:a16="http://schemas.microsoft.com/office/drawing/2014/main" id="{ADE316D5-7B33-45C7-9B42-D6AF34214426}"/>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Let’s connect</a:t>
            </a:r>
          </a:p>
        </p:txBody>
      </p:sp>
      <p:sp>
        <p:nvSpPr>
          <p:cNvPr id="20" name="">
            <a:extLst xmlns:a="http://schemas.openxmlformats.org/drawingml/2006/main">
              <a:ext uri="{FF2B5EF4-FFF2-40B4-BE49-F238E27FC236}">
                <a16:creationId xmlns:a16="http://schemas.microsoft.com/office/drawing/2014/main" id="{C3B2AC67-CB3C-4713-84BC-B785662B4534}"/>
              </a:ext>
            </a:extLst>
          </p:cNvPr>
          <p:cNvSpPr>
            <a:spLocks xmlns:a="http://schemas.openxmlformats.org/drawingml/2006/main" noGrp="1"/>
          </p:cNvSpPr>
          <p:nvPr/>
        </p:nvSpPr>
        <p:spPr>
          <a:xfrm xmlns:a="http://schemas.openxmlformats.org/drawingml/2006/main">
            <a:off x="762000" y="1914525"/>
            <a:ext cx="10668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75" b="1">
                <a:solidFill>
                  <a:srgbClr val="FFFFFF"/>
                </a:solidFill>
              </a:defRPr>
            </a:defPPr>
            <a:lvl1pPr algn="l">
              <a:buNone/>
              <a:defRPr sz="4275" b="1">
                <a:solidFill>
                  <a:srgbClr val="FFFFFF"/>
                </a:solidFill>
              </a:defRPr>
            </a:lvl1pPr>
            <a:lvl2pPr algn="l">
              <a:buNone/>
              <a:defRPr sz="4275" b="1">
                <a:solidFill>
                  <a:srgbClr val="FFFFFF"/>
                </a:solidFill>
              </a:defRPr>
            </a:lvl2pPr>
            <a:lvl3pPr algn="l">
              <a:buNone/>
              <a:defRPr sz="4275" b="1">
                <a:solidFill>
                  <a:srgbClr val="FFFFFF"/>
                </a:solidFill>
              </a:defRPr>
            </a:lvl3pPr>
            <a:lvl4pPr algn="l">
              <a:buNone/>
              <a:defRPr sz="4275" b="1">
                <a:solidFill>
                  <a:srgbClr val="FFFFFF"/>
                </a:solidFill>
              </a:defRPr>
            </a:lvl4pPr>
            <a:lvl5pPr algn="l">
              <a:buNone/>
              <a:defRPr sz="4275" b="1">
                <a:solidFill>
                  <a:srgbClr val="FFFFFF"/>
                </a:solidFill>
              </a:defRPr>
            </a:lvl5pPr>
            <a:lvl6pPr algn="l">
              <a:buNone/>
              <a:defRPr sz="4275" b="1">
                <a:solidFill>
                  <a:srgbClr val="FFFFFF"/>
                </a:solidFill>
              </a:defRPr>
            </a:lvl6pPr>
            <a:lvl7pPr algn="l">
              <a:buNone/>
              <a:defRPr sz="4275" b="1">
                <a:solidFill>
                  <a:srgbClr val="FFFFFF"/>
                </a:solidFill>
              </a:defRPr>
            </a:lvl7pPr>
            <a:lvl8pPr algn="l">
              <a:buNone/>
              <a:defRPr sz="4275" b="1">
                <a:solidFill>
                  <a:srgbClr val="FFFFFF"/>
                </a:solidFill>
              </a:defRPr>
            </a:lvl8pPr>
            <a:lvl9pPr algn="l">
              <a:buNone/>
              <a:defRPr sz="4275" b="1">
                <a:solidFill>
                  <a:srgbClr val="FFFFFF"/>
                </a:solidFill>
              </a:defRPr>
            </a:lvl9pPr>
          </a:lstStyle>
          <a:p xmlns:a="http://schemas.openxmlformats.org/drawingml/2006/main">
            <a:pPr algn="l">
              <a:buNone/>
              <a:defRPr sz="4275" b="1">
                <a:solidFill>
                  <a:srgbClr val="FFFFFF"/>
                </a:solidFill>
              </a:defRPr>
            </a:pPr>
            <a:r>
              <a:rPr sz="4275" b="1">
                <a:solidFill>
                  <a:srgbClr val="FFFFFF"/>
                </a:solidFill>
              </a:rPr>
              <a:t>Let’s continue the conversation.</a:t>
            </a:r>
          </a:p>
        </p:txBody>
      </p:sp>
      <p:sp>
        <p:nvSpPr>
          <p:cNvPr id="21" name="">
            <a:extLst xmlns:a="http://schemas.openxmlformats.org/drawingml/2006/main">
              <a:ext uri="{FF2B5EF4-FFF2-40B4-BE49-F238E27FC236}">
                <a16:creationId xmlns:a16="http://schemas.microsoft.com/office/drawing/2014/main" id="{015A9DDD-BF86-4430-A032-42089584A93B}"/>
              </a:ext>
            </a:extLst>
          </p:cNvPr>
          <p:cNvSpPr>
            <a:spLocks xmlns:a="http://schemas.openxmlformats.org/drawingml/2006/main" noGrp="1"/>
          </p:cNvSpPr>
          <p:nvPr/>
        </p:nvSpPr>
        <p:spPr>
          <a:xfrm xmlns:a="http://schemas.openxmlformats.org/drawingml/2006/main">
            <a:off x="762000" y="30575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F6202A-0862-4112-B3B4-7D0A221EF371}"/>
              </a:ext>
            </a:extLst>
          </p:cNvPr>
          <p:cNvSpPr>
            <a:spLocks xmlns:a="http://schemas.openxmlformats.org/drawingml/2006/main" noGrp="1"/>
          </p:cNvSpPr>
          <p:nvPr/>
        </p:nvSpPr>
        <p:spPr>
          <a:xfrm xmlns:a="http://schemas.openxmlformats.org/drawingml/2006/main">
            <a:off x="762000" y="34575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BRAD</a:t>
            </a:r>
          </a:p>
        </p:txBody>
      </p:sp>
      <p:sp>
        <p:nvSpPr>
          <p:cNvPr id="23" name="">
            <a:extLst xmlns:a="http://schemas.openxmlformats.org/drawingml/2006/main">
              <a:ext uri="{FF2B5EF4-FFF2-40B4-BE49-F238E27FC236}">
                <a16:creationId xmlns:a16="http://schemas.microsoft.com/office/drawing/2014/main" id="{6E7EB7A2-57F3-464B-BC16-63FC788DBC1F}"/>
              </a:ext>
            </a:extLst>
          </p:cNvPr>
          <p:cNvSpPr>
            <a:spLocks xmlns:a="http://schemas.openxmlformats.org/drawingml/2006/main" noGrp="1"/>
          </p:cNvSpPr>
          <p:nvPr/>
        </p:nvSpPr>
        <p:spPr>
          <a:xfrm xmlns:a="http://schemas.openxmlformats.org/drawingml/2006/main">
            <a:off x="762000" y="3876675"/>
            <a:ext cx="65722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a:solidFill>
                  <a:srgbClr val="FFFFFF"/>
                </a:solidFill>
              </a:defRPr>
            </a:defPPr>
            <a:lvl1pPr algn="l">
              <a:buNone/>
              <a:defRPr sz="2625" b="1">
                <a:solidFill>
                  <a:srgbClr val="FFFFFF"/>
                </a:solidFill>
              </a:defRPr>
            </a:lvl1pPr>
            <a:lvl2pPr algn="l">
              <a:buNone/>
              <a:defRPr sz="2625" b="1">
                <a:solidFill>
                  <a:srgbClr val="FFFFFF"/>
                </a:solidFill>
              </a:defRPr>
            </a:lvl2pPr>
            <a:lvl3pPr algn="l">
              <a:buNone/>
              <a:defRPr sz="2625" b="1">
                <a:solidFill>
                  <a:srgbClr val="FFFFFF"/>
                </a:solidFill>
              </a:defRPr>
            </a:lvl3pPr>
            <a:lvl4pPr algn="l">
              <a:buNone/>
              <a:defRPr sz="2625" b="1">
                <a:solidFill>
                  <a:srgbClr val="FFFFFF"/>
                </a:solidFill>
              </a:defRPr>
            </a:lvl4pPr>
            <a:lvl5pPr algn="l">
              <a:buNone/>
              <a:defRPr sz="2625" b="1">
                <a:solidFill>
                  <a:srgbClr val="FFFFFF"/>
                </a:solidFill>
              </a:defRPr>
            </a:lvl5pPr>
            <a:lvl6pPr algn="l">
              <a:buNone/>
              <a:defRPr sz="2625" b="1">
                <a:solidFill>
                  <a:srgbClr val="FFFFFF"/>
                </a:solidFill>
              </a:defRPr>
            </a:lvl6pPr>
            <a:lvl7pPr algn="l">
              <a:buNone/>
              <a:defRPr sz="2625" b="1">
                <a:solidFill>
                  <a:srgbClr val="FFFFFF"/>
                </a:solidFill>
              </a:defRPr>
            </a:lvl7pPr>
            <a:lvl8pPr algn="l">
              <a:buNone/>
              <a:defRPr sz="2625" b="1">
                <a:solidFill>
                  <a:srgbClr val="FFFFFF"/>
                </a:solidFill>
              </a:defRPr>
            </a:lvl8pPr>
            <a:lvl9pPr algn="l">
              <a:buNone/>
              <a:defRPr sz="2625" b="1">
                <a:solidFill>
                  <a:srgbClr val="FFFFFF"/>
                </a:solidFill>
              </a:defRPr>
            </a:lvl9pPr>
          </a:lstStyle>
          <a:p xmlns:a="http://schemas.openxmlformats.org/drawingml/2006/main">
            <a:pPr algn="l">
              <a:buNone/>
              <a:defRPr sz="2625" b="1">
                <a:solidFill>
                  <a:srgbClr val="FFFFFF"/>
                </a:solidFill>
              </a:defRPr>
            </a:pPr>
            <a:r>
              <a:rPr sz="2625" b="1">
                <a:solidFill>
                  <a:srgbClr val="FFFFFF"/>
                </a:solidFill>
              </a:rPr>
              <a:t>bdaugherty@tkghunt.com</a:t>
            </a:r>
          </a:p>
        </p:txBody>
      </p:sp>
      <p:sp>
        <p:nvSpPr>
          <p:cNvPr id="24" name="">
            <a:extLst xmlns:a="http://schemas.openxmlformats.org/drawingml/2006/main">
              <a:ext uri="{FF2B5EF4-FFF2-40B4-BE49-F238E27FC236}">
                <a16:creationId xmlns:a16="http://schemas.microsoft.com/office/drawing/2014/main" id="{253FD5B6-8460-461B-9E61-63487238924F}"/>
              </a:ext>
            </a:extLst>
          </p:cNvPr>
          <p:cNvSpPr>
            <a:spLocks xmlns:a="http://schemas.openxmlformats.org/drawingml/2006/main" noGrp="1"/>
          </p:cNvSpPr>
          <p:nvPr/>
        </p:nvSpPr>
        <p:spPr>
          <a:xfrm xmlns:a="http://schemas.openxmlformats.org/drawingml/2006/main">
            <a:off x="762000" y="49434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CAREERS</a:t>
            </a:r>
          </a:p>
        </p:txBody>
      </p:sp>
      <p:sp>
        <p:nvSpPr>
          <p:cNvPr id="25" name="">
            <a:extLst xmlns:a="http://schemas.openxmlformats.org/drawingml/2006/main">
              <a:ext uri="{FF2B5EF4-FFF2-40B4-BE49-F238E27FC236}">
                <a16:creationId xmlns:a16="http://schemas.microsoft.com/office/drawing/2014/main" id="{4604021E-BC58-4EF9-8048-574E7058BA96}"/>
              </a:ext>
            </a:extLst>
          </p:cNvPr>
          <p:cNvSpPr>
            <a:spLocks xmlns:a="http://schemas.openxmlformats.org/drawingml/2006/main" noGrp="1"/>
          </p:cNvSpPr>
          <p:nvPr/>
        </p:nvSpPr>
        <p:spPr>
          <a:xfrm xmlns:a="http://schemas.openxmlformats.org/drawingml/2006/main">
            <a:off x="762000" y="5362575"/>
            <a:ext cx="67151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FFFFFF"/>
                </a:solidFill>
              </a:defRPr>
            </a:defPPr>
            <a:lvl1pPr algn="l">
              <a:buNone/>
              <a:defRPr sz="2175" b="0">
                <a:solidFill>
                  <a:srgbClr val="FFFFFF"/>
                </a:solidFill>
              </a:defRPr>
            </a:lvl1pPr>
            <a:lvl2pPr algn="l">
              <a:buNone/>
              <a:defRPr sz="2175" b="0">
                <a:solidFill>
                  <a:srgbClr val="FFFFFF"/>
                </a:solidFill>
              </a:defRPr>
            </a:lvl2pPr>
            <a:lvl3pPr algn="l">
              <a:buNone/>
              <a:defRPr sz="2175" b="0">
                <a:solidFill>
                  <a:srgbClr val="FFFFFF"/>
                </a:solidFill>
              </a:defRPr>
            </a:lvl3pPr>
            <a:lvl4pPr algn="l">
              <a:buNone/>
              <a:defRPr sz="2175" b="0">
                <a:solidFill>
                  <a:srgbClr val="FFFFFF"/>
                </a:solidFill>
              </a:defRPr>
            </a:lvl4pPr>
            <a:lvl5pPr algn="l">
              <a:buNone/>
              <a:defRPr sz="2175" b="0">
                <a:solidFill>
                  <a:srgbClr val="FFFFFF"/>
                </a:solidFill>
              </a:defRPr>
            </a:lvl5pPr>
            <a:lvl6pPr algn="l">
              <a:buNone/>
              <a:defRPr sz="2175" b="0">
                <a:solidFill>
                  <a:srgbClr val="FFFFFF"/>
                </a:solidFill>
              </a:defRPr>
            </a:lvl6pPr>
            <a:lvl7pPr algn="l">
              <a:buNone/>
              <a:defRPr sz="2175" b="0">
                <a:solidFill>
                  <a:srgbClr val="FFFFFF"/>
                </a:solidFill>
              </a:defRPr>
            </a:lvl7pPr>
            <a:lvl8pPr algn="l">
              <a:buNone/>
              <a:defRPr sz="2175" b="0">
                <a:solidFill>
                  <a:srgbClr val="FFFFFF"/>
                </a:solidFill>
              </a:defRPr>
            </a:lvl8pPr>
            <a:lvl9pPr algn="l">
              <a:buNone/>
              <a:defRPr sz="2175" b="0">
                <a:solidFill>
                  <a:srgbClr val="FFFFFF"/>
                </a:solidFill>
              </a:defRPr>
            </a:lvl9pPr>
          </a:lstStyle>
          <a:p xmlns:a="http://schemas.openxmlformats.org/drawingml/2006/main">
            <a:pPr algn="l">
              <a:buNone/>
              <a:defRPr sz="2175" b="0">
                <a:solidFill>
                  <a:srgbClr val="FFFFFF"/>
                </a:solidFill>
              </a:defRPr>
            </a:pPr>
            <a:r>
              <a:rPr sz="2175" b="0">
                <a:solidFill>
                  <a:srgbClr val="FFFFFF"/>
                </a:solidFill>
              </a:rPr>
              <a:t>thekineticgroup.com/careers.html</a:t>
            </a:r>
          </a:p>
        </p:txBody>
      </p:sp>
      <p:sp>
        <p:nvSpPr>
          <p:cNvPr id="26" name="">
            <a:extLst xmlns:a="http://schemas.openxmlformats.org/drawingml/2006/main">
              <a:ext uri="{FF2B5EF4-FFF2-40B4-BE49-F238E27FC236}">
                <a16:creationId xmlns:a16="http://schemas.microsoft.com/office/drawing/2014/main" id="{A942469C-4372-4CA2-9C63-FC31461D39A2}"/>
              </a:ext>
            </a:extLst>
          </p:cNvPr>
          <p:cNvSpPr>
            <a:spLocks xmlns:a="http://schemas.openxmlformats.org/drawingml/2006/main" noGrp="1"/>
          </p:cNvSpPr>
          <p:nvPr/>
        </p:nvSpPr>
        <p:spPr>
          <a:xfrm xmlns:a="http://schemas.openxmlformats.org/drawingml/2006/main">
            <a:off x="7667625" y="3457575"/>
            <a:ext cx="371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4FOUNDERS</a:t>
            </a:r>
          </a:p>
        </p:txBody>
      </p:sp>
      <p:sp>
        <p:nvSpPr>
          <p:cNvPr id="27" name="">
            <a:extLst xmlns:a="http://schemas.openxmlformats.org/drawingml/2006/main">
              <a:ext uri="{FF2B5EF4-FFF2-40B4-BE49-F238E27FC236}">
                <a16:creationId xmlns:a16="http://schemas.microsoft.com/office/drawing/2014/main" id="{E4B48B17-1633-4EBB-B73A-6B45B9CE4B01}"/>
              </a:ext>
            </a:extLst>
          </p:cNvPr>
          <p:cNvSpPr>
            <a:spLocks xmlns:a="http://schemas.openxmlformats.org/drawingml/2006/main" noGrp="1"/>
          </p:cNvSpPr>
          <p:nvPr/>
        </p:nvSpPr>
        <p:spPr>
          <a:xfrm xmlns:a="http://schemas.openxmlformats.org/drawingml/2006/main">
            <a:off x="7667625" y="3876675"/>
            <a:ext cx="3714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00" b="1">
                <a:solidFill>
                  <a:srgbClr val="FFFFFF"/>
                </a:solidFill>
              </a:defRPr>
            </a:defPPr>
            <a:lvl1pPr algn="l">
              <a:buNone/>
              <a:defRPr sz="2700" b="1">
                <a:solidFill>
                  <a:srgbClr val="FFFFFF"/>
                </a:solidFill>
              </a:defRPr>
            </a:lvl1pPr>
            <a:lvl2pPr algn="l">
              <a:buNone/>
              <a:defRPr sz="2700" b="1">
                <a:solidFill>
                  <a:srgbClr val="FFFFFF"/>
                </a:solidFill>
              </a:defRPr>
            </a:lvl2pPr>
            <a:lvl3pPr algn="l">
              <a:buNone/>
              <a:defRPr sz="2700" b="1">
                <a:solidFill>
                  <a:srgbClr val="FFFFFF"/>
                </a:solidFill>
              </a:defRPr>
            </a:lvl3pPr>
            <a:lvl4pPr algn="l">
              <a:buNone/>
              <a:defRPr sz="2700" b="1">
                <a:solidFill>
                  <a:srgbClr val="FFFFFF"/>
                </a:solidFill>
              </a:defRPr>
            </a:lvl4pPr>
            <a:lvl5pPr algn="l">
              <a:buNone/>
              <a:defRPr sz="2700" b="1">
                <a:solidFill>
                  <a:srgbClr val="FFFFFF"/>
                </a:solidFill>
              </a:defRPr>
            </a:lvl5pPr>
            <a:lvl6pPr algn="l">
              <a:buNone/>
              <a:defRPr sz="2700" b="1">
                <a:solidFill>
                  <a:srgbClr val="FFFFFF"/>
                </a:solidFill>
              </a:defRPr>
            </a:lvl6pPr>
            <a:lvl7pPr algn="l">
              <a:buNone/>
              <a:defRPr sz="2700" b="1">
                <a:solidFill>
                  <a:srgbClr val="FFFFFF"/>
                </a:solidFill>
              </a:defRPr>
            </a:lvl7pPr>
            <a:lvl8pPr algn="l">
              <a:buNone/>
              <a:defRPr sz="2700" b="1">
                <a:solidFill>
                  <a:srgbClr val="FFFFFF"/>
                </a:solidFill>
              </a:defRPr>
            </a:lvl8pPr>
            <a:lvl9pPr algn="l">
              <a:buNone/>
              <a:defRPr sz="2700" b="1">
                <a:solidFill>
                  <a:srgbClr val="FFFFFF"/>
                </a:solidFill>
              </a:defRPr>
            </a:lvl9pPr>
          </a:lstStyle>
          <a:p xmlns:a="http://schemas.openxmlformats.org/drawingml/2006/main">
            <a:pPr algn="l">
              <a:buNone/>
              <a:defRPr sz="2700" b="1">
                <a:solidFill>
                  <a:srgbClr val="FFFFFF"/>
                </a:solidFill>
              </a:defRPr>
            </a:pPr>
            <a:r>
              <a:rPr sz="2700" b="1">
                <a:solidFill>
                  <a:srgbClr val="FFFFFF"/>
                </a:solidFill>
              </a:rPr>
              <a:t>4founders.dev</a:t>
            </a:r>
          </a:p>
        </p:txBody>
      </p:sp>
      <p:sp>
        <p:nvSpPr>
          <p:cNvPr id="28" name="">
            <a:extLst xmlns:a="http://schemas.openxmlformats.org/drawingml/2006/main">
              <a:ext uri="{FF2B5EF4-FFF2-40B4-BE49-F238E27FC236}">
                <a16:creationId xmlns:a16="http://schemas.microsoft.com/office/drawing/2014/main" id="{45968E78-20E0-4B2B-8042-D68405F1CFDB}"/>
              </a:ext>
            </a:extLst>
          </p:cNvPr>
          <p:cNvSpPr>
            <a:spLocks xmlns:a="http://schemas.openxmlformats.org/drawingml/2006/main" noGrp="1"/>
          </p:cNvSpPr>
          <p:nvPr/>
        </p:nvSpPr>
        <p:spPr>
          <a:xfrm xmlns:a="http://schemas.openxmlformats.org/drawingml/2006/main">
            <a:off x="7667625" y="4514850"/>
            <a:ext cx="3714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Independent project platform</a:t>
            </a:r>
          </a:p>
        </p:txBody>
      </p:sp>
      <p:pic>
        <p:nvPicPr>
          <p:cNvPr id="29" name="">
            <a:extLst xmlns:a="http://schemas.openxmlformats.org/drawingml/2006/main">
              <a:ext uri="{FF2B5EF4-FFF2-40B4-BE49-F238E27FC236}">
                <a16:creationId xmlns:a16="http://schemas.microsoft.com/office/drawing/2014/main" id="{BA38886D-E71E-4630-9ABF-2E68A7EB85E3}"/>
              </a:ext>
            </a:extLst>
          </p:cNvPr>
          <p:cNvPicPr>
            <a:picLocks xmlns:a="http://schemas.openxmlformats.org/drawingml/2006/main" noChangeAspect="1"/>
          </p:cNvPicPr>
          <p:nvPr/>
        </p:nvPicPr>
        <p:blipFill>
          <a:blip xmlns:r="http://schemas.openxmlformats.org/officeDocument/2006/relationships" xmlns:a="http://schemas.openxmlformats.org/drawingml/2006/main" r:embed="R57f8b50d42f84eeb"/>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959011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2026-10-22T16:47:54.4660000Z</dcterms:created>
  <dcterms:modified xsi:type="dcterms:W3CDTF">2026-10-22T16:47:54.4660000Z</dcterms:modified>
</coreProperties>
</file>