
<file path=[Content_Types].xml><?xml version="1.0" encoding="utf-8"?>
<Types xmlns="http://schemas.openxmlformats.org/package/2006/content-types">
  <Default Extension="xml" ContentType="application/vnd.openxmlformats-package.core-properties+xml"/>
  <Default Extension="bin" ContentType="image/webp"/>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ae6e52c21c64531" /><Relationship Type="http://schemas.openxmlformats.org/officeDocument/2006/relationships/extended-properties" Target="/docProps/app.xml" Id="R870d21b7df704546" /><Relationship Type="http://schemas.openxmlformats.org/officeDocument/2006/relationships/officeDocument" Target="/ppt/presentation.xml" Id="R497b09420bc64ece" /></Relationships>
</file>

<file path=ppt/presentation.xml><?xml version="1.0" encoding="utf-8"?>
<p:presentation xmlns:p="http://schemas.openxmlformats.org/presentationml/2006/main">
  <p:sldMasterIdLst>
    <p:sldMasterId xmlns:r="http://schemas.openxmlformats.org/officeDocument/2006/relationships" id="2147483648" r:id="Ra56859a29a434a18"/>
  </p:sldMasterIdLst>
  <p:notesMasterIdLst>
    <p:notesMasterId xmlns:r="http://schemas.openxmlformats.org/officeDocument/2006/relationships" r:id="R2a907b1aa2f84477"/>
  </p:notesMasterIdLst>
  <p:sldIdLst>
    <p:sldId xmlns:r="http://schemas.openxmlformats.org/officeDocument/2006/relationships" id="256" r:id="R90b6f9f909214c27"/>
    <p:sldId xmlns:r="http://schemas.openxmlformats.org/officeDocument/2006/relationships" id="257" r:id="R9243a423dead404a"/>
    <p:sldId xmlns:r="http://schemas.openxmlformats.org/officeDocument/2006/relationships" id="258" r:id="R515616e8f75c440d"/>
    <p:sldId xmlns:r="http://schemas.openxmlformats.org/officeDocument/2006/relationships" id="259" r:id="R92498b07d3164127"/>
    <p:sldId xmlns:r="http://schemas.openxmlformats.org/officeDocument/2006/relationships" id="260" r:id="R3eeecab6c7ca4227"/>
    <p:sldId xmlns:r="http://schemas.openxmlformats.org/officeDocument/2006/relationships" id="261" r:id="R75be4792e224410d"/>
    <p:sldId xmlns:r="http://schemas.openxmlformats.org/officeDocument/2006/relationships" id="262" r:id="Rd8bd3fe1a7674230"/>
    <p:sldId xmlns:r="http://schemas.openxmlformats.org/officeDocument/2006/relationships" id="263" r:id="R35bdcb13ee414294"/>
    <p:sldId xmlns:r="http://schemas.openxmlformats.org/officeDocument/2006/relationships" id="264" r:id="R82db0c6a3b0a4e60"/>
    <p:sldId xmlns:r="http://schemas.openxmlformats.org/officeDocument/2006/relationships" id="265" r:id="Rff2fc45c47fa4df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0b752a6b8f74403" /><Relationship Type="http://schemas.openxmlformats.org/officeDocument/2006/relationships/slideMaster" Target="/ppt/slideMasters/slideMaster1.xml" Id="Ra56859a29a434a18" /><Relationship Type="http://schemas.openxmlformats.org/officeDocument/2006/relationships/notesMaster" Target="/ppt/notesMasters/notesMaster1.xml" Id="R2a907b1aa2f84477" /><Relationship Type="http://schemas.openxmlformats.org/officeDocument/2006/relationships/presProps" Target="/ppt/presProps.xml" Id="R1585e2f87a5246fe" /><Relationship Type="http://schemas.openxmlformats.org/officeDocument/2006/relationships/tableStyles" Target="/ppt/tableStyles.xml" Id="Rd656402718cb46ff" /><Relationship Type="http://schemas.openxmlformats.org/officeDocument/2006/relationships/slide" Target="/ppt/slides/slide1.xml" Id="R90b6f9f909214c27" /><Relationship Type="http://schemas.openxmlformats.org/officeDocument/2006/relationships/slide" Target="/ppt/slides/slide2.xml" Id="R9243a423dead404a" /><Relationship Type="http://schemas.openxmlformats.org/officeDocument/2006/relationships/slide" Target="/ppt/slides/slide3.xml" Id="R515616e8f75c440d" /><Relationship Type="http://schemas.openxmlformats.org/officeDocument/2006/relationships/slide" Target="/ppt/slides/slide4.xml" Id="R92498b07d3164127" /><Relationship Type="http://schemas.openxmlformats.org/officeDocument/2006/relationships/slide" Target="/ppt/slides/slide5.xml" Id="R3eeecab6c7ca4227" /><Relationship Type="http://schemas.openxmlformats.org/officeDocument/2006/relationships/slide" Target="/ppt/slides/slide6.xml" Id="R75be4792e224410d" /><Relationship Type="http://schemas.openxmlformats.org/officeDocument/2006/relationships/slide" Target="/ppt/slides/slide7.xml" Id="Rd8bd3fe1a7674230" /><Relationship Type="http://schemas.openxmlformats.org/officeDocument/2006/relationships/slide" Target="/ppt/slides/slide8.xml" Id="R35bdcb13ee414294" /><Relationship Type="http://schemas.openxmlformats.org/officeDocument/2006/relationships/slide" Target="/ppt/slides/slide9.xml" Id="R82db0c6a3b0a4e60" /><Relationship Type="http://schemas.openxmlformats.org/officeDocument/2006/relationships/slide" Target="/ppt/slides/slide10.xml" Id="Rff2fc45c47fa4df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578f9df04bf4da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8f15c3b78a3494e" /><Relationship Type="http://schemas.openxmlformats.org/officeDocument/2006/relationships/notesMaster" Target="/ppt/notesMasters/notesMaster1.xml" Id="Rfcd3ea8e5fb94f0f" /></Relationships>
</file>

<file path=ppt/notesSlides/_rels/notesSlide2.xml.rels>&#65279;<?xml version="1.0" encoding="utf-8"?><Relationships xmlns="http://schemas.openxmlformats.org/package/2006/relationships"><Relationship Type="http://schemas.openxmlformats.org/officeDocument/2006/relationships/slide" Target="/ppt/slides/slide2.xml" Id="R6f6614d6004d4bf3" /><Relationship Type="http://schemas.openxmlformats.org/officeDocument/2006/relationships/notesMaster" Target="/ppt/notesMasters/notesMaster1.xml" Id="Rd7b0b8504c7b47d7" /></Relationships>
</file>

<file path=ppt/notesSlides/_rels/notesSlide3.xml.rels>&#65279;<?xml version="1.0" encoding="utf-8"?><Relationships xmlns="http://schemas.openxmlformats.org/package/2006/relationships"><Relationship Type="http://schemas.openxmlformats.org/officeDocument/2006/relationships/slide" Target="/ppt/slides/slide3.xml" Id="R86c5af4af89d4abc" /><Relationship Type="http://schemas.openxmlformats.org/officeDocument/2006/relationships/notesMaster" Target="/ppt/notesMasters/notesMaster1.xml" Id="Rc27e74cf43924a59" /></Relationships>
</file>

<file path=ppt/notesSlides/_rels/notesSlide4.xml.rels>&#65279;<?xml version="1.0" encoding="utf-8"?><Relationships xmlns="http://schemas.openxmlformats.org/package/2006/relationships"><Relationship Type="http://schemas.openxmlformats.org/officeDocument/2006/relationships/slide" Target="/ppt/slides/slide4.xml" Id="R4a7eb07fadd644a6" /><Relationship Type="http://schemas.openxmlformats.org/officeDocument/2006/relationships/notesMaster" Target="/ppt/notesMasters/notesMaster1.xml" Id="Ra0a1cf9612e4471e" /></Relationships>
</file>

<file path=ppt/notesSlides/_rels/notesSlide5.xml.rels>&#65279;<?xml version="1.0" encoding="utf-8"?><Relationships xmlns="http://schemas.openxmlformats.org/package/2006/relationships"><Relationship Type="http://schemas.openxmlformats.org/officeDocument/2006/relationships/slide" Target="/ppt/slides/slide5.xml" Id="R1c2d511cb6fd49c2" /><Relationship Type="http://schemas.openxmlformats.org/officeDocument/2006/relationships/notesMaster" Target="/ppt/notesMasters/notesMaster1.xml" Id="Ra76bf256139c48dd" /></Relationships>
</file>

<file path=ppt/notesSlides/_rels/notesSlide6.xml.rels>&#65279;<?xml version="1.0" encoding="utf-8"?><Relationships xmlns="http://schemas.openxmlformats.org/package/2006/relationships"><Relationship Type="http://schemas.openxmlformats.org/officeDocument/2006/relationships/slide" Target="/ppt/slides/slide6.xml" Id="R5141b5b156ab492c" /><Relationship Type="http://schemas.openxmlformats.org/officeDocument/2006/relationships/notesMaster" Target="/ppt/notesMasters/notesMaster1.xml" Id="Rcc05a713750f4999" /></Relationships>
</file>

<file path=ppt/notesSlides/_rels/notesSlide7.xml.rels>&#65279;<?xml version="1.0" encoding="utf-8"?><Relationships xmlns="http://schemas.openxmlformats.org/package/2006/relationships"><Relationship Type="http://schemas.openxmlformats.org/officeDocument/2006/relationships/slide" Target="/ppt/slides/slide7.xml" Id="R4baa95d153e745de" /><Relationship Type="http://schemas.openxmlformats.org/officeDocument/2006/relationships/notesMaster" Target="/ppt/notesMasters/notesMaster1.xml" Id="R5e963d2158a94934" /></Relationships>
</file>

<file path=ppt/notesSlides/_rels/notesSlide8.xml.rels>&#65279;<?xml version="1.0" encoding="utf-8"?><Relationships xmlns="http://schemas.openxmlformats.org/package/2006/relationships"><Relationship Type="http://schemas.openxmlformats.org/officeDocument/2006/relationships/slide" Target="/ppt/slides/slide8.xml" Id="R580c3450e65a40a7" /><Relationship Type="http://schemas.openxmlformats.org/officeDocument/2006/relationships/notesMaster" Target="/ppt/notesMasters/notesMaster1.xml" Id="Re252c37fa0e845c6" /></Relationships>
</file>

<file path=ppt/notesSlides/_rels/notesSlide9.xml.rels>&#65279;<?xml version="1.0" encoding="utf-8"?><Relationships xmlns="http://schemas.openxmlformats.org/package/2006/relationships"><Relationship Type="http://schemas.openxmlformats.org/officeDocument/2006/relationships/slide" Target="/ppt/slides/slide9.xml" Id="R4c97ad2b192d41c4" /><Relationship Type="http://schemas.openxmlformats.org/officeDocument/2006/relationships/notesMaster" Target="/ppt/notesMasters/notesMaster1.xml" Id="R0f5a0bcf77ff475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85360b5106d4d6e" /><Relationship Type="http://schemas.openxmlformats.org/officeDocument/2006/relationships/notesMaster" Target="/ppt/notesMasters/notesMaster1.xml" Id="Re313d64ed8b8408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Introduce yourself as lead of small engineering teams across TKG, mainly at Remington. Introduce Wesley. WESLEY: One of the first software interns; Remington Vision began with him as an intern and continues in his engineering role. WESLEY GAP (15–20 seconds): add a personal sentence. BRAD: state the purpose of the talk and invitation to connect.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Honor the manufacturing legacy and set the ambition to keep writing the rules for decades to come. Remington traces its history to 1816: https://www.remington.com/about-us.html . Remington says Lonoke operations began in 1969: https://www.remington.com/big-green-blog/labor-day-special.html . This is our ambition, not a claim that we already set a new industry 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Explain the system simply: machines sense what is happening; software turns signals into a decision; people or equipment act. Small teams across TKG, primarily at Remington, build, test, and improve the full chain with the people who use it. Keep details for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Say why you love the variety and visible impact, then hand off. WESLEY: Use his own points—one of the first software interns; work with AI and different machines; freedom to explore; ownership; unexpected opportunities. WESLEY GAP (30–45 seconds): one concrete public example of a problem, what he explored, and what he learned.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WESLEY leads; BRAD operates slides. Show Gatorade bottles under the camera and the on-screen sorting decision. Pause after each result; invite a choice or another feature if the setup supports it. This is a demonstration setup and does not control a production sorting 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WESLEY: Explain variation, timing, and reliability using what the audience just saw. WESLEY GAP (20–30 seconds): a practical challenge solved to make one behavior repeatable; share only public details. BRAD: disciplined engineering is what makes a capability useful in real manufacturing conditions.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Invite talent across Remington and TKG. Mention mechanical engineering, controls, software, and testing as examples; curiosity and persistence matter too. Direct job applications to the official careers page. Ask students what they have built and want to try next.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Run the separate 4Founders interactive challenge. Ask audience to scan QR or use the URL and event PIN, then draw, test, and change. Allow about three minutes. 4Founders is an independent project platform; company job applications go through TKG careers.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Invite interests beyond the disciplines shown. Ask what students want to pursue. If a real fit emerges, explore a first step together; in the right situation the organization might become their first customer. This is a possibility, not a commitment.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Give email, official careers page, and independent 4Founders path. WESLEY: Invite engineering questions and student projects. BRAD: Close with the on-screen line: “Our history was made on the factory floor. The future will be, too. Come build and fight with us. Turn AI into action.” Hold this slide for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fac366b776a435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976d74de02844a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4e24292e8884a8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6c2f089875d40a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ad98d06d1fd471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c069d0d12ba4ae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1E49A04-FD76-4272-9FFB-32EA24D44CC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6FA1BCF-9FD2-4B5D-8899-4E0FFABAB23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3139A2D-D369-4A23-86D7-CEAA9FFA0EB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983311D-D763-431F-8B8F-A69EE728DBD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115C6EE-02EB-4657-923F-7D5BAB5C183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89B5E1A-8A01-465F-A5CE-E4B2CB65873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CD70AE1-A761-4819-A236-5E51D69B846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FB1C9EF-4C77-4FE3-B4FD-EE2E5CCDBE7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EFBC8DF-6F20-4B8D-8188-E5F7111CF01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6E161E2-C714-40EA-A7F4-121705AE893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f919cbe7eab42f0" /><Relationship Type="http://schemas.openxmlformats.org/officeDocument/2006/relationships/slideLayout" Target="/ppt/slideLayouts/slideLayout1.xml" Id="R99279bb296664de3" /><Relationship Type="http://schemas.openxmlformats.org/officeDocument/2006/relationships/slideLayout" Target="/ppt/slideLayouts/slideLayout2.xml" Id="Rb86a3e4fcfec4e98" /><Relationship Type="http://schemas.openxmlformats.org/officeDocument/2006/relationships/slideLayout" Target="/ppt/slideLayouts/slideLayout3.xml" Id="Rdcb0a587e88e4f5c" /><Relationship Type="http://schemas.openxmlformats.org/officeDocument/2006/relationships/slideLayout" Target="/ppt/slideLayouts/slideLayout4.xml" Id="R6a41971341aa4f11" /><Relationship Type="http://schemas.openxmlformats.org/officeDocument/2006/relationships/slideLayout" Target="/ppt/slideLayouts/slideLayout5.xml" Id="R519d8de83f03492a" /><Relationship Type="http://schemas.openxmlformats.org/officeDocument/2006/relationships/slideLayout" Target="/ppt/slideLayouts/slideLayout6.xml" Id="R90ad59d010e7494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9279bb296664de3"/>
    <p:sldLayoutId xmlns:r="http://schemas.openxmlformats.org/officeDocument/2006/relationships" id="2147483650" r:id="Rb86a3e4fcfec4e98"/>
    <p:sldLayoutId xmlns:r="http://schemas.openxmlformats.org/officeDocument/2006/relationships" id="2147483651" r:id="Rdcb0a587e88e4f5c"/>
    <p:sldLayoutId xmlns:r="http://schemas.openxmlformats.org/officeDocument/2006/relationships" id="2147483652" r:id="R6a41971341aa4f11"/>
    <p:sldLayoutId xmlns:r="http://schemas.openxmlformats.org/officeDocument/2006/relationships" id="2147483653" r:id="R519d8de83f03492a"/>
    <p:sldLayoutId xmlns:r="http://schemas.openxmlformats.org/officeDocument/2006/relationships" id="2147483654" r:id="R90ad59d010e7494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8d2c2343abc4e8b" /><Relationship Type="http://schemas.openxmlformats.org/officeDocument/2006/relationships/image" Target="/ppt/media/image.bin" Id="Rcc296eb8e7814d05" /><Relationship Type="http://schemas.openxmlformats.org/officeDocument/2006/relationships/notesSlide" Target="/ppt/notesSlides/notesSlide1.xml" Id="R9c7417db9aff4a4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429c37f925540d6" /><Relationship Type="http://schemas.openxmlformats.org/officeDocument/2006/relationships/image" Target="/ppt/media/image2.bin" Id="Rbfcb7626e46542ca" /><Relationship Type="http://schemas.openxmlformats.org/officeDocument/2006/relationships/image" Target="/ppt/media/image3.bin" Id="Rfe5232a72f58451a" /><Relationship Type="http://schemas.openxmlformats.org/officeDocument/2006/relationships/notesSlide" Target="/ppt/notesSlides/notesSlide2.xml" Id="R1b699a7bcd64475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e2a60e4690e4e2f" /><Relationship Type="http://schemas.openxmlformats.org/officeDocument/2006/relationships/image" Target="/ppt/media/image4.bin" Id="Rdccff5d3a59647f7" /><Relationship Type="http://schemas.openxmlformats.org/officeDocument/2006/relationships/image" Target="/ppt/media/image5.bin" Id="R30969f12c9c14af1" /><Relationship Type="http://schemas.openxmlformats.org/officeDocument/2006/relationships/notesSlide" Target="/ppt/notesSlides/notesSlide3.xml" Id="Rad6d416a03224c5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81d7d5f7b884562" /><Relationship Type="http://schemas.openxmlformats.org/officeDocument/2006/relationships/image" Target="/ppt/media/image6.bin" Id="Rff7ae209073141e4" /><Relationship Type="http://schemas.openxmlformats.org/officeDocument/2006/relationships/image" Target="/ppt/media/image7.bin" Id="R3d70064a7c1d4493" /><Relationship Type="http://schemas.openxmlformats.org/officeDocument/2006/relationships/notesSlide" Target="/ppt/notesSlides/notesSlide4.xml" Id="Rb2bf2b2ce19c4cd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e95cd84d55e4c6c" /><Relationship Type="http://schemas.openxmlformats.org/officeDocument/2006/relationships/image" Target="/ppt/media/image6.bin" Id="Rffca8ed1f797459d" /><Relationship Type="http://schemas.openxmlformats.org/officeDocument/2006/relationships/image" Target="/ppt/media/image8.bin" Id="R46d16be425034d27" /><Relationship Type="http://schemas.openxmlformats.org/officeDocument/2006/relationships/image" Target="/ppt/media/image9.bin" Id="R78783b45880e45da" /><Relationship Type="http://schemas.openxmlformats.org/officeDocument/2006/relationships/notesSlide" Target="/ppt/notesSlides/notesSlide5.xml" Id="R6e1f6ce17bda41b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4147af83dd74c0a" /><Relationship Type="http://schemas.openxmlformats.org/officeDocument/2006/relationships/image" Target="/ppt/media/image10.bin" Id="R1b597aaa7ced4637" /><Relationship Type="http://schemas.openxmlformats.org/officeDocument/2006/relationships/image" Target="/ppt/media/image11.bin" Id="Rc35f4159e1414703" /><Relationship Type="http://schemas.openxmlformats.org/officeDocument/2006/relationships/notesSlide" Target="/ppt/notesSlides/notesSlide6.xml" Id="Rdea0fe14184c45a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10ccaab18e94ea3" /><Relationship Type="http://schemas.openxmlformats.org/officeDocument/2006/relationships/image" Target="/ppt/media/image12.bin" Id="R304ca62d2b5440df" /><Relationship Type="http://schemas.openxmlformats.org/officeDocument/2006/relationships/image" Target="/ppt/media/image13.bin" Id="Rd0e994a7eaa14e74" /><Relationship Type="http://schemas.openxmlformats.org/officeDocument/2006/relationships/notesSlide" Target="/ppt/notesSlides/notesSlide7.xml" Id="Reb0fdf525b854ef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dbfb32a1de04cf2" /><Relationship Type="http://schemas.openxmlformats.org/officeDocument/2006/relationships/image" Target="/ppt/media/image14.bin" Id="R446f19872c994a0c" /><Relationship Type="http://schemas.openxmlformats.org/officeDocument/2006/relationships/image" Target="/ppt/media/image.png" Id="R88c112d4ad874ee5" /><Relationship Type="http://schemas.openxmlformats.org/officeDocument/2006/relationships/image" Target="/ppt/media/image15.bin" Id="R20400eceda97480e" /><Relationship Type="http://schemas.openxmlformats.org/officeDocument/2006/relationships/notesSlide" Target="/ppt/notesSlides/notesSlide8.xml" Id="R49a32abb017045f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248e5d56dbf41a9" /><Relationship Type="http://schemas.openxmlformats.org/officeDocument/2006/relationships/image" Target="/ppt/media/image16.bin" Id="R8c6b071e3ae447df" /><Relationship Type="http://schemas.openxmlformats.org/officeDocument/2006/relationships/notesSlide" Target="/ppt/notesSlides/notesSlide9.xml" Id="R6d001f4bc083465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a5c4bc5aba8a46a4" /><Relationship Type="http://schemas.openxmlformats.org/officeDocument/2006/relationships/image" Target="/ppt/media/image17.bin" Id="R024061993de54301" /><Relationship Type="http://schemas.openxmlformats.org/officeDocument/2006/relationships/image" Target="/ppt/media/image18.bin" Id="Rbc97134d1c9548f8" /><Relationship Type="http://schemas.openxmlformats.org/officeDocument/2006/relationships/image" Target="/ppt/media/image19.bin" Id="Rdec198fc6a2540c4" /><Relationship Type="http://schemas.openxmlformats.org/officeDocument/2006/relationships/notesSlide" Target="/ppt/notesSlides/notesSlide10.xml" Id="R745b6dfdaf2b4fd2" /></Relationships>
</file>

<file path=ppt/slides/slide1.xml><?xml version="1.0" encoding="utf-8"?>
<p:sld xmlns:p="http://schemas.openxmlformats.org/presentationml/2006/main">
  <p:cSld>
    <p:bg>
      <p:bgPr>
        <a:solidFill xmlns:a="http://schemas.openxmlformats.org/drawingml/2006/main">
          <a:srgbClr val="231F20"/>
        </a:solidFill>
      </p:bgPr>
    </p:bg>
    <p:spTree>
      <p:nvGrpSpPr>
        <p:cNvPr id="1" name=""/>
        <p:cNvGrpSpPr/>
        <p:nvPr/>
      </p:nvGrpSpPr>
      <p:grpSpPr>
        <a:xfrm xmlns:a="http://schemas.openxmlformats.org/drawingml/2006/main"/>
      </p:grpSpPr>
      <p:pic>
        <p:nvPicPr>
          <p:cNvPr id="6" name="">
            <a:extLst xmlns:a="http://schemas.openxmlformats.org/drawingml/2006/main">
              <a:ext uri="{FF2B5EF4-FFF2-40B4-BE49-F238E27FC236}">
                <a16:creationId xmlns:a16="http://schemas.microsoft.com/office/drawing/2014/main" id="{BDC7CA3F-3440-4569-9052-ECBF7ECF8932}"/>
              </a:ext>
            </a:extLst>
          </p:cNvPr>
          <p:cNvPicPr>
            <a:picLocks xmlns:a="http://schemas.openxmlformats.org/drawingml/2006/main" noChangeAspect="1"/>
          </p:cNvPicPr>
          <p:nvPr/>
        </p:nvPicPr>
        <p:blipFill>
          <a:blip xmlns:r="http://schemas.openxmlformats.org/officeDocument/2006/relationships" xmlns:a="http://schemas.openxmlformats.org/drawingml/2006/main" r:embed="Rcc296eb8e7814d05"/>
          <a:stretch xmlns:a="http://schemas.openxmlformats.org/drawingml/2006/main"/>
        </p:blipFill>
        <p:spPr>
          <a:xfrm xmlns:a="http://schemas.openxmlformats.org/drawingml/2006/main">
            <a:off x="723900" y="452438"/>
            <a:ext cx="2667000" cy="857250"/>
          </a:xfrm>
          <a:prstGeom xmlns:a="http://schemas.openxmlformats.org/drawingml/2006/main" prst="rect">
            <a:avLst/>
          </a:prstGeom>
        </p:spPr>
      </p:pic>
      <p:sp>
        <p:nvSpPr>
          <p:cNvPr id="2" name="AI engineering">
            <a:extLst xmlns:a="http://schemas.openxmlformats.org/drawingml/2006/main">
              <a:ext uri="{FF2B5EF4-FFF2-40B4-BE49-F238E27FC236}">
                <a16:creationId xmlns:a16="http://schemas.microsoft.com/office/drawing/2014/main" id="{0602C422-28C5-41FE-B40E-34929660F7AC}"/>
              </a:ext>
            </a:extLst>
          </p:cNvPr>
          <p:cNvSpPr>
            <a:spLocks xmlns:a="http://schemas.openxmlformats.org/drawingml/2006/main" noGrp="1"/>
          </p:cNvSpPr>
          <p:nvPr/>
        </p:nvSpPr>
        <p:spPr>
          <a:xfrm xmlns:a="http://schemas.openxmlformats.org/drawingml/2006/main">
            <a:off x="685800" y="2076450"/>
            <a:ext cx="108204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7050" b="1">
                <a:solidFill>
                  <a:srgbClr val="FFFFFF"/>
                </a:solidFill>
                <a:latin typeface="Arial"/>
                <a:ea typeface="Arial"/>
                <a:cs typeface="Arial"/>
              </a:defRPr>
            </a:defPPr>
            <a:lvl1pPr>
              <a:buNone/>
              <a:defRPr sz="7050" b="1">
                <a:solidFill>
                  <a:srgbClr val="FFFFFF"/>
                </a:solidFill>
                <a:latin typeface="Arial"/>
                <a:ea typeface="Arial"/>
                <a:cs typeface="Arial"/>
              </a:defRPr>
            </a:lvl1pPr>
            <a:lvl2pPr>
              <a:buNone/>
              <a:defRPr sz="7050" b="1">
                <a:solidFill>
                  <a:srgbClr val="FFFFFF"/>
                </a:solidFill>
                <a:latin typeface="Arial"/>
                <a:ea typeface="Arial"/>
                <a:cs typeface="Arial"/>
              </a:defRPr>
            </a:lvl2pPr>
            <a:lvl3pPr>
              <a:buNone/>
              <a:defRPr sz="7050" b="1">
                <a:solidFill>
                  <a:srgbClr val="FFFFFF"/>
                </a:solidFill>
                <a:latin typeface="Arial"/>
                <a:ea typeface="Arial"/>
                <a:cs typeface="Arial"/>
              </a:defRPr>
            </a:lvl3pPr>
            <a:lvl4pPr>
              <a:buNone/>
              <a:defRPr sz="7050" b="1">
                <a:solidFill>
                  <a:srgbClr val="FFFFFF"/>
                </a:solidFill>
                <a:latin typeface="Arial"/>
                <a:ea typeface="Arial"/>
                <a:cs typeface="Arial"/>
              </a:defRPr>
            </a:lvl4pPr>
            <a:lvl5pPr>
              <a:buNone/>
              <a:defRPr sz="7050" b="1">
                <a:solidFill>
                  <a:srgbClr val="FFFFFF"/>
                </a:solidFill>
                <a:latin typeface="Arial"/>
                <a:ea typeface="Arial"/>
                <a:cs typeface="Arial"/>
              </a:defRPr>
            </a:lvl5pPr>
            <a:lvl6pPr>
              <a:buNone/>
              <a:defRPr sz="7050" b="1">
                <a:solidFill>
                  <a:srgbClr val="FFFFFF"/>
                </a:solidFill>
                <a:latin typeface="Arial"/>
                <a:ea typeface="Arial"/>
                <a:cs typeface="Arial"/>
              </a:defRPr>
            </a:lvl6pPr>
            <a:lvl7pPr>
              <a:buNone/>
              <a:defRPr sz="7050" b="1">
                <a:solidFill>
                  <a:srgbClr val="FFFFFF"/>
                </a:solidFill>
                <a:latin typeface="Arial"/>
                <a:ea typeface="Arial"/>
                <a:cs typeface="Arial"/>
              </a:defRPr>
            </a:lvl7pPr>
            <a:lvl8pPr>
              <a:buNone/>
              <a:defRPr sz="7050" b="1">
                <a:solidFill>
                  <a:srgbClr val="FFFFFF"/>
                </a:solidFill>
                <a:latin typeface="Arial"/>
                <a:ea typeface="Arial"/>
                <a:cs typeface="Arial"/>
              </a:defRPr>
            </a:lvl8pPr>
            <a:lvl9pPr>
              <a:buNone/>
              <a:defRPr sz="7050" b="1">
                <a:solidFill>
                  <a:srgbClr val="FFFFFF"/>
                </a:solidFill>
                <a:latin typeface="Arial"/>
                <a:ea typeface="Arial"/>
                <a:cs typeface="Arial"/>
              </a:defRPr>
            </a:lvl9pPr>
          </a:lstStyle>
          <a:p xmlns:a="http://schemas.openxmlformats.org/drawingml/2006/main">
            <a:pPr>
              <a:buNone/>
              <a:defRPr sz="7050" b="1">
                <a:solidFill>
                  <a:srgbClr val="FFFFFF"/>
                </a:solidFill>
                <a:latin typeface="Arial"/>
                <a:ea typeface="Arial"/>
                <a:cs typeface="Arial"/>
              </a:defRPr>
            </a:pPr>
            <a:r>
              <a:rPr sz="7050" b="1">
                <a:solidFill>
                  <a:srgbClr val="FFFFFF"/>
                </a:solidFill>
                <a:latin typeface="Arial"/>
                <a:ea typeface="Arial"/>
                <a:cs typeface="Arial"/>
              </a:rPr>
              <a:t>Engineering</a:t>
            </a:r>
          </a:p>
        </p:txBody>
      </p:sp>
      <p:sp>
        <p:nvSpPr>
          <p:cNvPr id="3" name="at The Kinetic Group">
            <a:extLst xmlns:a="http://schemas.openxmlformats.org/drawingml/2006/main">
              <a:ext uri="{FF2B5EF4-FFF2-40B4-BE49-F238E27FC236}">
                <a16:creationId xmlns:a16="http://schemas.microsoft.com/office/drawing/2014/main" id="{1829A00E-2416-45BA-9CA5-E977C766C36C}"/>
              </a:ext>
            </a:extLst>
          </p:cNvPr>
          <p:cNvSpPr>
            <a:spLocks xmlns:a="http://schemas.openxmlformats.org/drawingml/2006/main" noGrp="1"/>
          </p:cNvSpPr>
          <p:nvPr/>
        </p:nvSpPr>
        <p:spPr>
          <a:xfrm xmlns:a="http://schemas.openxmlformats.org/drawingml/2006/main">
            <a:off x="742950" y="3362325"/>
            <a:ext cx="1057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0">
                <a:solidFill>
                  <a:srgbClr val="FFFFFF"/>
                </a:solidFill>
                <a:latin typeface="Arial"/>
                <a:ea typeface="Arial"/>
                <a:cs typeface="Arial"/>
              </a:defRPr>
            </a:defPPr>
            <a:lvl1pPr>
              <a:buNone/>
              <a:defRPr sz="3525" b="0">
                <a:solidFill>
                  <a:srgbClr val="FFFFFF"/>
                </a:solidFill>
                <a:latin typeface="Arial"/>
                <a:ea typeface="Arial"/>
                <a:cs typeface="Arial"/>
              </a:defRPr>
            </a:lvl1pPr>
            <a:lvl2pPr>
              <a:buNone/>
              <a:defRPr sz="3525" b="0">
                <a:solidFill>
                  <a:srgbClr val="FFFFFF"/>
                </a:solidFill>
                <a:latin typeface="Arial"/>
                <a:ea typeface="Arial"/>
                <a:cs typeface="Arial"/>
              </a:defRPr>
            </a:lvl2pPr>
            <a:lvl3pPr>
              <a:buNone/>
              <a:defRPr sz="3525" b="0">
                <a:solidFill>
                  <a:srgbClr val="FFFFFF"/>
                </a:solidFill>
                <a:latin typeface="Arial"/>
                <a:ea typeface="Arial"/>
                <a:cs typeface="Arial"/>
              </a:defRPr>
            </a:lvl3pPr>
            <a:lvl4pPr>
              <a:buNone/>
              <a:defRPr sz="3525" b="0">
                <a:solidFill>
                  <a:srgbClr val="FFFFFF"/>
                </a:solidFill>
                <a:latin typeface="Arial"/>
                <a:ea typeface="Arial"/>
                <a:cs typeface="Arial"/>
              </a:defRPr>
            </a:lvl4pPr>
            <a:lvl5pPr>
              <a:buNone/>
              <a:defRPr sz="3525" b="0">
                <a:solidFill>
                  <a:srgbClr val="FFFFFF"/>
                </a:solidFill>
                <a:latin typeface="Arial"/>
                <a:ea typeface="Arial"/>
                <a:cs typeface="Arial"/>
              </a:defRPr>
            </a:lvl5pPr>
            <a:lvl6pPr>
              <a:buNone/>
              <a:defRPr sz="3525" b="0">
                <a:solidFill>
                  <a:srgbClr val="FFFFFF"/>
                </a:solidFill>
                <a:latin typeface="Arial"/>
                <a:ea typeface="Arial"/>
                <a:cs typeface="Arial"/>
              </a:defRPr>
            </a:lvl6pPr>
            <a:lvl7pPr>
              <a:buNone/>
              <a:defRPr sz="3525" b="0">
                <a:solidFill>
                  <a:srgbClr val="FFFFFF"/>
                </a:solidFill>
                <a:latin typeface="Arial"/>
                <a:ea typeface="Arial"/>
                <a:cs typeface="Arial"/>
              </a:defRPr>
            </a:lvl7pPr>
            <a:lvl8pPr>
              <a:buNone/>
              <a:defRPr sz="3525" b="0">
                <a:solidFill>
                  <a:srgbClr val="FFFFFF"/>
                </a:solidFill>
                <a:latin typeface="Arial"/>
                <a:ea typeface="Arial"/>
                <a:cs typeface="Arial"/>
              </a:defRPr>
            </a:lvl8pPr>
            <a:lvl9pPr>
              <a:buNone/>
              <a:defRPr sz="3525" b="0">
                <a:solidFill>
                  <a:srgbClr val="FFFFFF"/>
                </a:solidFill>
                <a:latin typeface="Arial"/>
                <a:ea typeface="Arial"/>
                <a:cs typeface="Arial"/>
              </a:defRPr>
            </a:lvl9pPr>
          </a:lstStyle>
          <a:p xmlns:a="http://schemas.openxmlformats.org/drawingml/2006/main">
            <a:pPr>
              <a:buNone/>
              <a:defRPr sz="3525" b="0">
                <a:solidFill>
                  <a:srgbClr val="FFFFFF"/>
                </a:solidFill>
                <a:latin typeface="Arial"/>
                <a:ea typeface="Arial"/>
                <a:cs typeface="Arial"/>
              </a:defRPr>
            </a:pPr>
            <a:r>
              <a:rPr sz="3525" b="0">
                <a:solidFill>
                  <a:srgbClr val="FFFFFF"/>
                </a:solidFill>
                <a:latin typeface="Arial"/>
                <a:ea typeface="Arial"/>
                <a:cs typeface="Arial"/>
              </a:rPr>
              <a:t>at The Kinetic Group</a:t>
            </a:r>
          </a:p>
        </p:txBody>
      </p:sp>
      <p:sp>
        <p:nvSpPr>
          <p:cNvPr id="4" name="Brad Daugherty&#10;Engineering Team Lead, Remingt">
            <a:extLst xmlns:a="http://schemas.openxmlformats.org/drawingml/2006/main">
              <a:ext uri="{FF2B5EF4-FFF2-40B4-BE49-F238E27FC236}">
                <a16:creationId xmlns:a16="http://schemas.microsoft.com/office/drawing/2014/main" id="{2049A0EC-E53A-4AC2-B3E1-6A09CEE82B01}"/>
              </a:ext>
            </a:extLst>
          </p:cNvPr>
          <p:cNvSpPr>
            <a:spLocks xmlns:a="http://schemas.openxmlformats.org/drawingml/2006/main" noGrp="1"/>
          </p:cNvSpPr>
          <p:nvPr/>
        </p:nvSpPr>
        <p:spPr>
          <a:xfrm xmlns:a="http://schemas.openxmlformats.org/drawingml/2006/main">
            <a:off x="762000" y="4962525"/>
            <a:ext cx="7620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D7D3CC"/>
                </a:solidFill>
                <a:latin typeface="Arial"/>
                <a:ea typeface="Arial"/>
                <a:cs typeface="Arial"/>
              </a:defRPr>
            </a:defPPr>
            <a:lvl1pPr>
              <a:buNone/>
              <a:defRPr sz="2175" b="0">
                <a:solidFill>
                  <a:srgbClr val="D7D3CC"/>
                </a:solidFill>
                <a:latin typeface="Arial"/>
                <a:ea typeface="Arial"/>
                <a:cs typeface="Arial"/>
              </a:defRPr>
            </a:lvl1pPr>
            <a:lvl2pPr>
              <a:buNone/>
              <a:defRPr sz="2175" b="0">
                <a:solidFill>
                  <a:srgbClr val="D7D3CC"/>
                </a:solidFill>
                <a:latin typeface="Arial"/>
                <a:ea typeface="Arial"/>
                <a:cs typeface="Arial"/>
              </a:defRPr>
            </a:lvl2pPr>
            <a:lvl3pPr>
              <a:buNone/>
              <a:defRPr sz="2175" b="0">
                <a:solidFill>
                  <a:srgbClr val="D7D3CC"/>
                </a:solidFill>
                <a:latin typeface="Arial"/>
                <a:ea typeface="Arial"/>
                <a:cs typeface="Arial"/>
              </a:defRPr>
            </a:lvl3pPr>
            <a:lvl4pPr>
              <a:buNone/>
              <a:defRPr sz="2175" b="0">
                <a:solidFill>
                  <a:srgbClr val="D7D3CC"/>
                </a:solidFill>
                <a:latin typeface="Arial"/>
                <a:ea typeface="Arial"/>
                <a:cs typeface="Arial"/>
              </a:defRPr>
            </a:lvl4pPr>
            <a:lvl5pPr>
              <a:buNone/>
              <a:defRPr sz="2175" b="0">
                <a:solidFill>
                  <a:srgbClr val="D7D3CC"/>
                </a:solidFill>
                <a:latin typeface="Arial"/>
                <a:ea typeface="Arial"/>
                <a:cs typeface="Arial"/>
              </a:defRPr>
            </a:lvl5pPr>
            <a:lvl6pPr>
              <a:buNone/>
              <a:defRPr sz="2175" b="0">
                <a:solidFill>
                  <a:srgbClr val="D7D3CC"/>
                </a:solidFill>
                <a:latin typeface="Arial"/>
                <a:ea typeface="Arial"/>
                <a:cs typeface="Arial"/>
              </a:defRPr>
            </a:lvl6pPr>
            <a:lvl7pPr>
              <a:buNone/>
              <a:defRPr sz="2175" b="0">
                <a:solidFill>
                  <a:srgbClr val="D7D3CC"/>
                </a:solidFill>
                <a:latin typeface="Arial"/>
                <a:ea typeface="Arial"/>
                <a:cs typeface="Arial"/>
              </a:defRPr>
            </a:lvl7pPr>
            <a:lvl8pPr>
              <a:buNone/>
              <a:defRPr sz="2175" b="0">
                <a:solidFill>
                  <a:srgbClr val="D7D3CC"/>
                </a:solidFill>
                <a:latin typeface="Arial"/>
                <a:ea typeface="Arial"/>
                <a:cs typeface="Arial"/>
              </a:defRPr>
            </a:lvl8pPr>
            <a:lvl9pPr>
              <a:buNone/>
              <a:defRPr sz="2175" b="0">
                <a:solidFill>
                  <a:srgbClr val="D7D3CC"/>
                </a:solidFill>
                <a:latin typeface="Arial"/>
                <a:ea typeface="Arial"/>
                <a:cs typeface="Arial"/>
              </a:defRPr>
            </a:lvl9pPr>
          </a:lstStyle>
          <a:p xmlns:a="http://schemas.openxmlformats.org/drawingml/2006/main">
            <a:pPr>
              <a:buNone/>
              <a:defRPr sz="2175" b="0">
                <a:solidFill>
                  <a:srgbClr val="D7D3CC"/>
                </a:solidFill>
                <a:latin typeface="Arial"/>
                <a:ea typeface="Arial"/>
                <a:cs typeface="Arial"/>
              </a:defRPr>
            </a:pPr>
            <a:r>
              <a:rPr sz="2175" b="0">
                <a:solidFill>
                  <a:srgbClr val="D7D3CC"/>
                </a:solidFill>
                <a:latin typeface="Arial"/>
                <a:ea typeface="Arial"/>
                <a:cs typeface="Arial"/>
              </a:rPr>
              <a:t/>
            </a:r>
          </a:p>
        </p:txBody>
      </p:sp>
      <p:sp>
        <p:nvSpPr>
          <p:cNvPr id="5" name="Go 4th Fridays&#10;October 23, 2026">
            <a:extLst xmlns:a="http://schemas.openxmlformats.org/drawingml/2006/main">
              <a:ext uri="{FF2B5EF4-FFF2-40B4-BE49-F238E27FC236}">
                <a16:creationId xmlns:a16="http://schemas.microsoft.com/office/drawing/2014/main" id="{7A63BE74-872E-49E5-A889-05251EF30E91}"/>
              </a:ext>
            </a:extLst>
          </p:cNvPr>
          <p:cNvSpPr>
            <a:spLocks xmlns:a="http://schemas.openxmlformats.org/drawingml/2006/main" noGrp="1"/>
          </p:cNvSpPr>
          <p:nvPr/>
        </p:nvSpPr>
        <p:spPr>
          <a:xfrm xmlns:a="http://schemas.openxmlformats.org/drawingml/2006/main">
            <a:off x="9048750" y="5095875"/>
            <a:ext cx="26193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D7D3CC"/>
                </a:solidFill>
                <a:latin typeface="Arial"/>
                <a:ea typeface="Arial"/>
                <a:cs typeface="Arial"/>
              </a:defRPr>
            </a:defPPr>
            <a:lvl1pPr>
              <a:buNone/>
              <a:defRPr sz="1800" b="0">
                <a:solidFill>
                  <a:srgbClr val="D7D3CC"/>
                </a:solidFill>
                <a:latin typeface="Arial"/>
                <a:ea typeface="Arial"/>
                <a:cs typeface="Arial"/>
              </a:defRPr>
            </a:lvl1pPr>
            <a:lvl2pPr>
              <a:buNone/>
              <a:defRPr sz="1800" b="0">
                <a:solidFill>
                  <a:srgbClr val="D7D3CC"/>
                </a:solidFill>
                <a:latin typeface="Arial"/>
                <a:ea typeface="Arial"/>
                <a:cs typeface="Arial"/>
              </a:defRPr>
            </a:lvl2pPr>
            <a:lvl3pPr>
              <a:buNone/>
              <a:defRPr sz="1800" b="0">
                <a:solidFill>
                  <a:srgbClr val="D7D3CC"/>
                </a:solidFill>
                <a:latin typeface="Arial"/>
                <a:ea typeface="Arial"/>
                <a:cs typeface="Arial"/>
              </a:defRPr>
            </a:lvl3pPr>
            <a:lvl4pPr>
              <a:buNone/>
              <a:defRPr sz="1800" b="0">
                <a:solidFill>
                  <a:srgbClr val="D7D3CC"/>
                </a:solidFill>
                <a:latin typeface="Arial"/>
                <a:ea typeface="Arial"/>
                <a:cs typeface="Arial"/>
              </a:defRPr>
            </a:lvl4pPr>
            <a:lvl5pPr>
              <a:buNone/>
              <a:defRPr sz="1800" b="0">
                <a:solidFill>
                  <a:srgbClr val="D7D3CC"/>
                </a:solidFill>
                <a:latin typeface="Arial"/>
                <a:ea typeface="Arial"/>
                <a:cs typeface="Arial"/>
              </a:defRPr>
            </a:lvl5pPr>
            <a:lvl6pPr>
              <a:buNone/>
              <a:defRPr sz="1800" b="0">
                <a:solidFill>
                  <a:srgbClr val="D7D3CC"/>
                </a:solidFill>
                <a:latin typeface="Arial"/>
                <a:ea typeface="Arial"/>
                <a:cs typeface="Arial"/>
              </a:defRPr>
            </a:lvl6pPr>
            <a:lvl7pPr>
              <a:buNone/>
              <a:defRPr sz="1800" b="0">
                <a:solidFill>
                  <a:srgbClr val="D7D3CC"/>
                </a:solidFill>
                <a:latin typeface="Arial"/>
                <a:ea typeface="Arial"/>
                <a:cs typeface="Arial"/>
              </a:defRPr>
            </a:lvl7pPr>
            <a:lvl8pPr>
              <a:buNone/>
              <a:defRPr sz="1800" b="0">
                <a:solidFill>
                  <a:srgbClr val="D7D3CC"/>
                </a:solidFill>
                <a:latin typeface="Arial"/>
                <a:ea typeface="Arial"/>
                <a:cs typeface="Arial"/>
              </a:defRPr>
            </a:lvl8pPr>
            <a:lvl9pPr>
              <a:buNone/>
              <a:defRPr sz="1800" b="0">
                <a:solidFill>
                  <a:srgbClr val="D7D3CC"/>
                </a:solidFill>
                <a:latin typeface="Arial"/>
                <a:ea typeface="Arial"/>
                <a:cs typeface="Arial"/>
              </a:defRPr>
            </a:lvl9pPr>
          </a:lstStyle>
          <a:p xmlns:a="http://schemas.openxmlformats.org/drawingml/2006/main">
            <a:pPr>
              <a:buNone/>
              <a:defRPr sz="1800" b="0">
                <a:solidFill>
                  <a:srgbClr val="D7D3CC"/>
                </a:solidFill>
                <a:latin typeface="Arial"/>
                <a:ea typeface="Arial"/>
                <a:cs typeface="Arial"/>
              </a:defRPr>
            </a:pPr>
            <a:r>
              <a:rPr sz="1800" b="0">
                <a:solidFill>
                  <a:srgbClr val="D7D3CC"/>
                </a:solidFill>
                <a:latin typeface="Arial"/>
                <a:ea typeface="Arial"/>
                <a:cs typeface="Arial"/>
              </a:rPr>
              <a:t>Go 4th Fridays</a:t>
            </a:r>
          </a:p>
          <a:p xmlns:a="http://schemas.openxmlformats.org/drawingml/2006/main">
            <a:pPr>
              <a:buNone/>
              <a:defRPr sz="1800" b="0">
                <a:solidFill>
                  <a:srgbClr val="D7D3CC"/>
                </a:solidFill>
                <a:latin typeface="Arial"/>
                <a:ea typeface="Arial"/>
                <a:cs typeface="Arial"/>
              </a:defRPr>
            </a:pPr>
            <a:r>
              <a:rPr sz="1800" b="0">
                <a:solidFill>
                  <a:srgbClr val="D7D3CC"/>
                </a:solidFill>
                <a:latin typeface="Arial"/>
                <a:ea typeface="Arial"/>
                <a:cs typeface="Arial"/>
              </a:rPr>
              <a:t>October 23, 2026</a:t>
            </a:r>
          </a:p>
        </p:txBody>
      </p:sp>
      <p:sp>
        <p:nvSpPr>
          <p:cNvPr id="7" name="">
            <a:extLst xmlns:a="http://schemas.openxmlformats.org/drawingml/2006/main">
              <a:ext uri="{FF2B5EF4-FFF2-40B4-BE49-F238E27FC236}">
                <a16:creationId xmlns:a16="http://schemas.microsoft.com/office/drawing/2014/main" id="{864E43FC-C41B-4D2B-AB44-496AEEAC7033}"/>
              </a:ext>
            </a:extLst>
          </p:cNvPr>
          <p:cNvSpPr>
            <a:spLocks xmlns:a="http://schemas.openxmlformats.org/drawingml/2006/main" noGrp="1"/>
          </p:cNvSpPr>
          <p:nvPr/>
        </p:nvSpPr>
        <p:spPr>
          <a:xfrm xmlns:a="http://schemas.openxmlformats.org/drawingml/2006/main">
            <a:off x="762000" y="4933950"/>
            <a:ext cx="366712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1">
                <a:solidFill>
                  <a:srgbClr val="FFFFFF"/>
                </a:solidFill>
              </a:defRPr>
            </a:defPPr>
            <a:lvl1pPr algn="l">
              <a:buNone/>
              <a:defRPr sz="2100" b="1">
                <a:solidFill>
                  <a:srgbClr val="FFFFFF"/>
                </a:solidFill>
              </a:defRPr>
            </a:lvl1pPr>
            <a:lvl2pPr algn="l">
              <a:buNone/>
              <a:defRPr sz="2100" b="1">
                <a:solidFill>
                  <a:srgbClr val="FFFFFF"/>
                </a:solidFill>
              </a:defRPr>
            </a:lvl2pPr>
            <a:lvl3pPr algn="l">
              <a:buNone/>
              <a:defRPr sz="2100" b="1">
                <a:solidFill>
                  <a:srgbClr val="FFFFFF"/>
                </a:solidFill>
              </a:defRPr>
            </a:lvl3pPr>
            <a:lvl4pPr algn="l">
              <a:buNone/>
              <a:defRPr sz="2100" b="1">
                <a:solidFill>
                  <a:srgbClr val="FFFFFF"/>
                </a:solidFill>
              </a:defRPr>
            </a:lvl4pPr>
            <a:lvl5pPr algn="l">
              <a:buNone/>
              <a:defRPr sz="2100" b="1">
                <a:solidFill>
                  <a:srgbClr val="FFFFFF"/>
                </a:solidFill>
              </a:defRPr>
            </a:lvl5pPr>
            <a:lvl6pPr algn="l">
              <a:buNone/>
              <a:defRPr sz="2100" b="1">
                <a:solidFill>
                  <a:srgbClr val="FFFFFF"/>
                </a:solidFill>
              </a:defRPr>
            </a:lvl6pPr>
            <a:lvl7pPr algn="l">
              <a:buNone/>
              <a:defRPr sz="2100" b="1">
                <a:solidFill>
                  <a:srgbClr val="FFFFFF"/>
                </a:solidFill>
              </a:defRPr>
            </a:lvl7pPr>
            <a:lvl8pPr algn="l">
              <a:buNone/>
              <a:defRPr sz="2100" b="1">
                <a:solidFill>
                  <a:srgbClr val="FFFFFF"/>
                </a:solidFill>
              </a:defRPr>
            </a:lvl8pPr>
            <a:lvl9pPr algn="l">
              <a:buNone/>
              <a:defRPr sz="2100" b="1">
                <a:solidFill>
                  <a:srgbClr val="FFFFFF"/>
                </a:solidFill>
              </a:defRPr>
            </a:lvl9pPr>
          </a:lstStyle>
          <a:p xmlns:a="http://schemas.openxmlformats.org/drawingml/2006/main">
            <a:pPr algn="l">
              <a:buNone/>
              <a:defRPr sz="2100" b="1">
                <a:solidFill>
                  <a:srgbClr val="FFFFFF"/>
                </a:solidFill>
              </a:defRPr>
            </a:pPr>
            <a:r>
              <a:rPr sz="2100" b="1">
                <a:solidFill>
                  <a:srgbClr val="FFFFFF"/>
                </a:solidFill>
              </a:rPr>
              <a:t>Brad Daugherty</a:t>
            </a:r>
          </a:p>
        </p:txBody>
      </p:sp>
      <p:sp>
        <p:nvSpPr>
          <p:cNvPr id="8" name="">
            <a:extLst xmlns:a="http://schemas.openxmlformats.org/drawingml/2006/main">
              <a:ext uri="{FF2B5EF4-FFF2-40B4-BE49-F238E27FC236}">
                <a16:creationId xmlns:a16="http://schemas.microsoft.com/office/drawing/2014/main" id="{4A3469CE-0AB9-4DCF-80F8-A3791C0565F8}"/>
              </a:ext>
            </a:extLst>
          </p:cNvPr>
          <p:cNvSpPr>
            <a:spLocks xmlns:a="http://schemas.openxmlformats.org/drawingml/2006/main" noGrp="1"/>
          </p:cNvSpPr>
          <p:nvPr/>
        </p:nvSpPr>
        <p:spPr>
          <a:xfrm xmlns:a="http://schemas.openxmlformats.org/drawingml/2006/main">
            <a:off x="762000" y="5362575"/>
            <a:ext cx="36671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500" b="0">
                <a:solidFill>
                  <a:srgbClr val="D7D3CC"/>
                </a:solidFill>
              </a:defRPr>
            </a:defPPr>
            <a:lvl1pPr algn="l">
              <a:buNone/>
              <a:defRPr sz="1500" b="0">
                <a:solidFill>
                  <a:srgbClr val="D7D3CC"/>
                </a:solidFill>
              </a:defRPr>
            </a:lvl1pPr>
            <a:lvl2pPr algn="l">
              <a:buNone/>
              <a:defRPr sz="1500" b="0">
                <a:solidFill>
                  <a:srgbClr val="D7D3CC"/>
                </a:solidFill>
              </a:defRPr>
            </a:lvl2pPr>
            <a:lvl3pPr algn="l">
              <a:buNone/>
              <a:defRPr sz="1500" b="0">
                <a:solidFill>
                  <a:srgbClr val="D7D3CC"/>
                </a:solidFill>
              </a:defRPr>
            </a:lvl3pPr>
            <a:lvl4pPr algn="l">
              <a:buNone/>
              <a:defRPr sz="1500" b="0">
                <a:solidFill>
                  <a:srgbClr val="D7D3CC"/>
                </a:solidFill>
              </a:defRPr>
            </a:lvl4pPr>
            <a:lvl5pPr algn="l">
              <a:buNone/>
              <a:defRPr sz="1500" b="0">
                <a:solidFill>
                  <a:srgbClr val="D7D3CC"/>
                </a:solidFill>
              </a:defRPr>
            </a:lvl5pPr>
            <a:lvl6pPr algn="l">
              <a:buNone/>
              <a:defRPr sz="1500" b="0">
                <a:solidFill>
                  <a:srgbClr val="D7D3CC"/>
                </a:solidFill>
              </a:defRPr>
            </a:lvl6pPr>
            <a:lvl7pPr algn="l">
              <a:buNone/>
              <a:defRPr sz="1500" b="0">
                <a:solidFill>
                  <a:srgbClr val="D7D3CC"/>
                </a:solidFill>
              </a:defRPr>
            </a:lvl7pPr>
            <a:lvl8pPr algn="l">
              <a:buNone/>
              <a:defRPr sz="1500" b="0">
                <a:solidFill>
                  <a:srgbClr val="D7D3CC"/>
                </a:solidFill>
              </a:defRPr>
            </a:lvl8pPr>
            <a:lvl9pPr algn="l">
              <a:buNone/>
              <a:defRPr sz="1500" b="0">
                <a:solidFill>
                  <a:srgbClr val="D7D3CC"/>
                </a:solidFill>
              </a:defRPr>
            </a:lvl9pPr>
          </a:lstStyle>
          <a:p xmlns:a="http://schemas.openxmlformats.org/drawingml/2006/main">
            <a:pPr algn="l">
              <a:buNone/>
              <a:defRPr sz="1500" b="0">
                <a:solidFill>
                  <a:srgbClr val="D7D3CC"/>
                </a:solidFill>
              </a:defRPr>
            </a:pPr>
            <a:r>
              <a:rPr sz="1500" b="0">
                <a:solidFill>
                  <a:srgbClr val="D7D3CC"/>
                </a:solidFill>
              </a:rPr>
              <a:t>Engineering Team Lead, Remington</a:t>
            </a:r>
          </a:p>
        </p:txBody>
      </p:sp>
      <p:sp>
        <p:nvSpPr>
          <p:cNvPr id="9" name="">
            <a:extLst xmlns:a="http://schemas.openxmlformats.org/drawingml/2006/main">
              <a:ext uri="{FF2B5EF4-FFF2-40B4-BE49-F238E27FC236}">
                <a16:creationId xmlns:a16="http://schemas.microsoft.com/office/drawing/2014/main" id="{1AD6AB4A-A049-4EFB-975F-067ABEC1CB78}"/>
              </a:ext>
            </a:extLst>
          </p:cNvPr>
          <p:cNvSpPr>
            <a:spLocks xmlns:a="http://schemas.openxmlformats.org/drawingml/2006/main" noGrp="1"/>
          </p:cNvSpPr>
          <p:nvPr/>
        </p:nvSpPr>
        <p:spPr>
          <a:xfrm xmlns:a="http://schemas.openxmlformats.org/drawingml/2006/main">
            <a:off x="4552950" y="4933950"/>
            <a:ext cx="366712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1">
                <a:solidFill>
                  <a:srgbClr val="FFFFFF"/>
                </a:solidFill>
              </a:defRPr>
            </a:defPPr>
            <a:lvl1pPr algn="l">
              <a:buNone/>
              <a:defRPr sz="2100" b="1">
                <a:solidFill>
                  <a:srgbClr val="FFFFFF"/>
                </a:solidFill>
              </a:defRPr>
            </a:lvl1pPr>
            <a:lvl2pPr algn="l">
              <a:buNone/>
              <a:defRPr sz="2100" b="1">
                <a:solidFill>
                  <a:srgbClr val="FFFFFF"/>
                </a:solidFill>
              </a:defRPr>
            </a:lvl2pPr>
            <a:lvl3pPr algn="l">
              <a:buNone/>
              <a:defRPr sz="2100" b="1">
                <a:solidFill>
                  <a:srgbClr val="FFFFFF"/>
                </a:solidFill>
              </a:defRPr>
            </a:lvl3pPr>
            <a:lvl4pPr algn="l">
              <a:buNone/>
              <a:defRPr sz="2100" b="1">
                <a:solidFill>
                  <a:srgbClr val="FFFFFF"/>
                </a:solidFill>
              </a:defRPr>
            </a:lvl4pPr>
            <a:lvl5pPr algn="l">
              <a:buNone/>
              <a:defRPr sz="2100" b="1">
                <a:solidFill>
                  <a:srgbClr val="FFFFFF"/>
                </a:solidFill>
              </a:defRPr>
            </a:lvl5pPr>
            <a:lvl6pPr algn="l">
              <a:buNone/>
              <a:defRPr sz="2100" b="1">
                <a:solidFill>
                  <a:srgbClr val="FFFFFF"/>
                </a:solidFill>
              </a:defRPr>
            </a:lvl6pPr>
            <a:lvl7pPr algn="l">
              <a:buNone/>
              <a:defRPr sz="2100" b="1">
                <a:solidFill>
                  <a:srgbClr val="FFFFFF"/>
                </a:solidFill>
              </a:defRPr>
            </a:lvl7pPr>
            <a:lvl8pPr algn="l">
              <a:buNone/>
              <a:defRPr sz="2100" b="1">
                <a:solidFill>
                  <a:srgbClr val="FFFFFF"/>
                </a:solidFill>
              </a:defRPr>
            </a:lvl8pPr>
            <a:lvl9pPr algn="l">
              <a:buNone/>
              <a:defRPr sz="2100" b="1">
                <a:solidFill>
                  <a:srgbClr val="FFFFFF"/>
                </a:solidFill>
              </a:defRPr>
            </a:lvl9pPr>
          </a:lstStyle>
          <a:p xmlns:a="http://schemas.openxmlformats.org/drawingml/2006/main">
            <a:pPr algn="l">
              <a:buNone/>
              <a:defRPr sz="2100" b="1">
                <a:solidFill>
                  <a:srgbClr val="FFFFFF"/>
                </a:solidFill>
              </a:defRPr>
            </a:pPr>
            <a:r>
              <a:rPr sz="2100" b="1">
                <a:solidFill>
                  <a:srgbClr val="FFFFFF"/>
                </a:solidFill>
              </a:rPr>
              <a:t>Wesley Siharth</a:t>
            </a:r>
          </a:p>
        </p:txBody>
      </p:sp>
      <p:sp>
        <p:nvSpPr>
          <p:cNvPr id="10" name="">
            <a:extLst xmlns:a="http://schemas.openxmlformats.org/drawingml/2006/main">
              <a:ext uri="{FF2B5EF4-FFF2-40B4-BE49-F238E27FC236}">
                <a16:creationId xmlns:a16="http://schemas.microsoft.com/office/drawing/2014/main" id="{07902AB8-797A-45D3-8DAA-BF75684B2885}"/>
              </a:ext>
            </a:extLst>
          </p:cNvPr>
          <p:cNvSpPr>
            <a:spLocks xmlns:a="http://schemas.openxmlformats.org/drawingml/2006/main" noGrp="1"/>
          </p:cNvSpPr>
          <p:nvPr/>
        </p:nvSpPr>
        <p:spPr>
          <a:xfrm xmlns:a="http://schemas.openxmlformats.org/drawingml/2006/main">
            <a:off x="4552950" y="5362575"/>
            <a:ext cx="36671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500" b="0">
                <a:solidFill>
                  <a:srgbClr val="D7D3CC"/>
                </a:solidFill>
              </a:defRPr>
            </a:defPPr>
            <a:lvl1pPr algn="l">
              <a:buNone/>
              <a:defRPr sz="1500" b="0">
                <a:solidFill>
                  <a:srgbClr val="D7D3CC"/>
                </a:solidFill>
              </a:defRPr>
            </a:lvl1pPr>
            <a:lvl2pPr algn="l">
              <a:buNone/>
              <a:defRPr sz="1500" b="0">
                <a:solidFill>
                  <a:srgbClr val="D7D3CC"/>
                </a:solidFill>
              </a:defRPr>
            </a:lvl2pPr>
            <a:lvl3pPr algn="l">
              <a:buNone/>
              <a:defRPr sz="1500" b="0">
                <a:solidFill>
                  <a:srgbClr val="D7D3CC"/>
                </a:solidFill>
              </a:defRPr>
            </a:lvl3pPr>
            <a:lvl4pPr algn="l">
              <a:buNone/>
              <a:defRPr sz="1500" b="0">
                <a:solidFill>
                  <a:srgbClr val="D7D3CC"/>
                </a:solidFill>
              </a:defRPr>
            </a:lvl4pPr>
            <a:lvl5pPr algn="l">
              <a:buNone/>
              <a:defRPr sz="1500" b="0">
                <a:solidFill>
                  <a:srgbClr val="D7D3CC"/>
                </a:solidFill>
              </a:defRPr>
            </a:lvl5pPr>
            <a:lvl6pPr algn="l">
              <a:buNone/>
              <a:defRPr sz="1500" b="0">
                <a:solidFill>
                  <a:srgbClr val="D7D3CC"/>
                </a:solidFill>
              </a:defRPr>
            </a:lvl6pPr>
            <a:lvl7pPr algn="l">
              <a:buNone/>
              <a:defRPr sz="1500" b="0">
                <a:solidFill>
                  <a:srgbClr val="D7D3CC"/>
                </a:solidFill>
              </a:defRPr>
            </a:lvl7pPr>
            <a:lvl8pPr algn="l">
              <a:buNone/>
              <a:defRPr sz="1500" b="0">
                <a:solidFill>
                  <a:srgbClr val="D7D3CC"/>
                </a:solidFill>
              </a:defRPr>
            </a:lvl8pPr>
            <a:lvl9pPr algn="l">
              <a:buNone/>
              <a:defRPr sz="1500" b="0">
                <a:solidFill>
                  <a:srgbClr val="D7D3CC"/>
                </a:solidFill>
              </a:defRPr>
            </a:lvl9pPr>
          </a:lstStyle>
          <a:p xmlns:a="http://schemas.openxmlformats.org/drawingml/2006/main">
            <a:pPr algn="l">
              <a:buNone/>
              <a:defRPr sz="1500" b="0">
                <a:solidFill>
                  <a:srgbClr val="D7D3CC"/>
                </a:solidFill>
              </a:defRPr>
            </a:pPr>
            <a:r>
              <a:rPr sz="1500" b="0">
                <a:solidFill>
                  <a:srgbClr val="D7D3CC"/>
                </a:solidFill>
              </a:rPr>
              <a:t>Engineer</a:t>
            </a:r>
          </a:p>
        </p:txBody>
      </p:sp>
    </p:spTree>
    <p:extLst>
      <p:ext uri="{BB962C8B-B14F-4D97-AF65-F5344CB8AC3E}">
        <p14:creationId xmlns:p14="http://schemas.microsoft.com/office/powerpoint/2010/main" val="1159675204"/>
      </p:ext>
    </p:extLst>
  </p:cSld>
</p:sld>
</file>

<file path=ppt/slides/slide2.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pic>
        <p:nvPicPr>
          <p:cNvPr id="3" name="">
            <a:extLst xmlns:a="http://schemas.openxmlformats.org/drawingml/2006/main">
              <a:ext uri="{FF2B5EF4-FFF2-40B4-BE49-F238E27FC236}">
                <a16:creationId xmlns:a16="http://schemas.microsoft.com/office/drawing/2014/main" id="{04DBA283-85BB-4C37-AF65-7B4FA442BD3F}"/>
              </a:ext>
            </a:extLst>
          </p:cNvPr>
          <p:cNvPicPr>
            <a:picLocks xmlns:a="http://schemas.openxmlformats.org/drawingml/2006/main" noChangeAspect="1"/>
          </p:cNvPicPr>
          <p:nvPr/>
        </p:nvPicPr>
        <p:blipFill>
          <a:blip xmlns:r="http://schemas.openxmlformats.org/officeDocument/2006/relationships" xmlns:a="http://schemas.openxmlformats.org/drawingml/2006/main" r:embed="Rbfcb7626e46542ca"/>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74A4BDC-F992-4861-85D6-438F91078E81}"/>
              </a:ext>
            </a:extLst>
          </p:cNvPr>
          <p:cNvSpPr>
            <a:spLocks xmlns:a="http://schemas.openxmlformats.org/drawingml/2006/main" noGrp="1"/>
          </p:cNvSpPr>
          <p:nvPr/>
        </p:nvSpPr>
        <p:spPr>
          <a:xfrm xmlns:a="http://schemas.openxmlformats.org/drawingml/2006/main">
            <a:off x="0" y="6477000"/>
            <a:ext cx="12192000" cy="381000"/>
          </a:xfrm>
          <a:prstGeom xmlns:a="http://schemas.openxmlformats.org/drawingml/2006/main" prst="rect">
            <a:avLst/>
          </a:prstGeom>
          <a:solidFill xmlns:a="http://schemas.openxmlformats.org/drawingml/2006/main">
            <a:srgbClr val="231F2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332C6222-612E-49E1-A7DB-AF1890EE62E6}"/>
              </a:ext>
            </a:extLst>
          </p:cNvPr>
          <p:cNvSpPr>
            <a:spLocks xmlns:a="http://schemas.openxmlformats.org/drawingml/2006/main" noGrp="1"/>
          </p:cNvSpPr>
          <p:nvPr/>
        </p:nvSpPr>
        <p:spPr>
          <a:xfrm xmlns:a="http://schemas.openxmlformats.org/drawingml/2006/main">
            <a:off x="11334750" y="65341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0">
                <a:solidFill>
                  <a:srgbClr val="FFFFFF"/>
                </a:solidFill>
              </a:defRPr>
            </a:defPPr>
            <a:lvl1pPr algn="l">
              <a:buNone/>
              <a:defRPr sz="1125" b="0">
                <a:solidFill>
                  <a:srgbClr val="FFFFFF"/>
                </a:solidFill>
              </a:defRPr>
            </a:lvl1pPr>
            <a:lvl2pPr algn="l">
              <a:buNone/>
              <a:defRPr sz="1125" b="0">
                <a:solidFill>
                  <a:srgbClr val="FFFFFF"/>
                </a:solidFill>
              </a:defRPr>
            </a:lvl2pPr>
            <a:lvl3pPr algn="l">
              <a:buNone/>
              <a:defRPr sz="1125" b="0">
                <a:solidFill>
                  <a:srgbClr val="FFFFFF"/>
                </a:solidFill>
              </a:defRPr>
            </a:lvl3pPr>
            <a:lvl4pPr algn="l">
              <a:buNone/>
              <a:defRPr sz="1125" b="0">
                <a:solidFill>
                  <a:srgbClr val="FFFFFF"/>
                </a:solidFill>
              </a:defRPr>
            </a:lvl4pPr>
            <a:lvl5pPr algn="l">
              <a:buNone/>
              <a:defRPr sz="1125" b="0">
                <a:solidFill>
                  <a:srgbClr val="FFFFFF"/>
                </a:solidFill>
              </a:defRPr>
            </a:lvl5pPr>
            <a:lvl6pPr algn="l">
              <a:buNone/>
              <a:defRPr sz="1125" b="0">
                <a:solidFill>
                  <a:srgbClr val="FFFFFF"/>
                </a:solidFill>
              </a:defRPr>
            </a:lvl6pPr>
            <a:lvl7pPr algn="l">
              <a:buNone/>
              <a:defRPr sz="1125" b="0">
                <a:solidFill>
                  <a:srgbClr val="FFFFFF"/>
                </a:solidFill>
              </a:defRPr>
            </a:lvl7pPr>
            <a:lvl8pPr algn="l">
              <a:buNone/>
              <a:defRPr sz="1125" b="0">
                <a:solidFill>
                  <a:srgbClr val="FFFFFF"/>
                </a:solidFill>
              </a:defRPr>
            </a:lvl8pPr>
            <a:lvl9pPr algn="l">
              <a:buNone/>
              <a:defRPr sz="1125" b="0">
                <a:solidFill>
                  <a:srgbClr val="FFFFFF"/>
                </a:solidFill>
              </a:defRPr>
            </a:lvl9pPr>
          </a:lstStyle>
          <a:p xmlns:a="http://schemas.openxmlformats.org/drawingml/2006/main">
            <a:pPr algn="l">
              <a:buNone/>
              <a:defRPr sz="1125" b="0">
                <a:solidFill>
                  <a:srgbClr val="FFFFFF"/>
                </a:solidFill>
              </a:defRPr>
            </a:pPr>
            <a:r>
              <a:rPr sz="1125" b="0">
                <a:solidFill>
                  <a:srgbClr val="FFFFFF"/>
                </a:solidFill>
              </a:rPr>
              <a:t>02</a:t>
            </a:r>
          </a:p>
        </p:txBody>
      </p:sp>
      <p:sp>
        <p:nvSpPr>
          <p:cNvPr id="6" name="">
            <a:extLst xmlns:a="http://schemas.openxmlformats.org/drawingml/2006/main">
              <a:ext uri="{FF2B5EF4-FFF2-40B4-BE49-F238E27FC236}">
                <a16:creationId xmlns:a16="http://schemas.microsoft.com/office/drawing/2014/main" id="{0ADFD0A3-E85B-4097-97AB-7EC7BE10517F}"/>
              </a:ext>
            </a:extLst>
          </p:cNvPr>
          <p:cNvSpPr>
            <a:spLocks xmlns:a="http://schemas.openxmlformats.org/drawingml/2006/main" noGrp="1"/>
          </p:cNvSpPr>
          <p:nvPr/>
        </p:nvSpPr>
        <p:spPr>
          <a:xfrm xmlns:a="http://schemas.openxmlformats.org/drawingml/2006/main">
            <a:off x="685800" y="590550"/>
            <a:ext cx="10820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750" b="1">
                <a:solidFill>
                  <a:srgbClr val="231F20"/>
                </a:solidFill>
              </a:defRPr>
            </a:defPPr>
            <a:lvl1pPr algn="l">
              <a:buNone/>
              <a:defRPr sz="3750" b="1">
                <a:solidFill>
                  <a:srgbClr val="231F20"/>
                </a:solidFill>
              </a:defRPr>
            </a:lvl1pPr>
            <a:lvl2pPr algn="l">
              <a:buNone/>
              <a:defRPr sz="3750" b="1">
                <a:solidFill>
                  <a:srgbClr val="231F20"/>
                </a:solidFill>
              </a:defRPr>
            </a:lvl2pPr>
            <a:lvl3pPr algn="l">
              <a:buNone/>
              <a:defRPr sz="3750" b="1">
                <a:solidFill>
                  <a:srgbClr val="231F20"/>
                </a:solidFill>
              </a:defRPr>
            </a:lvl3pPr>
            <a:lvl4pPr algn="l">
              <a:buNone/>
              <a:defRPr sz="3750" b="1">
                <a:solidFill>
                  <a:srgbClr val="231F20"/>
                </a:solidFill>
              </a:defRPr>
            </a:lvl4pPr>
            <a:lvl5pPr algn="l">
              <a:buNone/>
              <a:defRPr sz="3750" b="1">
                <a:solidFill>
                  <a:srgbClr val="231F20"/>
                </a:solidFill>
              </a:defRPr>
            </a:lvl5pPr>
            <a:lvl6pPr algn="l">
              <a:buNone/>
              <a:defRPr sz="3750" b="1">
                <a:solidFill>
                  <a:srgbClr val="231F20"/>
                </a:solidFill>
              </a:defRPr>
            </a:lvl6pPr>
            <a:lvl7pPr algn="l">
              <a:buNone/>
              <a:defRPr sz="3750" b="1">
                <a:solidFill>
                  <a:srgbClr val="231F20"/>
                </a:solidFill>
              </a:defRPr>
            </a:lvl7pPr>
            <a:lvl8pPr algn="l">
              <a:buNone/>
              <a:defRPr sz="3750" b="1">
                <a:solidFill>
                  <a:srgbClr val="231F20"/>
                </a:solidFill>
              </a:defRPr>
            </a:lvl8pPr>
            <a:lvl9pPr algn="l">
              <a:buNone/>
              <a:defRPr sz="3750" b="1">
                <a:solidFill>
                  <a:srgbClr val="231F20"/>
                </a:solidFill>
              </a:defRPr>
            </a:lvl9pPr>
          </a:lstStyle>
          <a:p xmlns:a="http://schemas.openxmlformats.org/drawingml/2006/main">
            <a:pPr algn="l">
              <a:buNone/>
              <a:defRPr sz="3750" b="1">
                <a:solidFill>
                  <a:srgbClr val="231F20"/>
                </a:solidFill>
              </a:defRPr>
            </a:pPr>
            <a:r>
              <a:rPr sz="3750" b="1">
                <a:solidFill>
                  <a:srgbClr val="231F20"/>
                </a:solidFill>
              </a:rPr>
              <a:t>Writing the next rules</a:t>
            </a:r>
          </a:p>
        </p:txBody>
      </p:sp>
      <p:sp>
        <p:nvSpPr>
          <p:cNvPr id="7" name="">
            <a:extLst xmlns:a="http://schemas.openxmlformats.org/drawingml/2006/main">
              <a:ext uri="{FF2B5EF4-FFF2-40B4-BE49-F238E27FC236}">
                <a16:creationId xmlns:a16="http://schemas.microsoft.com/office/drawing/2014/main" id="{C10AB177-2856-4A72-8EE2-CAAE6D27707C}"/>
              </a:ext>
            </a:extLst>
          </p:cNvPr>
          <p:cNvSpPr>
            <a:spLocks xmlns:a="http://schemas.openxmlformats.org/drawingml/2006/main" noGrp="1"/>
          </p:cNvSpPr>
          <p:nvPr/>
        </p:nvSpPr>
        <p:spPr>
          <a:xfrm xmlns:a="http://schemas.openxmlformats.org/drawingml/2006/main">
            <a:off x="762000" y="2019300"/>
            <a:ext cx="10668000"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A25044B-2A5E-4ACB-92A7-FF0C97D2CF23}"/>
              </a:ext>
            </a:extLst>
          </p:cNvPr>
          <p:cNvSpPr>
            <a:spLocks xmlns:a="http://schemas.openxmlformats.org/drawingml/2006/main" noGrp="1"/>
          </p:cNvSpPr>
          <p:nvPr/>
        </p:nvSpPr>
        <p:spPr>
          <a:xfrm xmlns:a="http://schemas.openxmlformats.org/drawingml/2006/main">
            <a:off x="762000" y="2571750"/>
            <a:ext cx="2952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950" b="1">
                <a:solidFill>
                  <a:srgbClr val="826941"/>
                </a:solidFill>
              </a:defRPr>
            </a:defPPr>
            <a:lvl1pPr algn="l">
              <a:buNone/>
              <a:defRPr sz="4950" b="1">
                <a:solidFill>
                  <a:srgbClr val="826941"/>
                </a:solidFill>
              </a:defRPr>
            </a:lvl1pPr>
            <a:lvl2pPr algn="l">
              <a:buNone/>
              <a:defRPr sz="4950" b="1">
                <a:solidFill>
                  <a:srgbClr val="826941"/>
                </a:solidFill>
              </a:defRPr>
            </a:lvl2pPr>
            <a:lvl3pPr algn="l">
              <a:buNone/>
              <a:defRPr sz="4950" b="1">
                <a:solidFill>
                  <a:srgbClr val="826941"/>
                </a:solidFill>
              </a:defRPr>
            </a:lvl3pPr>
            <a:lvl4pPr algn="l">
              <a:buNone/>
              <a:defRPr sz="4950" b="1">
                <a:solidFill>
                  <a:srgbClr val="826941"/>
                </a:solidFill>
              </a:defRPr>
            </a:lvl4pPr>
            <a:lvl5pPr algn="l">
              <a:buNone/>
              <a:defRPr sz="4950" b="1">
                <a:solidFill>
                  <a:srgbClr val="826941"/>
                </a:solidFill>
              </a:defRPr>
            </a:lvl5pPr>
            <a:lvl6pPr algn="l">
              <a:buNone/>
              <a:defRPr sz="4950" b="1">
                <a:solidFill>
                  <a:srgbClr val="826941"/>
                </a:solidFill>
              </a:defRPr>
            </a:lvl6pPr>
            <a:lvl7pPr algn="l">
              <a:buNone/>
              <a:defRPr sz="4950" b="1">
                <a:solidFill>
                  <a:srgbClr val="826941"/>
                </a:solidFill>
              </a:defRPr>
            </a:lvl7pPr>
            <a:lvl8pPr algn="l">
              <a:buNone/>
              <a:defRPr sz="4950" b="1">
                <a:solidFill>
                  <a:srgbClr val="826941"/>
                </a:solidFill>
              </a:defRPr>
            </a:lvl8pPr>
            <a:lvl9pPr algn="l">
              <a:buNone/>
              <a:defRPr sz="4950" b="1">
                <a:solidFill>
                  <a:srgbClr val="826941"/>
                </a:solidFill>
              </a:defRPr>
            </a:lvl9pPr>
          </a:lstStyle>
          <a:p xmlns:a="http://schemas.openxmlformats.org/drawingml/2006/main">
            <a:pPr algn="l">
              <a:buNone/>
              <a:defRPr sz="4950" b="1">
                <a:solidFill>
                  <a:srgbClr val="826941"/>
                </a:solidFill>
              </a:defRPr>
            </a:pPr>
            <a:r>
              <a:rPr sz="4950" b="1">
                <a:solidFill>
                  <a:srgbClr val="826941"/>
                </a:solidFill>
              </a:rPr>
              <a:t>1816</a:t>
            </a:r>
          </a:p>
        </p:txBody>
      </p:sp>
      <p:sp>
        <p:nvSpPr>
          <p:cNvPr id="9" name="">
            <a:extLst xmlns:a="http://schemas.openxmlformats.org/drawingml/2006/main">
              <a:ext uri="{FF2B5EF4-FFF2-40B4-BE49-F238E27FC236}">
                <a16:creationId xmlns:a16="http://schemas.microsoft.com/office/drawing/2014/main" id="{51480F62-379F-4F87-9C36-13B4B168FA23}"/>
              </a:ext>
            </a:extLst>
          </p:cNvPr>
          <p:cNvSpPr>
            <a:spLocks xmlns:a="http://schemas.openxmlformats.org/drawingml/2006/main" noGrp="1"/>
          </p:cNvSpPr>
          <p:nvPr/>
        </p:nvSpPr>
        <p:spPr>
          <a:xfrm xmlns:a="http://schemas.openxmlformats.org/drawingml/2006/main">
            <a:off x="762000" y="3552825"/>
            <a:ext cx="3190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a:solidFill>
                  <a:srgbClr val="231F20"/>
                </a:solidFill>
              </a:defRPr>
            </a:defPPr>
            <a:lvl1pPr algn="l">
              <a:buNone/>
              <a:defRPr sz="2100" b="0">
                <a:solidFill>
                  <a:srgbClr val="231F20"/>
                </a:solidFill>
              </a:defRPr>
            </a:lvl1pPr>
            <a:lvl2pPr algn="l">
              <a:buNone/>
              <a:defRPr sz="2100" b="0">
                <a:solidFill>
                  <a:srgbClr val="231F20"/>
                </a:solidFill>
              </a:defRPr>
            </a:lvl2pPr>
            <a:lvl3pPr algn="l">
              <a:buNone/>
              <a:defRPr sz="2100" b="0">
                <a:solidFill>
                  <a:srgbClr val="231F20"/>
                </a:solidFill>
              </a:defRPr>
            </a:lvl3pPr>
            <a:lvl4pPr algn="l">
              <a:buNone/>
              <a:defRPr sz="2100" b="0">
                <a:solidFill>
                  <a:srgbClr val="231F20"/>
                </a:solidFill>
              </a:defRPr>
            </a:lvl4pPr>
            <a:lvl5pPr algn="l">
              <a:buNone/>
              <a:defRPr sz="2100" b="0">
                <a:solidFill>
                  <a:srgbClr val="231F20"/>
                </a:solidFill>
              </a:defRPr>
            </a:lvl5pPr>
            <a:lvl6pPr algn="l">
              <a:buNone/>
              <a:defRPr sz="2100" b="0">
                <a:solidFill>
                  <a:srgbClr val="231F20"/>
                </a:solidFill>
              </a:defRPr>
            </a:lvl6pPr>
            <a:lvl7pPr algn="l">
              <a:buNone/>
              <a:defRPr sz="2100" b="0">
                <a:solidFill>
                  <a:srgbClr val="231F20"/>
                </a:solidFill>
              </a:defRPr>
            </a:lvl7pPr>
            <a:lvl8pPr algn="l">
              <a:buNone/>
              <a:defRPr sz="2100" b="0">
                <a:solidFill>
                  <a:srgbClr val="231F20"/>
                </a:solidFill>
              </a:defRPr>
            </a:lvl8pPr>
            <a:lvl9pPr algn="l">
              <a:buNone/>
              <a:defRPr sz="2100" b="0">
                <a:solidFill>
                  <a:srgbClr val="231F20"/>
                </a:solidFill>
              </a:defRPr>
            </a:lvl9pPr>
          </a:lstStyle>
          <a:p xmlns:a="http://schemas.openxmlformats.org/drawingml/2006/main">
            <a:pPr algn="l">
              <a:buNone/>
              <a:defRPr sz="2100" b="0">
                <a:solidFill>
                  <a:srgbClr val="231F20"/>
                </a:solidFill>
              </a:defRPr>
            </a:pPr>
            <a:r>
              <a:rPr sz="2100" b="0">
                <a:solidFill>
                  <a:srgbClr val="231F20"/>
                </a:solidFill>
              </a:rPr>
              <a:t>Remington</a:t>
            </a:r>
          </a:p>
        </p:txBody>
      </p:sp>
      <p:sp>
        <p:nvSpPr>
          <p:cNvPr id="10" name="">
            <a:extLst xmlns:a="http://schemas.openxmlformats.org/drawingml/2006/main">
              <a:ext uri="{FF2B5EF4-FFF2-40B4-BE49-F238E27FC236}">
                <a16:creationId xmlns:a16="http://schemas.microsoft.com/office/drawing/2014/main" id="{32B7180A-19FB-43BD-87EF-0B0CF99F6A96}"/>
              </a:ext>
            </a:extLst>
          </p:cNvPr>
          <p:cNvSpPr>
            <a:spLocks xmlns:a="http://schemas.openxmlformats.org/drawingml/2006/main" noGrp="1"/>
          </p:cNvSpPr>
          <p:nvPr/>
        </p:nvSpPr>
        <p:spPr>
          <a:xfrm xmlns:a="http://schemas.openxmlformats.org/drawingml/2006/main">
            <a:off x="4619625" y="2571750"/>
            <a:ext cx="2952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950" b="1">
                <a:solidFill>
                  <a:srgbClr val="826941"/>
                </a:solidFill>
              </a:defRPr>
            </a:defPPr>
            <a:lvl1pPr algn="l">
              <a:buNone/>
              <a:defRPr sz="4950" b="1">
                <a:solidFill>
                  <a:srgbClr val="826941"/>
                </a:solidFill>
              </a:defRPr>
            </a:lvl1pPr>
            <a:lvl2pPr algn="l">
              <a:buNone/>
              <a:defRPr sz="4950" b="1">
                <a:solidFill>
                  <a:srgbClr val="826941"/>
                </a:solidFill>
              </a:defRPr>
            </a:lvl2pPr>
            <a:lvl3pPr algn="l">
              <a:buNone/>
              <a:defRPr sz="4950" b="1">
                <a:solidFill>
                  <a:srgbClr val="826941"/>
                </a:solidFill>
              </a:defRPr>
            </a:lvl3pPr>
            <a:lvl4pPr algn="l">
              <a:buNone/>
              <a:defRPr sz="4950" b="1">
                <a:solidFill>
                  <a:srgbClr val="826941"/>
                </a:solidFill>
              </a:defRPr>
            </a:lvl4pPr>
            <a:lvl5pPr algn="l">
              <a:buNone/>
              <a:defRPr sz="4950" b="1">
                <a:solidFill>
                  <a:srgbClr val="826941"/>
                </a:solidFill>
              </a:defRPr>
            </a:lvl5pPr>
            <a:lvl6pPr algn="l">
              <a:buNone/>
              <a:defRPr sz="4950" b="1">
                <a:solidFill>
                  <a:srgbClr val="826941"/>
                </a:solidFill>
              </a:defRPr>
            </a:lvl6pPr>
            <a:lvl7pPr algn="l">
              <a:buNone/>
              <a:defRPr sz="4950" b="1">
                <a:solidFill>
                  <a:srgbClr val="826941"/>
                </a:solidFill>
              </a:defRPr>
            </a:lvl7pPr>
            <a:lvl8pPr algn="l">
              <a:buNone/>
              <a:defRPr sz="4950" b="1">
                <a:solidFill>
                  <a:srgbClr val="826941"/>
                </a:solidFill>
              </a:defRPr>
            </a:lvl8pPr>
            <a:lvl9pPr algn="l">
              <a:buNone/>
              <a:defRPr sz="4950" b="1">
                <a:solidFill>
                  <a:srgbClr val="826941"/>
                </a:solidFill>
              </a:defRPr>
            </a:lvl9pPr>
          </a:lstStyle>
          <a:p xmlns:a="http://schemas.openxmlformats.org/drawingml/2006/main">
            <a:pPr algn="l">
              <a:buNone/>
              <a:defRPr sz="4950" b="1">
                <a:solidFill>
                  <a:srgbClr val="826941"/>
                </a:solidFill>
              </a:defRPr>
            </a:pPr>
            <a:r>
              <a:rPr sz="4950" b="1">
                <a:solidFill>
                  <a:srgbClr val="826941"/>
                </a:solidFill>
              </a:rPr>
              <a:t>1969</a:t>
            </a:r>
          </a:p>
        </p:txBody>
      </p:sp>
      <p:sp>
        <p:nvSpPr>
          <p:cNvPr id="11" name="">
            <a:extLst xmlns:a="http://schemas.openxmlformats.org/drawingml/2006/main">
              <a:ext uri="{FF2B5EF4-FFF2-40B4-BE49-F238E27FC236}">
                <a16:creationId xmlns:a16="http://schemas.microsoft.com/office/drawing/2014/main" id="{CEC9E0BD-C7A9-4AF3-B02E-C2DDBBE4F034}"/>
              </a:ext>
            </a:extLst>
          </p:cNvPr>
          <p:cNvSpPr>
            <a:spLocks xmlns:a="http://schemas.openxmlformats.org/drawingml/2006/main" noGrp="1"/>
          </p:cNvSpPr>
          <p:nvPr/>
        </p:nvSpPr>
        <p:spPr>
          <a:xfrm xmlns:a="http://schemas.openxmlformats.org/drawingml/2006/main">
            <a:off x="4619625" y="3552825"/>
            <a:ext cx="3190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a:solidFill>
                  <a:srgbClr val="231F20"/>
                </a:solidFill>
              </a:defRPr>
            </a:defPPr>
            <a:lvl1pPr algn="l">
              <a:buNone/>
              <a:defRPr sz="2100" b="0">
                <a:solidFill>
                  <a:srgbClr val="231F20"/>
                </a:solidFill>
              </a:defRPr>
            </a:lvl1pPr>
            <a:lvl2pPr algn="l">
              <a:buNone/>
              <a:defRPr sz="2100" b="0">
                <a:solidFill>
                  <a:srgbClr val="231F20"/>
                </a:solidFill>
              </a:defRPr>
            </a:lvl2pPr>
            <a:lvl3pPr algn="l">
              <a:buNone/>
              <a:defRPr sz="2100" b="0">
                <a:solidFill>
                  <a:srgbClr val="231F20"/>
                </a:solidFill>
              </a:defRPr>
            </a:lvl3pPr>
            <a:lvl4pPr algn="l">
              <a:buNone/>
              <a:defRPr sz="2100" b="0">
                <a:solidFill>
                  <a:srgbClr val="231F20"/>
                </a:solidFill>
              </a:defRPr>
            </a:lvl4pPr>
            <a:lvl5pPr algn="l">
              <a:buNone/>
              <a:defRPr sz="2100" b="0">
                <a:solidFill>
                  <a:srgbClr val="231F20"/>
                </a:solidFill>
              </a:defRPr>
            </a:lvl5pPr>
            <a:lvl6pPr algn="l">
              <a:buNone/>
              <a:defRPr sz="2100" b="0">
                <a:solidFill>
                  <a:srgbClr val="231F20"/>
                </a:solidFill>
              </a:defRPr>
            </a:lvl6pPr>
            <a:lvl7pPr algn="l">
              <a:buNone/>
              <a:defRPr sz="2100" b="0">
                <a:solidFill>
                  <a:srgbClr val="231F20"/>
                </a:solidFill>
              </a:defRPr>
            </a:lvl7pPr>
            <a:lvl8pPr algn="l">
              <a:buNone/>
              <a:defRPr sz="2100" b="0">
                <a:solidFill>
                  <a:srgbClr val="231F20"/>
                </a:solidFill>
              </a:defRPr>
            </a:lvl8pPr>
            <a:lvl9pPr algn="l">
              <a:buNone/>
              <a:defRPr sz="2100" b="0">
                <a:solidFill>
                  <a:srgbClr val="231F20"/>
                </a:solidFill>
              </a:defRPr>
            </a:lvl9pPr>
          </a:lstStyle>
          <a:p xmlns:a="http://schemas.openxmlformats.org/drawingml/2006/main">
            <a:pPr algn="l">
              <a:buNone/>
              <a:defRPr sz="2100" b="0">
                <a:solidFill>
                  <a:srgbClr val="231F20"/>
                </a:solidFill>
              </a:defRPr>
            </a:pPr>
            <a:r>
              <a:rPr sz="2100" b="0">
                <a:solidFill>
                  <a:srgbClr val="231F20"/>
                </a:solidFill>
              </a:rPr>
              <a:t>Lonoke</a:t>
            </a:r>
          </a:p>
        </p:txBody>
      </p:sp>
      <p:sp>
        <p:nvSpPr>
          <p:cNvPr id="12" name="">
            <a:extLst xmlns:a="http://schemas.openxmlformats.org/drawingml/2006/main">
              <a:ext uri="{FF2B5EF4-FFF2-40B4-BE49-F238E27FC236}">
                <a16:creationId xmlns:a16="http://schemas.microsoft.com/office/drawing/2014/main" id="{87D41DD5-9941-4EED-ACF2-906A7C57DC81}"/>
              </a:ext>
            </a:extLst>
          </p:cNvPr>
          <p:cNvSpPr>
            <a:spLocks xmlns:a="http://schemas.openxmlformats.org/drawingml/2006/main" noGrp="1"/>
          </p:cNvSpPr>
          <p:nvPr/>
        </p:nvSpPr>
        <p:spPr>
          <a:xfrm xmlns:a="http://schemas.openxmlformats.org/drawingml/2006/main">
            <a:off x="8477250" y="2571750"/>
            <a:ext cx="2952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950" b="1">
                <a:solidFill>
                  <a:srgbClr val="826941"/>
                </a:solidFill>
              </a:defRPr>
            </a:defPPr>
            <a:lvl1pPr algn="l">
              <a:buNone/>
              <a:defRPr sz="4950" b="1">
                <a:solidFill>
                  <a:srgbClr val="826941"/>
                </a:solidFill>
              </a:defRPr>
            </a:lvl1pPr>
            <a:lvl2pPr algn="l">
              <a:buNone/>
              <a:defRPr sz="4950" b="1">
                <a:solidFill>
                  <a:srgbClr val="826941"/>
                </a:solidFill>
              </a:defRPr>
            </a:lvl2pPr>
            <a:lvl3pPr algn="l">
              <a:buNone/>
              <a:defRPr sz="4950" b="1">
                <a:solidFill>
                  <a:srgbClr val="826941"/>
                </a:solidFill>
              </a:defRPr>
            </a:lvl3pPr>
            <a:lvl4pPr algn="l">
              <a:buNone/>
              <a:defRPr sz="4950" b="1">
                <a:solidFill>
                  <a:srgbClr val="826941"/>
                </a:solidFill>
              </a:defRPr>
            </a:lvl4pPr>
            <a:lvl5pPr algn="l">
              <a:buNone/>
              <a:defRPr sz="4950" b="1">
                <a:solidFill>
                  <a:srgbClr val="826941"/>
                </a:solidFill>
              </a:defRPr>
            </a:lvl5pPr>
            <a:lvl6pPr algn="l">
              <a:buNone/>
              <a:defRPr sz="4950" b="1">
                <a:solidFill>
                  <a:srgbClr val="826941"/>
                </a:solidFill>
              </a:defRPr>
            </a:lvl6pPr>
            <a:lvl7pPr algn="l">
              <a:buNone/>
              <a:defRPr sz="4950" b="1">
                <a:solidFill>
                  <a:srgbClr val="826941"/>
                </a:solidFill>
              </a:defRPr>
            </a:lvl7pPr>
            <a:lvl8pPr algn="l">
              <a:buNone/>
              <a:defRPr sz="4950" b="1">
                <a:solidFill>
                  <a:srgbClr val="826941"/>
                </a:solidFill>
              </a:defRPr>
            </a:lvl8pPr>
            <a:lvl9pPr algn="l">
              <a:buNone/>
              <a:defRPr sz="4950" b="1">
                <a:solidFill>
                  <a:srgbClr val="826941"/>
                </a:solidFill>
              </a:defRPr>
            </a:lvl9pPr>
          </a:lstStyle>
          <a:p xmlns:a="http://schemas.openxmlformats.org/drawingml/2006/main">
            <a:pPr algn="l">
              <a:buNone/>
              <a:defRPr sz="4950" b="1">
                <a:solidFill>
                  <a:srgbClr val="826941"/>
                </a:solidFill>
              </a:defRPr>
            </a:pPr>
            <a:r>
              <a:rPr sz="4950" b="1">
                <a:solidFill>
                  <a:srgbClr val="826941"/>
                </a:solidFill>
              </a:rPr>
              <a:t>Next</a:t>
            </a:r>
          </a:p>
        </p:txBody>
      </p:sp>
      <p:sp>
        <p:nvSpPr>
          <p:cNvPr id="13" name="">
            <a:extLst xmlns:a="http://schemas.openxmlformats.org/drawingml/2006/main">
              <a:ext uri="{FF2B5EF4-FFF2-40B4-BE49-F238E27FC236}">
                <a16:creationId xmlns:a16="http://schemas.microsoft.com/office/drawing/2014/main" id="{3FB9B16A-8C7B-4D20-B751-2410E6276D44}"/>
              </a:ext>
            </a:extLst>
          </p:cNvPr>
          <p:cNvSpPr>
            <a:spLocks xmlns:a="http://schemas.openxmlformats.org/drawingml/2006/main" noGrp="1"/>
          </p:cNvSpPr>
          <p:nvPr/>
        </p:nvSpPr>
        <p:spPr>
          <a:xfrm xmlns:a="http://schemas.openxmlformats.org/drawingml/2006/main">
            <a:off x="8477250" y="3552825"/>
            <a:ext cx="3190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a:solidFill>
                  <a:srgbClr val="231F20"/>
                </a:solidFill>
              </a:defRPr>
            </a:defPPr>
            <a:lvl1pPr algn="l">
              <a:buNone/>
              <a:defRPr sz="2100" b="0">
                <a:solidFill>
                  <a:srgbClr val="231F20"/>
                </a:solidFill>
              </a:defRPr>
            </a:lvl1pPr>
            <a:lvl2pPr algn="l">
              <a:buNone/>
              <a:defRPr sz="2100" b="0">
                <a:solidFill>
                  <a:srgbClr val="231F20"/>
                </a:solidFill>
              </a:defRPr>
            </a:lvl2pPr>
            <a:lvl3pPr algn="l">
              <a:buNone/>
              <a:defRPr sz="2100" b="0">
                <a:solidFill>
                  <a:srgbClr val="231F20"/>
                </a:solidFill>
              </a:defRPr>
            </a:lvl3pPr>
            <a:lvl4pPr algn="l">
              <a:buNone/>
              <a:defRPr sz="2100" b="0">
                <a:solidFill>
                  <a:srgbClr val="231F20"/>
                </a:solidFill>
              </a:defRPr>
            </a:lvl4pPr>
            <a:lvl5pPr algn="l">
              <a:buNone/>
              <a:defRPr sz="2100" b="0">
                <a:solidFill>
                  <a:srgbClr val="231F20"/>
                </a:solidFill>
              </a:defRPr>
            </a:lvl5pPr>
            <a:lvl6pPr algn="l">
              <a:buNone/>
              <a:defRPr sz="2100" b="0">
                <a:solidFill>
                  <a:srgbClr val="231F20"/>
                </a:solidFill>
              </a:defRPr>
            </a:lvl6pPr>
            <a:lvl7pPr algn="l">
              <a:buNone/>
              <a:defRPr sz="2100" b="0">
                <a:solidFill>
                  <a:srgbClr val="231F20"/>
                </a:solidFill>
              </a:defRPr>
            </a:lvl7pPr>
            <a:lvl8pPr algn="l">
              <a:buNone/>
              <a:defRPr sz="2100" b="0">
                <a:solidFill>
                  <a:srgbClr val="231F20"/>
                </a:solidFill>
              </a:defRPr>
            </a:lvl8pPr>
            <a:lvl9pPr algn="l">
              <a:buNone/>
              <a:defRPr sz="2100" b="0">
                <a:solidFill>
                  <a:srgbClr val="231F20"/>
                </a:solidFill>
              </a:defRPr>
            </a:lvl9pPr>
          </a:lstStyle>
          <a:p xmlns:a="http://schemas.openxmlformats.org/drawingml/2006/main">
            <a:pPr algn="l">
              <a:buNone/>
              <a:defRPr sz="2100" b="0">
                <a:solidFill>
                  <a:srgbClr val="231F20"/>
                </a:solidFill>
              </a:defRPr>
            </a:pPr>
            <a:r>
              <a:rPr sz="2100" b="0">
                <a:solidFill>
                  <a:srgbClr val="231F20"/>
                </a:solidFill>
              </a:rPr>
              <a:t>Remington + TKG</a:t>
            </a:r>
          </a:p>
        </p:txBody>
      </p:sp>
      <p:sp>
        <p:nvSpPr>
          <p:cNvPr id="14" name="">
            <a:extLst xmlns:a="http://schemas.openxmlformats.org/drawingml/2006/main">
              <a:ext uri="{FF2B5EF4-FFF2-40B4-BE49-F238E27FC236}">
                <a16:creationId xmlns:a16="http://schemas.microsoft.com/office/drawing/2014/main" id="{3EB93E60-71F0-4441-8764-BD06906AFB6B}"/>
              </a:ext>
            </a:extLst>
          </p:cNvPr>
          <p:cNvSpPr>
            <a:spLocks xmlns:a="http://schemas.openxmlformats.org/drawingml/2006/main" noGrp="1"/>
          </p:cNvSpPr>
          <p:nvPr/>
        </p:nvSpPr>
        <p:spPr>
          <a:xfrm xmlns:a="http://schemas.openxmlformats.org/drawingml/2006/main">
            <a:off x="762000" y="5305425"/>
            <a:ext cx="10668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550" b="1">
                <a:solidFill>
                  <a:srgbClr val="231F20"/>
                </a:solidFill>
              </a:defRPr>
            </a:defPPr>
            <a:lvl1pPr algn="l">
              <a:buNone/>
              <a:defRPr sz="2850" b="1">
                <a:solidFill>
                  <a:srgbClr val="231F20"/>
                </a:solidFill>
              </a:defRPr>
            </a:lvl1pPr>
            <a:lvl2pPr algn="l">
              <a:buNone/>
              <a:defRPr sz="2850" b="1">
                <a:solidFill>
                  <a:srgbClr val="231F20"/>
                </a:solidFill>
              </a:defRPr>
            </a:lvl2pPr>
            <a:lvl3pPr algn="l">
              <a:buNone/>
              <a:defRPr sz="2850" b="1">
                <a:solidFill>
                  <a:srgbClr val="231F20"/>
                </a:solidFill>
              </a:defRPr>
            </a:lvl3pPr>
            <a:lvl4pPr algn="l">
              <a:buNone/>
              <a:defRPr sz="2850" b="1">
                <a:solidFill>
                  <a:srgbClr val="231F20"/>
                </a:solidFill>
              </a:defRPr>
            </a:lvl4pPr>
            <a:lvl5pPr algn="l">
              <a:buNone/>
              <a:defRPr sz="2850" b="1">
                <a:solidFill>
                  <a:srgbClr val="231F20"/>
                </a:solidFill>
              </a:defRPr>
            </a:lvl5pPr>
            <a:lvl6pPr algn="l">
              <a:buNone/>
              <a:defRPr sz="2850" b="1">
                <a:solidFill>
                  <a:srgbClr val="231F20"/>
                </a:solidFill>
              </a:defRPr>
            </a:lvl6pPr>
            <a:lvl7pPr algn="l">
              <a:buNone/>
              <a:defRPr sz="2850" b="1">
                <a:solidFill>
                  <a:srgbClr val="231F20"/>
                </a:solidFill>
              </a:defRPr>
            </a:lvl7pPr>
            <a:lvl8pPr algn="l">
              <a:buNone/>
              <a:defRPr sz="2850" b="1">
                <a:solidFill>
                  <a:srgbClr val="231F20"/>
                </a:solidFill>
              </a:defRPr>
            </a:lvl8pPr>
            <a:lvl9pPr algn="l">
              <a:buNone/>
              <a:defRPr sz="2850" b="1">
                <a:solidFill>
                  <a:srgbClr val="231F20"/>
                </a:solidFill>
              </a:defRPr>
            </a:lvl9pPr>
          </a:lstStyle>
          <a:p xmlns:a="http://schemas.openxmlformats.org/drawingml/2006/main">
            <a:pPr algn="l">
              <a:buNone/>
              <a:defRPr sz="2550" b="1">
                <a:solidFill>
                  <a:srgbClr val="231F20"/>
                </a:solidFill>
              </a:defRPr>
            </a:pPr>
            <a:r>
              <a:rPr sz="2550" b="1">
                <a:solidFill>
                  <a:srgbClr val="231F20"/>
                </a:solidFill>
              </a:rPr>
              <a:t>Our ambition: write the rules for decades to come.</a:t>
            </a:r>
          </a:p>
        </p:txBody>
      </p:sp>
      <p:pic>
        <p:nvPicPr>
          <p:cNvPr id="15" name="">
            <a:extLst xmlns:a="http://schemas.openxmlformats.org/drawingml/2006/main">
              <a:ext uri="{FF2B5EF4-FFF2-40B4-BE49-F238E27FC236}">
                <a16:creationId xmlns:a16="http://schemas.microsoft.com/office/drawing/2014/main" id="{69B5C29F-85D0-400C-8B5B-B67515260127}"/>
              </a:ext>
            </a:extLst>
          </p:cNvPr>
          <p:cNvPicPr>
            <a:picLocks xmlns:a="http://schemas.openxmlformats.org/drawingml/2006/main" noChangeAspect="1"/>
          </p:cNvPicPr>
          <p:nvPr/>
        </p:nvPicPr>
        <p:blipFill>
          <a:blip xmlns:r="http://schemas.openxmlformats.org/officeDocument/2006/relationships" xmlns:a="http://schemas.openxmlformats.org/drawingml/2006/main" r:embed="Rfe5232a72f58451a"/>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Tree>
    <p:extLst>
      <p:ext uri="{BB962C8B-B14F-4D97-AF65-F5344CB8AC3E}">
        <p14:creationId xmlns:p14="http://schemas.microsoft.com/office/powerpoint/2010/main" val="1867675861"/>
      </p:ext>
    </p:extLst>
  </p:cSld>
</p:sld>
</file>

<file path=ppt/slides/slide3.xml><?xml version="1.0" encoding="utf-8"?>
<p:sld xmlns:p="http://schemas.openxmlformats.org/presentationml/2006/main">
  <p:cSld>
    <p:bg>
      <p:bgPr>
        <a:solidFill xmlns:a="http://schemas.openxmlformats.org/drawingml/2006/main">
          <a:srgbClr val="231F20"/>
        </a:solidFill>
      </p:bgPr>
    </p:bg>
    <p:spTree>
      <p:nvGrpSpPr>
        <p:cNvPr id="1" name=""/>
        <p:cNvGrpSpPr/>
        <p:nvPr/>
      </p:nvGrpSpPr>
      <p:grpSpPr>
        <a:xfrm xmlns:a="http://schemas.openxmlformats.org/drawingml/2006/main"/>
      </p:grpSpPr>
      <p:pic>
        <p:nvPicPr>
          <p:cNvPr id="3" name="">
            <a:extLst xmlns:a="http://schemas.openxmlformats.org/drawingml/2006/main">
              <a:ext uri="{FF2B5EF4-FFF2-40B4-BE49-F238E27FC236}">
                <a16:creationId xmlns:a16="http://schemas.microsoft.com/office/drawing/2014/main" id="{77B7BFB1-40B3-4768-BF9E-3ECF4F58F861}"/>
              </a:ext>
            </a:extLst>
          </p:cNvPr>
          <p:cNvPicPr>
            <a:picLocks xmlns:a="http://schemas.openxmlformats.org/drawingml/2006/main" noChangeAspect="1"/>
          </p:cNvPicPr>
          <p:nvPr/>
        </p:nvPicPr>
        <p:blipFill>
          <a:blip xmlns:r="http://schemas.openxmlformats.org/officeDocument/2006/relationships" xmlns:a="http://schemas.openxmlformats.org/drawingml/2006/main" r:embed="Rdccff5d3a59647f7"/>
          <a:stretch xmlns:a="http://schemas.openxmlformats.org/drawingml/2006/main"/>
        </p:blipFill>
        <p:spPr>
          <a:xfrm xmlns:a="http://schemas.openxmlformats.org/drawingml/2006/main">
            <a:off x="817033" y="6515100"/>
            <a:ext cx="918633" cy="29527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0B4455E-F953-4680-A70D-3CD20268D8FC}"/>
              </a:ext>
            </a:extLst>
          </p:cNvPr>
          <p:cNvSpPr>
            <a:spLocks xmlns:a="http://schemas.openxmlformats.org/drawingml/2006/main" noGrp="1"/>
          </p:cNvSpPr>
          <p:nvPr/>
        </p:nvSpPr>
        <p:spPr>
          <a:xfrm xmlns:a="http://schemas.openxmlformats.org/drawingml/2006/main">
            <a:off x="0" y="6477000"/>
            <a:ext cx="12192000" cy="381000"/>
          </a:xfrm>
          <a:prstGeom xmlns:a="http://schemas.openxmlformats.org/drawingml/2006/main" prst="rect">
            <a:avLst/>
          </a:prstGeom>
          <a:solidFill xmlns:a="http://schemas.openxmlformats.org/drawingml/2006/main">
            <a:srgbClr val="231F2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9A23AC4A-19DE-446C-A5F1-6C2B20D56CBF}"/>
              </a:ext>
            </a:extLst>
          </p:cNvPr>
          <p:cNvSpPr>
            <a:spLocks xmlns:a="http://schemas.openxmlformats.org/drawingml/2006/main" noGrp="1"/>
          </p:cNvSpPr>
          <p:nvPr/>
        </p:nvSpPr>
        <p:spPr>
          <a:xfrm xmlns:a="http://schemas.openxmlformats.org/drawingml/2006/main">
            <a:off x="11334750" y="65341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0">
                <a:solidFill>
                  <a:srgbClr val="FFFFFF"/>
                </a:solidFill>
              </a:defRPr>
            </a:defPPr>
            <a:lvl1pPr algn="l">
              <a:buNone/>
              <a:defRPr sz="1125" b="0">
                <a:solidFill>
                  <a:srgbClr val="FFFFFF"/>
                </a:solidFill>
              </a:defRPr>
            </a:lvl1pPr>
            <a:lvl2pPr algn="l">
              <a:buNone/>
              <a:defRPr sz="1125" b="0">
                <a:solidFill>
                  <a:srgbClr val="FFFFFF"/>
                </a:solidFill>
              </a:defRPr>
            </a:lvl2pPr>
            <a:lvl3pPr algn="l">
              <a:buNone/>
              <a:defRPr sz="1125" b="0">
                <a:solidFill>
                  <a:srgbClr val="FFFFFF"/>
                </a:solidFill>
              </a:defRPr>
            </a:lvl3pPr>
            <a:lvl4pPr algn="l">
              <a:buNone/>
              <a:defRPr sz="1125" b="0">
                <a:solidFill>
                  <a:srgbClr val="FFFFFF"/>
                </a:solidFill>
              </a:defRPr>
            </a:lvl4pPr>
            <a:lvl5pPr algn="l">
              <a:buNone/>
              <a:defRPr sz="1125" b="0">
                <a:solidFill>
                  <a:srgbClr val="FFFFFF"/>
                </a:solidFill>
              </a:defRPr>
            </a:lvl5pPr>
            <a:lvl6pPr algn="l">
              <a:buNone/>
              <a:defRPr sz="1125" b="0">
                <a:solidFill>
                  <a:srgbClr val="FFFFFF"/>
                </a:solidFill>
              </a:defRPr>
            </a:lvl6pPr>
            <a:lvl7pPr algn="l">
              <a:buNone/>
              <a:defRPr sz="1125" b="0">
                <a:solidFill>
                  <a:srgbClr val="FFFFFF"/>
                </a:solidFill>
              </a:defRPr>
            </a:lvl7pPr>
            <a:lvl8pPr algn="l">
              <a:buNone/>
              <a:defRPr sz="1125" b="0">
                <a:solidFill>
                  <a:srgbClr val="FFFFFF"/>
                </a:solidFill>
              </a:defRPr>
            </a:lvl8pPr>
            <a:lvl9pPr algn="l">
              <a:buNone/>
              <a:defRPr sz="1125" b="0">
                <a:solidFill>
                  <a:srgbClr val="FFFFFF"/>
                </a:solidFill>
              </a:defRPr>
            </a:lvl9pPr>
          </a:lstStyle>
          <a:p xmlns:a="http://schemas.openxmlformats.org/drawingml/2006/main">
            <a:pPr algn="l">
              <a:buNone/>
              <a:defRPr sz="1125" b="0">
                <a:solidFill>
                  <a:srgbClr val="FFFFFF"/>
                </a:solidFill>
              </a:defRPr>
            </a:pPr>
            <a:r>
              <a:rPr sz="1125" b="0">
                <a:solidFill>
                  <a:srgbClr val="FFFFFF"/>
                </a:solidFill>
              </a:rPr>
              <a:t>03</a:t>
            </a:r>
          </a:p>
        </p:txBody>
      </p:sp>
      <p:sp>
        <p:nvSpPr>
          <p:cNvPr id="6" name="">
            <a:extLst xmlns:a="http://schemas.openxmlformats.org/drawingml/2006/main">
              <a:ext uri="{FF2B5EF4-FFF2-40B4-BE49-F238E27FC236}">
                <a16:creationId xmlns:a16="http://schemas.microsoft.com/office/drawing/2014/main" id="{1994CFD7-C454-4B1E-88A4-F129D32C6CA0}"/>
              </a:ext>
            </a:extLst>
          </p:cNvPr>
          <p:cNvSpPr>
            <a:spLocks xmlns:a="http://schemas.openxmlformats.org/drawingml/2006/main" noGrp="1"/>
          </p:cNvSpPr>
          <p:nvPr/>
        </p:nvSpPr>
        <p:spPr>
          <a:xfrm xmlns:a="http://schemas.openxmlformats.org/drawingml/2006/main">
            <a:off x="685800" y="590550"/>
            <a:ext cx="10820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750" b="1">
                <a:solidFill>
                  <a:srgbClr val="FFFFFF"/>
                </a:solidFill>
              </a:defRPr>
            </a:defPPr>
            <a:lvl1pPr algn="l">
              <a:buNone/>
              <a:defRPr sz="3750" b="1">
                <a:solidFill>
                  <a:srgbClr val="FFFFFF"/>
                </a:solidFill>
              </a:defRPr>
            </a:lvl1pPr>
            <a:lvl2pPr algn="l">
              <a:buNone/>
              <a:defRPr sz="3750" b="1">
                <a:solidFill>
                  <a:srgbClr val="FFFFFF"/>
                </a:solidFill>
              </a:defRPr>
            </a:lvl2pPr>
            <a:lvl3pPr algn="l">
              <a:buNone/>
              <a:defRPr sz="3750" b="1">
                <a:solidFill>
                  <a:srgbClr val="FFFFFF"/>
                </a:solidFill>
              </a:defRPr>
            </a:lvl3pPr>
            <a:lvl4pPr algn="l">
              <a:buNone/>
              <a:defRPr sz="3750" b="1">
                <a:solidFill>
                  <a:srgbClr val="FFFFFF"/>
                </a:solidFill>
              </a:defRPr>
            </a:lvl4pPr>
            <a:lvl5pPr algn="l">
              <a:buNone/>
              <a:defRPr sz="3750" b="1">
                <a:solidFill>
                  <a:srgbClr val="FFFFFF"/>
                </a:solidFill>
              </a:defRPr>
            </a:lvl5pPr>
            <a:lvl6pPr algn="l">
              <a:buNone/>
              <a:defRPr sz="3750" b="1">
                <a:solidFill>
                  <a:srgbClr val="FFFFFF"/>
                </a:solidFill>
              </a:defRPr>
            </a:lvl6pPr>
            <a:lvl7pPr algn="l">
              <a:buNone/>
              <a:defRPr sz="3750" b="1">
                <a:solidFill>
                  <a:srgbClr val="FFFFFF"/>
                </a:solidFill>
              </a:defRPr>
            </a:lvl7pPr>
            <a:lvl8pPr algn="l">
              <a:buNone/>
              <a:defRPr sz="3750" b="1">
                <a:solidFill>
                  <a:srgbClr val="FFFFFF"/>
                </a:solidFill>
              </a:defRPr>
            </a:lvl8pPr>
            <a:lvl9pPr algn="l">
              <a:buNone/>
              <a:defRPr sz="3750" b="1">
                <a:solidFill>
                  <a:srgbClr val="FFFFFF"/>
                </a:solidFill>
              </a:defRPr>
            </a:lvl9pPr>
          </a:lstStyle>
          <a:p xmlns:a="http://schemas.openxmlformats.org/drawingml/2006/main">
            <a:pPr algn="l">
              <a:buNone/>
              <a:defRPr sz="3750" b="1">
                <a:solidFill>
                  <a:srgbClr val="FFFFFF"/>
                </a:solidFill>
              </a:defRPr>
            </a:pPr>
            <a:r>
              <a:rPr sz="3750" b="1">
                <a:solidFill>
                  <a:srgbClr val="FFFFFF"/>
                </a:solidFill>
              </a:rPr>
              <a:t>Engineering that reaches the floor</a:t>
            </a:r>
          </a:p>
        </p:txBody>
      </p:sp>
      <p:sp>
        <p:nvSpPr>
          <p:cNvPr id="7" name="">
            <a:extLst xmlns:a="http://schemas.openxmlformats.org/drawingml/2006/main">
              <a:ext uri="{FF2B5EF4-FFF2-40B4-BE49-F238E27FC236}">
                <a16:creationId xmlns:a16="http://schemas.microsoft.com/office/drawing/2014/main" id="{F744B8E6-C978-488B-B38B-22BA9C422434}"/>
              </a:ext>
            </a:extLst>
          </p:cNvPr>
          <p:cNvSpPr>
            <a:spLocks xmlns:a="http://schemas.openxmlformats.org/drawingml/2006/main" noGrp="1"/>
          </p:cNvSpPr>
          <p:nvPr/>
        </p:nvSpPr>
        <p:spPr>
          <a:xfrm xmlns:a="http://schemas.openxmlformats.org/drawingml/2006/main">
            <a:off x="762000" y="2952750"/>
            <a:ext cx="2905125"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52F0729-D129-4089-A6EF-7BACA649099D}"/>
              </a:ext>
            </a:extLst>
          </p:cNvPr>
          <p:cNvSpPr>
            <a:spLocks xmlns:a="http://schemas.openxmlformats.org/drawingml/2006/main" noGrp="1"/>
          </p:cNvSpPr>
          <p:nvPr/>
        </p:nvSpPr>
        <p:spPr>
          <a:xfrm xmlns:a="http://schemas.openxmlformats.org/drawingml/2006/main">
            <a:off x="762000" y="3333750"/>
            <a:ext cx="319087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775" b="1">
                <a:solidFill>
                  <a:srgbClr val="FFFFFF"/>
                </a:solidFill>
              </a:defRPr>
            </a:defPPr>
            <a:lvl1pPr algn="l">
              <a:buNone/>
              <a:defRPr sz="2775" b="1">
                <a:solidFill>
                  <a:srgbClr val="FFFFFF"/>
                </a:solidFill>
              </a:defRPr>
            </a:lvl1pPr>
            <a:lvl2pPr algn="l">
              <a:buNone/>
              <a:defRPr sz="2775" b="1">
                <a:solidFill>
                  <a:srgbClr val="FFFFFF"/>
                </a:solidFill>
              </a:defRPr>
            </a:lvl2pPr>
            <a:lvl3pPr algn="l">
              <a:buNone/>
              <a:defRPr sz="2775" b="1">
                <a:solidFill>
                  <a:srgbClr val="FFFFFF"/>
                </a:solidFill>
              </a:defRPr>
            </a:lvl3pPr>
            <a:lvl4pPr algn="l">
              <a:buNone/>
              <a:defRPr sz="2775" b="1">
                <a:solidFill>
                  <a:srgbClr val="FFFFFF"/>
                </a:solidFill>
              </a:defRPr>
            </a:lvl4pPr>
            <a:lvl5pPr algn="l">
              <a:buNone/>
              <a:defRPr sz="2775" b="1">
                <a:solidFill>
                  <a:srgbClr val="FFFFFF"/>
                </a:solidFill>
              </a:defRPr>
            </a:lvl5pPr>
            <a:lvl6pPr algn="l">
              <a:buNone/>
              <a:defRPr sz="2775" b="1">
                <a:solidFill>
                  <a:srgbClr val="FFFFFF"/>
                </a:solidFill>
              </a:defRPr>
            </a:lvl6pPr>
            <a:lvl7pPr algn="l">
              <a:buNone/>
              <a:defRPr sz="2775" b="1">
                <a:solidFill>
                  <a:srgbClr val="FFFFFF"/>
                </a:solidFill>
              </a:defRPr>
            </a:lvl7pPr>
            <a:lvl8pPr algn="l">
              <a:buNone/>
              <a:defRPr sz="2775" b="1">
                <a:solidFill>
                  <a:srgbClr val="FFFFFF"/>
                </a:solidFill>
              </a:defRPr>
            </a:lvl8pPr>
            <a:lvl9pPr algn="l">
              <a:buNone/>
              <a:defRPr sz="2775" b="1">
                <a:solidFill>
                  <a:srgbClr val="FFFFFF"/>
                </a:solidFill>
              </a:defRPr>
            </a:lvl9pPr>
          </a:lstStyle>
          <a:p xmlns:a="http://schemas.openxmlformats.org/drawingml/2006/main">
            <a:pPr algn="l">
              <a:buNone/>
              <a:defRPr sz="2775" b="1">
                <a:solidFill>
                  <a:srgbClr val="FFFFFF"/>
                </a:solidFill>
              </a:defRPr>
            </a:pPr>
            <a:r>
              <a:rPr sz="2775" b="1">
                <a:solidFill>
                  <a:srgbClr val="FFFFFF"/>
                </a:solidFill>
              </a:rPr>
              <a:t>Sense</a:t>
            </a:r>
          </a:p>
        </p:txBody>
      </p:sp>
      <p:sp>
        <p:nvSpPr>
          <p:cNvPr id="9" name="">
            <a:extLst xmlns:a="http://schemas.openxmlformats.org/drawingml/2006/main">
              <a:ext uri="{FF2B5EF4-FFF2-40B4-BE49-F238E27FC236}">
                <a16:creationId xmlns:a16="http://schemas.microsoft.com/office/drawing/2014/main" id="{62A8103B-0367-431A-A6EA-365C1FCF9788}"/>
              </a:ext>
            </a:extLst>
          </p:cNvPr>
          <p:cNvSpPr>
            <a:spLocks xmlns:a="http://schemas.openxmlformats.org/drawingml/2006/main" noGrp="1"/>
          </p:cNvSpPr>
          <p:nvPr/>
        </p:nvSpPr>
        <p:spPr>
          <a:xfrm xmlns:a="http://schemas.openxmlformats.org/drawingml/2006/main">
            <a:off x="4572000" y="2952750"/>
            <a:ext cx="2905125"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D2E0FBD-5C62-427D-9827-557BF49C86AA}"/>
              </a:ext>
            </a:extLst>
          </p:cNvPr>
          <p:cNvSpPr>
            <a:spLocks xmlns:a="http://schemas.openxmlformats.org/drawingml/2006/main" noGrp="1"/>
          </p:cNvSpPr>
          <p:nvPr/>
        </p:nvSpPr>
        <p:spPr>
          <a:xfrm xmlns:a="http://schemas.openxmlformats.org/drawingml/2006/main">
            <a:off x="4572000" y="3333750"/>
            <a:ext cx="319087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775" b="1">
                <a:solidFill>
                  <a:srgbClr val="FFFFFF"/>
                </a:solidFill>
              </a:defRPr>
            </a:defPPr>
            <a:lvl1pPr algn="l">
              <a:buNone/>
              <a:defRPr sz="2775" b="1">
                <a:solidFill>
                  <a:srgbClr val="FFFFFF"/>
                </a:solidFill>
              </a:defRPr>
            </a:lvl1pPr>
            <a:lvl2pPr algn="l">
              <a:buNone/>
              <a:defRPr sz="2775" b="1">
                <a:solidFill>
                  <a:srgbClr val="FFFFFF"/>
                </a:solidFill>
              </a:defRPr>
            </a:lvl2pPr>
            <a:lvl3pPr algn="l">
              <a:buNone/>
              <a:defRPr sz="2775" b="1">
                <a:solidFill>
                  <a:srgbClr val="FFFFFF"/>
                </a:solidFill>
              </a:defRPr>
            </a:lvl3pPr>
            <a:lvl4pPr algn="l">
              <a:buNone/>
              <a:defRPr sz="2775" b="1">
                <a:solidFill>
                  <a:srgbClr val="FFFFFF"/>
                </a:solidFill>
              </a:defRPr>
            </a:lvl4pPr>
            <a:lvl5pPr algn="l">
              <a:buNone/>
              <a:defRPr sz="2775" b="1">
                <a:solidFill>
                  <a:srgbClr val="FFFFFF"/>
                </a:solidFill>
              </a:defRPr>
            </a:lvl5pPr>
            <a:lvl6pPr algn="l">
              <a:buNone/>
              <a:defRPr sz="2775" b="1">
                <a:solidFill>
                  <a:srgbClr val="FFFFFF"/>
                </a:solidFill>
              </a:defRPr>
            </a:lvl6pPr>
            <a:lvl7pPr algn="l">
              <a:buNone/>
              <a:defRPr sz="2775" b="1">
                <a:solidFill>
                  <a:srgbClr val="FFFFFF"/>
                </a:solidFill>
              </a:defRPr>
            </a:lvl7pPr>
            <a:lvl8pPr algn="l">
              <a:buNone/>
              <a:defRPr sz="2775" b="1">
                <a:solidFill>
                  <a:srgbClr val="FFFFFF"/>
                </a:solidFill>
              </a:defRPr>
            </a:lvl8pPr>
            <a:lvl9pPr algn="l">
              <a:buNone/>
              <a:defRPr sz="2775" b="1">
                <a:solidFill>
                  <a:srgbClr val="FFFFFF"/>
                </a:solidFill>
              </a:defRPr>
            </a:lvl9pPr>
          </a:lstStyle>
          <a:p xmlns:a="http://schemas.openxmlformats.org/drawingml/2006/main">
            <a:pPr algn="l">
              <a:buNone/>
              <a:defRPr sz="2775" b="1">
                <a:solidFill>
                  <a:srgbClr val="FFFFFF"/>
                </a:solidFill>
              </a:defRPr>
            </a:pPr>
            <a:r>
              <a:rPr sz="2775" b="1">
                <a:solidFill>
                  <a:srgbClr val="FFFFFF"/>
                </a:solidFill>
              </a:rPr>
              <a:t>Decide</a:t>
            </a:r>
          </a:p>
        </p:txBody>
      </p:sp>
      <p:sp>
        <p:nvSpPr>
          <p:cNvPr id="11" name="">
            <a:extLst xmlns:a="http://schemas.openxmlformats.org/drawingml/2006/main">
              <a:ext uri="{FF2B5EF4-FFF2-40B4-BE49-F238E27FC236}">
                <a16:creationId xmlns:a16="http://schemas.microsoft.com/office/drawing/2014/main" id="{2E80ACC1-0D90-463A-8BA7-FDEAF9F51490}"/>
              </a:ext>
            </a:extLst>
          </p:cNvPr>
          <p:cNvSpPr>
            <a:spLocks xmlns:a="http://schemas.openxmlformats.org/drawingml/2006/main" noGrp="1"/>
          </p:cNvSpPr>
          <p:nvPr/>
        </p:nvSpPr>
        <p:spPr>
          <a:xfrm xmlns:a="http://schemas.openxmlformats.org/drawingml/2006/main">
            <a:off x="8382000" y="2952750"/>
            <a:ext cx="2905125"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EB104FD-4D54-4AE8-9FFA-7AF72092198D}"/>
              </a:ext>
            </a:extLst>
          </p:cNvPr>
          <p:cNvSpPr>
            <a:spLocks xmlns:a="http://schemas.openxmlformats.org/drawingml/2006/main" noGrp="1"/>
          </p:cNvSpPr>
          <p:nvPr/>
        </p:nvSpPr>
        <p:spPr>
          <a:xfrm xmlns:a="http://schemas.openxmlformats.org/drawingml/2006/main">
            <a:off x="8382000" y="3333750"/>
            <a:ext cx="319087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775" b="1">
                <a:solidFill>
                  <a:srgbClr val="FFFFFF"/>
                </a:solidFill>
              </a:defRPr>
            </a:defPPr>
            <a:lvl1pPr algn="l">
              <a:buNone/>
              <a:defRPr sz="2775" b="1">
                <a:solidFill>
                  <a:srgbClr val="FFFFFF"/>
                </a:solidFill>
              </a:defRPr>
            </a:lvl1pPr>
            <a:lvl2pPr algn="l">
              <a:buNone/>
              <a:defRPr sz="2775" b="1">
                <a:solidFill>
                  <a:srgbClr val="FFFFFF"/>
                </a:solidFill>
              </a:defRPr>
            </a:lvl2pPr>
            <a:lvl3pPr algn="l">
              <a:buNone/>
              <a:defRPr sz="2775" b="1">
                <a:solidFill>
                  <a:srgbClr val="FFFFFF"/>
                </a:solidFill>
              </a:defRPr>
            </a:lvl3pPr>
            <a:lvl4pPr algn="l">
              <a:buNone/>
              <a:defRPr sz="2775" b="1">
                <a:solidFill>
                  <a:srgbClr val="FFFFFF"/>
                </a:solidFill>
              </a:defRPr>
            </a:lvl4pPr>
            <a:lvl5pPr algn="l">
              <a:buNone/>
              <a:defRPr sz="2775" b="1">
                <a:solidFill>
                  <a:srgbClr val="FFFFFF"/>
                </a:solidFill>
              </a:defRPr>
            </a:lvl5pPr>
            <a:lvl6pPr algn="l">
              <a:buNone/>
              <a:defRPr sz="2775" b="1">
                <a:solidFill>
                  <a:srgbClr val="FFFFFF"/>
                </a:solidFill>
              </a:defRPr>
            </a:lvl6pPr>
            <a:lvl7pPr algn="l">
              <a:buNone/>
              <a:defRPr sz="2775" b="1">
                <a:solidFill>
                  <a:srgbClr val="FFFFFF"/>
                </a:solidFill>
              </a:defRPr>
            </a:lvl7pPr>
            <a:lvl8pPr algn="l">
              <a:buNone/>
              <a:defRPr sz="2775" b="1">
                <a:solidFill>
                  <a:srgbClr val="FFFFFF"/>
                </a:solidFill>
              </a:defRPr>
            </a:lvl8pPr>
            <a:lvl9pPr algn="l">
              <a:buNone/>
              <a:defRPr sz="2775" b="1">
                <a:solidFill>
                  <a:srgbClr val="FFFFFF"/>
                </a:solidFill>
              </a:defRPr>
            </a:lvl9pPr>
          </a:lstStyle>
          <a:p xmlns:a="http://schemas.openxmlformats.org/drawingml/2006/main">
            <a:pPr algn="l">
              <a:buNone/>
              <a:defRPr sz="2775" b="1">
                <a:solidFill>
                  <a:srgbClr val="FFFFFF"/>
                </a:solidFill>
              </a:defRPr>
            </a:pPr>
            <a:r>
              <a:rPr sz="2775" b="1">
                <a:solidFill>
                  <a:srgbClr val="FFFFFF"/>
                </a:solidFill>
              </a:rPr>
              <a:t>Act</a:t>
            </a:r>
          </a:p>
        </p:txBody>
      </p:sp>
      <p:sp>
        <p:nvSpPr>
          <p:cNvPr id="13" name="">
            <a:extLst xmlns:a="http://schemas.openxmlformats.org/drawingml/2006/main">
              <a:ext uri="{FF2B5EF4-FFF2-40B4-BE49-F238E27FC236}">
                <a16:creationId xmlns:a16="http://schemas.microsoft.com/office/drawing/2014/main" id="{02DC4AB0-C41A-4716-AA36-815D57C8BE65}"/>
              </a:ext>
            </a:extLst>
          </p:cNvPr>
          <p:cNvSpPr>
            <a:spLocks xmlns:a="http://schemas.openxmlformats.org/drawingml/2006/main" noGrp="1"/>
          </p:cNvSpPr>
          <p:nvPr/>
        </p:nvSpPr>
        <p:spPr>
          <a:xfrm xmlns:a="http://schemas.openxmlformats.org/drawingml/2006/main">
            <a:off x="762000" y="5429250"/>
            <a:ext cx="10668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550" b="1">
                <a:solidFill>
                  <a:srgbClr val="B89B68"/>
                </a:solidFill>
              </a:defRPr>
            </a:defPPr>
            <a:lvl1pPr algn="l">
              <a:buNone/>
              <a:defRPr sz="2550" b="1">
                <a:solidFill>
                  <a:srgbClr val="B89B68"/>
                </a:solidFill>
              </a:defRPr>
            </a:lvl1pPr>
            <a:lvl2pPr algn="l">
              <a:buNone/>
              <a:defRPr sz="2550" b="1">
                <a:solidFill>
                  <a:srgbClr val="B89B68"/>
                </a:solidFill>
              </a:defRPr>
            </a:lvl2pPr>
            <a:lvl3pPr algn="l">
              <a:buNone/>
              <a:defRPr sz="2550" b="1">
                <a:solidFill>
                  <a:srgbClr val="B89B68"/>
                </a:solidFill>
              </a:defRPr>
            </a:lvl3pPr>
            <a:lvl4pPr algn="l">
              <a:buNone/>
              <a:defRPr sz="2550" b="1">
                <a:solidFill>
                  <a:srgbClr val="B89B68"/>
                </a:solidFill>
              </a:defRPr>
            </a:lvl4pPr>
            <a:lvl5pPr algn="l">
              <a:buNone/>
              <a:defRPr sz="2550" b="1">
                <a:solidFill>
                  <a:srgbClr val="B89B68"/>
                </a:solidFill>
              </a:defRPr>
            </a:lvl5pPr>
            <a:lvl6pPr algn="l">
              <a:buNone/>
              <a:defRPr sz="2550" b="1">
                <a:solidFill>
                  <a:srgbClr val="B89B68"/>
                </a:solidFill>
              </a:defRPr>
            </a:lvl6pPr>
            <a:lvl7pPr algn="l">
              <a:buNone/>
              <a:defRPr sz="2550" b="1">
                <a:solidFill>
                  <a:srgbClr val="B89B68"/>
                </a:solidFill>
              </a:defRPr>
            </a:lvl7pPr>
            <a:lvl8pPr algn="l">
              <a:buNone/>
              <a:defRPr sz="2550" b="1">
                <a:solidFill>
                  <a:srgbClr val="B89B68"/>
                </a:solidFill>
              </a:defRPr>
            </a:lvl8pPr>
            <a:lvl9pPr algn="l">
              <a:buNone/>
              <a:defRPr sz="2550" b="1">
                <a:solidFill>
                  <a:srgbClr val="B89B68"/>
                </a:solidFill>
              </a:defRPr>
            </a:lvl9pPr>
          </a:lstStyle>
          <a:p xmlns:a="http://schemas.openxmlformats.org/drawingml/2006/main">
            <a:pPr algn="l">
              <a:buNone/>
              <a:defRPr sz="2550" b="1">
                <a:solidFill>
                  <a:srgbClr val="B89B68"/>
                </a:solidFill>
              </a:defRPr>
            </a:pPr>
            <a:r>
              <a:rPr sz="2550" b="1">
                <a:solidFill>
                  <a:srgbClr val="B89B68"/>
                </a:solidFill>
              </a:rPr>
              <a:t>Build. Test. Improve.</a:t>
            </a:r>
          </a:p>
        </p:txBody>
      </p:sp>
      <p:pic>
        <p:nvPicPr>
          <p:cNvPr id="14" name="">
            <a:extLst xmlns:a="http://schemas.openxmlformats.org/drawingml/2006/main">
              <a:ext uri="{FF2B5EF4-FFF2-40B4-BE49-F238E27FC236}">
                <a16:creationId xmlns:a16="http://schemas.microsoft.com/office/drawing/2014/main" id="{BF1BC0E4-9519-4E16-A994-C7628C9F9D70}"/>
              </a:ext>
            </a:extLst>
          </p:cNvPr>
          <p:cNvPicPr>
            <a:picLocks xmlns:a="http://schemas.openxmlformats.org/drawingml/2006/main" noChangeAspect="1"/>
          </p:cNvPicPr>
          <p:nvPr/>
        </p:nvPicPr>
        <p:blipFill>
          <a:blip xmlns:r="http://schemas.openxmlformats.org/officeDocument/2006/relationships" xmlns:a="http://schemas.openxmlformats.org/drawingml/2006/main" r:embed="R30969f12c9c14af1"/>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371763EE-E768-47BC-89A6-6EF557CDE594}"/>
              </a:ext>
            </a:extLst>
          </p:cNvPr>
          <p:cNvSpPr>
            <a:spLocks xmlns:a="http://schemas.openxmlformats.org/drawingml/2006/main" noGrp="1"/>
          </p:cNvSpPr>
          <p:nvPr/>
        </p:nvSpPr>
        <p:spPr>
          <a:xfrm xmlns:a="http://schemas.openxmlformats.org/drawingml/2006/main">
            <a:off x="762000" y="1790700"/>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0">
                <a:solidFill>
                  <a:srgbClr val="D7D3CC"/>
                </a:solidFill>
              </a:defRPr>
            </a:defPPr>
            <a:lvl1pPr algn="l">
              <a:buNone/>
              <a:defRPr sz="2175" b="0">
                <a:solidFill>
                  <a:srgbClr val="D7D3CC"/>
                </a:solidFill>
              </a:defRPr>
            </a:lvl1pPr>
            <a:lvl2pPr algn="l">
              <a:buNone/>
              <a:defRPr sz="2175" b="0">
                <a:solidFill>
                  <a:srgbClr val="D7D3CC"/>
                </a:solidFill>
              </a:defRPr>
            </a:lvl2pPr>
            <a:lvl3pPr algn="l">
              <a:buNone/>
              <a:defRPr sz="2175" b="0">
                <a:solidFill>
                  <a:srgbClr val="D7D3CC"/>
                </a:solidFill>
              </a:defRPr>
            </a:lvl3pPr>
            <a:lvl4pPr algn="l">
              <a:buNone/>
              <a:defRPr sz="2175" b="0">
                <a:solidFill>
                  <a:srgbClr val="D7D3CC"/>
                </a:solidFill>
              </a:defRPr>
            </a:lvl4pPr>
            <a:lvl5pPr algn="l">
              <a:buNone/>
              <a:defRPr sz="2175" b="0">
                <a:solidFill>
                  <a:srgbClr val="D7D3CC"/>
                </a:solidFill>
              </a:defRPr>
            </a:lvl5pPr>
            <a:lvl6pPr algn="l">
              <a:buNone/>
              <a:defRPr sz="2175" b="0">
                <a:solidFill>
                  <a:srgbClr val="D7D3CC"/>
                </a:solidFill>
              </a:defRPr>
            </a:lvl6pPr>
            <a:lvl7pPr algn="l">
              <a:buNone/>
              <a:defRPr sz="2175" b="0">
                <a:solidFill>
                  <a:srgbClr val="D7D3CC"/>
                </a:solidFill>
              </a:defRPr>
            </a:lvl7pPr>
            <a:lvl8pPr algn="l">
              <a:buNone/>
              <a:defRPr sz="2175" b="0">
                <a:solidFill>
                  <a:srgbClr val="D7D3CC"/>
                </a:solidFill>
              </a:defRPr>
            </a:lvl8pPr>
            <a:lvl9pPr algn="l">
              <a:buNone/>
              <a:defRPr sz="2175" b="0">
                <a:solidFill>
                  <a:srgbClr val="D7D3CC"/>
                </a:solidFill>
              </a:defRPr>
            </a:lvl9pPr>
          </a:lstStyle>
          <a:p xmlns:a="http://schemas.openxmlformats.org/drawingml/2006/main">
            <a:pPr algn="l">
              <a:buNone/>
              <a:defRPr sz="2175" b="0">
                <a:solidFill>
                  <a:srgbClr val="D7D3CC"/>
                </a:solidFill>
              </a:defRPr>
            </a:pPr>
            <a:r>
              <a:rPr sz="2175" b="0">
                <a:solidFill>
                  <a:srgbClr val="D7D3CC"/>
                </a:solidFill>
              </a:rPr>
              <a:t>Small teams across TKG, working primarily at Remington.</a:t>
            </a:r>
          </a:p>
        </p:txBody>
      </p:sp>
      <p:sp>
        <p:nvSpPr>
          <p:cNvPr id="16" name="">
            <a:extLst xmlns:a="http://schemas.openxmlformats.org/drawingml/2006/main">
              <a:ext uri="{FF2B5EF4-FFF2-40B4-BE49-F238E27FC236}">
                <a16:creationId xmlns:a16="http://schemas.microsoft.com/office/drawing/2014/main" id="{C2315CE1-291F-4F80-B1AC-DD5E35064F28}"/>
              </a:ext>
            </a:extLst>
          </p:cNvPr>
          <p:cNvSpPr>
            <a:spLocks xmlns:a="http://schemas.openxmlformats.org/drawingml/2006/main" noGrp="1"/>
          </p:cNvSpPr>
          <p:nvPr/>
        </p:nvSpPr>
        <p:spPr>
          <a:xfrm xmlns:a="http://schemas.openxmlformats.org/drawingml/2006/main">
            <a:off x="762000" y="4105275"/>
            <a:ext cx="3095625"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725" b="0">
                <a:solidFill>
                  <a:srgbClr val="D7D3CC"/>
                </a:solidFill>
              </a:defRPr>
            </a:defPPr>
            <a:lvl1pPr algn="l">
              <a:buNone/>
              <a:defRPr sz="1725" b="0">
                <a:solidFill>
                  <a:srgbClr val="D7D3CC"/>
                </a:solidFill>
              </a:defRPr>
            </a:lvl1pPr>
            <a:lvl2pPr algn="l">
              <a:buNone/>
              <a:defRPr sz="1725" b="0">
                <a:solidFill>
                  <a:srgbClr val="D7D3CC"/>
                </a:solidFill>
              </a:defRPr>
            </a:lvl2pPr>
            <a:lvl3pPr algn="l">
              <a:buNone/>
              <a:defRPr sz="1725" b="0">
                <a:solidFill>
                  <a:srgbClr val="D7D3CC"/>
                </a:solidFill>
              </a:defRPr>
            </a:lvl3pPr>
            <a:lvl4pPr algn="l">
              <a:buNone/>
              <a:defRPr sz="1725" b="0">
                <a:solidFill>
                  <a:srgbClr val="D7D3CC"/>
                </a:solidFill>
              </a:defRPr>
            </a:lvl4pPr>
            <a:lvl5pPr algn="l">
              <a:buNone/>
              <a:defRPr sz="1725" b="0">
                <a:solidFill>
                  <a:srgbClr val="D7D3CC"/>
                </a:solidFill>
              </a:defRPr>
            </a:lvl5pPr>
            <a:lvl6pPr algn="l">
              <a:buNone/>
              <a:defRPr sz="1725" b="0">
                <a:solidFill>
                  <a:srgbClr val="D7D3CC"/>
                </a:solidFill>
              </a:defRPr>
            </a:lvl6pPr>
            <a:lvl7pPr algn="l">
              <a:buNone/>
              <a:defRPr sz="1725" b="0">
                <a:solidFill>
                  <a:srgbClr val="D7D3CC"/>
                </a:solidFill>
              </a:defRPr>
            </a:lvl7pPr>
            <a:lvl8pPr algn="l">
              <a:buNone/>
              <a:defRPr sz="1725" b="0">
                <a:solidFill>
                  <a:srgbClr val="D7D3CC"/>
                </a:solidFill>
              </a:defRPr>
            </a:lvl8pPr>
            <a:lvl9pPr algn="l">
              <a:buNone/>
              <a:defRPr sz="1725" b="0">
                <a:solidFill>
                  <a:srgbClr val="D7D3CC"/>
                </a:solidFill>
              </a:defRPr>
            </a:lvl9pPr>
          </a:lstStyle>
          <a:p xmlns:a="http://schemas.openxmlformats.org/drawingml/2006/main">
            <a:pPr algn="l">
              <a:buNone/>
              <a:defRPr sz="1725" b="0">
                <a:solidFill>
                  <a:srgbClr val="D7D3CC"/>
                </a:solidFill>
              </a:defRPr>
            </a:pPr>
            <a:r>
              <a:rPr sz="1725" b="0">
                <a:solidFill>
                  <a:srgbClr val="D7D3CC"/>
                </a:solidFill>
              </a:rPr>
              <a:t>Machines capture what is happening</a:t>
            </a:r>
          </a:p>
        </p:txBody>
      </p:sp>
      <p:sp>
        <p:nvSpPr>
          <p:cNvPr id="17" name="">
            <a:extLst xmlns:a="http://schemas.openxmlformats.org/drawingml/2006/main">
              <a:ext uri="{FF2B5EF4-FFF2-40B4-BE49-F238E27FC236}">
                <a16:creationId xmlns:a16="http://schemas.microsoft.com/office/drawing/2014/main" id="{CDD15BC1-C37F-428C-A5CD-12AC5739040D}"/>
              </a:ext>
            </a:extLst>
          </p:cNvPr>
          <p:cNvSpPr>
            <a:spLocks xmlns:a="http://schemas.openxmlformats.org/drawingml/2006/main" noGrp="1"/>
          </p:cNvSpPr>
          <p:nvPr/>
        </p:nvSpPr>
        <p:spPr>
          <a:xfrm xmlns:a="http://schemas.openxmlformats.org/drawingml/2006/main">
            <a:off x="4572000" y="4105275"/>
            <a:ext cx="3095625"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725" b="0">
                <a:solidFill>
                  <a:srgbClr val="D7D3CC"/>
                </a:solidFill>
              </a:defRPr>
            </a:defPPr>
            <a:lvl1pPr algn="l">
              <a:buNone/>
              <a:defRPr sz="1725" b="0">
                <a:solidFill>
                  <a:srgbClr val="D7D3CC"/>
                </a:solidFill>
              </a:defRPr>
            </a:lvl1pPr>
            <a:lvl2pPr algn="l">
              <a:buNone/>
              <a:defRPr sz="1725" b="0">
                <a:solidFill>
                  <a:srgbClr val="D7D3CC"/>
                </a:solidFill>
              </a:defRPr>
            </a:lvl2pPr>
            <a:lvl3pPr algn="l">
              <a:buNone/>
              <a:defRPr sz="1725" b="0">
                <a:solidFill>
                  <a:srgbClr val="D7D3CC"/>
                </a:solidFill>
              </a:defRPr>
            </a:lvl3pPr>
            <a:lvl4pPr algn="l">
              <a:buNone/>
              <a:defRPr sz="1725" b="0">
                <a:solidFill>
                  <a:srgbClr val="D7D3CC"/>
                </a:solidFill>
              </a:defRPr>
            </a:lvl4pPr>
            <a:lvl5pPr algn="l">
              <a:buNone/>
              <a:defRPr sz="1725" b="0">
                <a:solidFill>
                  <a:srgbClr val="D7D3CC"/>
                </a:solidFill>
              </a:defRPr>
            </a:lvl5pPr>
            <a:lvl6pPr algn="l">
              <a:buNone/>
              <a:defRPr sz="1725" b="0">
                <a:solidFill>
                  <a:srgbClr val="D7D3CC"/>
                </a:solidFill>
              </a:defRPr>
            </a:lvl6pPr>
            <a:lvl7pPr algn="l">
              <a:buNone/>
              <a:defRPr sz="1725" b="0">
                <a:solidFill>
                  <a:srgbClr val="D7D3CC"/>
                </a:solidFill>
              </a:defRPr>
            </a:lvl7pPr>
            <a:lvl8pPr algn="l">
              <a:buNone/>
              <a:defRPr sz="1725" b="0">
                <a:solidFill>
                  <a:srgbClr val="D7D3CC"/>
                </a:solidFill>
              </a:defRPr>
            </a:lvl8pPr>
            <a:lvl9pPr algn="l">
              <a:buNone/>
              <a:defRPr sz="1725" b="0">
                <a:solidFill>
                  <a:srgbClr val="D7D3CC"/>
                </a:solidFill>
              </a:defRPr>
            </a:lvl9pPr>
          </a:lstStyle>
          <a:p xmlns:a="http://schemas.openxmlformats.org/drawingml/2006/main">
            <a:pPr algn="l">
              <a:buNone/>
              <a:defRPr sz="1725" b="0">
                <a:solidFill>
                  <a:srgbClr val="D7D3CC"/>
                </a:solidFill>
              </a:defRPr>
            </a:pPr>
            <a:r>
              <a:rPr sz="1725" b="0">
                <a:solidFill>
                  <a:srgbClr val="D7D3CC"/>
                </a:solidFill>
              </a:rPr>
              <a:t>Software turns signals into decisions</a:t>
            </a:r>
          </a:p>
        </p:txBody>
      </p:sp>
      <p:sp>
        <p:nvSpPr>
          <p:cNvPr id="18" name="">
            <a:extLst xmlns:a="http://schemas.openxmlformats.org/drawingml/2006/main">
              <a:ext uri="{FF2B5EF4-FFF2-40B4-BE49-F238E27FC236}">
                <a16:creationId xmlns:a16="http://schemas.microsoft.com/office/drawing/2014/main" id="{382C746F-9ACD-4117-999B-155F0BB33993}"/>
              </a:ext>
            </a:extLst>
          </p:cNvPr>
          <p:cNvSpPr>
            <a:spLocks xmlns:a="http://schemas.openxmlformats.org/drawingml/2006/main" noGrp="1"/>
          </p:cNvSpPr>
          <p:nvPr/>
        </p:nvSpPr>
        <p:spPr>
          <a:xfrm xmlns:a="http://schemas.openxmlformats.org/drawingml/2006/main">
            <a:off x="8382000" y="4105275"/>
            <a:ext cx="3095625"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725" b="0">
                <a:solidFill>
                  <a:srgbClr val="D7D3CC"/>
                </a:solidFill>
              </a:defRPr>
            </a:defPPr>
            <a:lvl1pPr algn="l">
              <a:buNone/>
              <a:defRPr sz="1725" b="0">
                <a:solidFill>
                  <a:srgbClr val="D7D3CC"/>
                </a:solidFill>
              </a:defRPr>
            </a:lvl1pPr>
            <a:lvl2pPr algn="l">
              <a:buNone/>
              <a:defRPr sz="1725" b="0">
                <a:solidFill>
                  <a:srgbClr val="D7D3CC"/>
                </a:solidFill>
              </a:defRPr>
            </a:lvl2pPr>
            <a:lvl3pPr algn="l">
              <a:buNone/>
              <a:defRPr sz="1725" b="0">
                <a:solidFill>
                  <a:srgbClr val="D7D3CC"/>
                </a:solidFill>
              </a:defRPr>
            </a:lvl3pPr>
            <a:lvl4pPr algn="l">
              <a:buNone/>
              <a:defRPr sz="1725" b="0">
                <a:solidFill>
                  <a:srgbClr val="D7D3CC"/>
                </a:solidFill>
              </a:defRPr>
            </a:lvl4pPr>
            <a:lvl5pPr algn="l">
              <a:buNone/>
              <a:defRPr sz="1725" b="0">
                <a:solidFill>
                  <a:srgbClr val="D7D3CC"/>
                </a:solidFill>
              </a:defRPr>
            </a:lvl5pPr>
            <a:lvl6pPr algn="l">
              <a:buNone/>
              <a:defRPr sz="1725" b="0">
                <a:solidFill>
                  <a:srgbClr val="D7D3CC"/>
                </a:solidFill>
              </a:defRPr>
            </a:lvl6pPr>
            <a:lvl7pPr algn="l">
              <a:buNone/>
              <a:defRPr sz="1725" b="0">
                <a:solidFill>
                  <a:srgbClr val="D7D3CC"/>
                </a:solidFill>
              </a:defRPr>
            </a:lvl7pPr>
            <a:lvl8pPr algn="l">
              <a:buNone/>
              <a:defRPr sz="1725" b="0">
                <a:solidFill>
                  <a:srgbClr val="D7D3CC"/>
                </a:solidFill>
              </a:defRPr>
            </a:lvl8pPr>
            <a:lvl9pPr algn="l">
              <a:buNone/>
              <a:defRPr sz="1725" b="0">
                <a:solidFill>
                  <a:srgbClr val="D7D3CC"/>
                </a:solidFill>
              </a:defRPr>
            </a:lvl9pPr>
          </a:lstStyle>
          <a:p xmlns:a="http://schemas.openxmlformats.org/drawingml/2006/main">
            <a:pPr algn="l">
              <a:buNone/>
              <a:defRPr sz="1725" b="0">
                <a:solidFill>
                  <a:srgbClr val="D7D3CC"/>
                </a:solidFill>
              </a:defRPr>
            </a:pPr>
            <a:r>
              <a:rPr sz="1725" b="0">
                <a:solidFill>
                  <a:srgbClr val="D7D3CC"/>
                </a:solidFill>
              </a:rPr>
              <a:t>People and equipment respond</a:t>
            </a:r>
          </a:p>
        </p:txBody>
      </p:sp>
    </p:spTree>
    <p:extLst>
      <p:ext uri="{BB962C8B-B14F-4D97-AF65-F5344CB8AC3E}">
        <p14:creationId xmlns:p14="http://schemas.microsoft.com/office/powerpoint/2010/main" val="1626996306"/>
      </p:ext>
    </p:extLst>
  </p:cSld>
</p:sld>
</file>

<file path=ppt/slides/slide4.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pic>
        <p:nvPicPr>
          <p:cNvPr id="3" name="">
            <a:extLst xmlns:a="http://schemas.openxmlformats.org/drawingml/2006/main">
              <a:ext uri="{FF2B5EF4-FFF2-40B4-BE49-F238E27FC236}">
                <a16:creationId xmlns:a16="http://schemas.microsoft.com/office/drawing/2014/main" id="{17685762-9B5E-4DC1-9E16-255D9316B800}"/>
              </a:ext>
            </a:extLst>
          </p:cNvPr>
          <p:cNvPicPr>
            <a:picLocks xmlns:a="http://schemas.openxmlformats.org/drawingml/2006/main" noChangeAspect="1"/>
          </p:cNvPicPr>
          <p:nvPr/>
        </p:nvPicPr>
        <p:blipFill>
          <a:blip xmlns:r="http://schemas.openxmlformats.org/officeDocument/2006/relationships" xmlns:a="http://schemas.openxmlformats.org/drawingml/2006/main" r:embed="Rff7ae209073141e4"/>
          <a:stretch xmlns:a="http://schemas.openxmlformats.org/drawingml/2006/main"/>
        </p:blipFill>
        <p:spPr>
          <a:xfrm xmlns:a="http://schemas.openxmlformats.org/drawingml/2006/main">
            <a:off x="817033" y="6515100"/>
            <a:ext cx="918633" cy="29527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F251D2DD-C207-45BA-9BE4-3948EFD58A1B}"/>
              </a:ext>
            </a:extLst>
          </p:cNvPr>
          <p:cNvSpPr>
            <a:spLocks xmlns:a="http://schemas.openxmlformats.org/drawingml/2006/main" noGrp="1"/>
          </p:cNvSpPr>
          <p:nvPr/>
        </p:nvSpPr>
        <p:spPr>
          <a:xfrm xmlns:a="http://schemas.openxmlformats.org/drawingml/2006/main">
            <a:off x="0" y="6477000"/>
            <a:ext cx="12192000" cy="381000"/>
          </a:xfrm>
          <a:prstGeom xmlns:a="http://schemas.openxmlformats.org/drawingml/2006/main" prst="rect">
            <a:avLst/>
          </a:prstGeom>
          <a:solidFill xmlns:a="http://schemas.openxmlformats.org/drawingml/2006/main">
            <a:srgbClr val="231F2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324B013-41FC-436B-8BF5-5D07715CD733}"/>
              </a:ext>
            </a:extLst>
          </p:cNvPr>
          <p:cNvSpPr>
            <a:spLocks xmlns:a="http://schemas.openxmlformats.org/drawingml/2006/main" noGrp="1"/>
          </p:cNvSpPr>
          <p:nvPr/>
        </p:nvSpPr>
        <p:spPr>
          <a:xfrm xmlns:a="http://schemas.openxmlformats.org/drawingml/2006/main">
            <a:off x="11334750" y="65341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0">
                <a:solidFill>
                  <a:srgbClr val="FFFFFF"/>
                </a:solidFill>
              </a:defRPr>
            </a:defPPr>
            <a:lvl1pPr algn="l">
              <a:buNone/>
              <a:defRPr sz="1125" b="0">
                <a:solidFill>
                  <a:srgbClr val="FFFFFF"/>
                </a:solidFill>
              </a:defRPr>
            </a:lvl1pPr>
            <a:lvl2pPr algn="l">
              <a:buNone/>
              <a:defRPr sz="1125" b="0">
                <a:solidFill>
                  <a:srgbClr val="FFFFFF"/>
                </a:solidFill>
              </a:defRPr>
            </a:lvl2pPr>
            <a:lvl3pPr algn="l">
              <a:buNone/>
              <a:defRPr sz="1125" b="0">
                <a:solidFill>
                  <a:srgbClr val="FFFFFF"/>
                </a:solidFill>
              </a:defRPr>
            </a:lvl3pPr>
            <a:lvl4pPr algn="l">
              <a:buNone/>
              <a:defRPr sz="1125" b="0">
                <a:solidFill>
                  <a:srgbClr val="FFFFFF"/>
                </a:solidFill>
              </a:defRPr>
            </a:lvl4pPr>
            <a:lvl5pPr algn="l">
              <a:buNone/>
              <a:defRPr sz="1125" b="0">
                <a:solidFill>
                  <a:srgbClr val="FFFFFF"/>
                </a:solidFill>
              </a:defRPr>
            </a:lvl5pPr>
            <a:lvl6pPr algn="l">
              <a:buNone/>
              <a:defRPr sz="1125" b="0">
                <a:solidFill>
                  <a:srgbClr val="FFFFFF"/>
                </a:solidFill>
              </a:defRPr>
            </a:lvl6pPr>
            <a:lvl7pPr algn="l">
              <a:buNone/>
              <a:defRPr sz="1125" b="0">
                <a:solidFill>
                  <a:srgbClr val="FFFFFF"/>
                </a:solidFill>
              </a:defRPr>
            </a:lvl7pPr>
            <a:lvl8pPr algn="l">
              <a:buNone/>
              <a:defRPr sz="1125" b="0">
                <a:solidFill>
                  <a:srgbClr val="FFFFFF"/>
                </a:solidFill>
              </a:defRPr>
            </a:lvl8pPr>
            <a:lvl9pPr algn="l">
              <a:buNone/>
              <a:defRPr sz="1125" b="0">
                <a:solidFill>
                  <a:srgbClr val="FFFFFF"/>
                </a:solidFill>
              </a:defRPr>
            </a:lvl9pPr>
          </a:lstStyle>
          <a:p xmlns:a="http://schemas.openxmlformats.org/drawingml/2006/main">
            <a:pPr algn="l">
              <a:buNone/>
              <a:defRPr sz="1125" b="0">
                <a:solidFill>
                  <a:srgbClr val="FFFFFF"/>
                </a:solidFill>
              </a:defRPr>
            </a:pPr>
            <a:r>
              <a:rPr sz="1125" b="0">
                <a:solidFill>
                  <a:srgbClr val="FFFFFF"/>
                </a:solidFill>
              </a:rPr>
              <a:t>04</a:t>
            </a:r>
          </a:p>
        </p:txBody>
      </p:sp>
      <p:sp>
        <p:nvSpPr>
          <p:cNvPr id="6" name="">
            <a:extLst xmlns:a="http://schemas.openxmlformats.org/drawingml/2006/main">
              <a:ext uri="{FF2B5EF4-FFF2-40B4-BE49-F238E27FC236}">
                <a16:creationId xmlns:a16="http://schemas.microsoft.com/office/drawing/2014/main" id="{2370B653-7838-46A8-BC13-D34138918D4F}"/>
              </a:ext>
            </a:extLst>
          </p:cNvPr>
          <p:cNvSpPr>
            <a:spLocks xmlns:a="http://schemas.openxmlformats.org/drawingml/2006/main" noGrp="1"/>
          </p:cNvSpPr>
          <p:nvPr/>
        </p:nvSpPr>
        <p:spPr>
          <a:xfrm xmlns:a="http://schemas.openxmlformats.org/drawingml/2006/main">
            <a:off x="685800" y="590550"/>
            <a:ext cx="10820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750" b="1">
                <a:solidFill>
                  <a:srgbClr val="231F20"/>
                </a:solidFill>
              </a:defRPr>
            </a:defPPr>
            <a:lvl1pPr algn="l">
              <a:buNone/>
              <a:defRPr sz="3750" b="1">
                <a:solidFill>
                  <a:srgbClr val="231F20"/>
                </a:solidFill>
              </a:defRPr>
            </a:lvl1pPr>
            <a:lvl2pPr algn="l">
              <a:buNone/>
              <a:defRPr sz="3750" b="1">
                <a:solidFill>
                  <a:srgbClr val="231F20"/>
                </a:solidFill>
              </a:defRPr>
            </a:lvl2pPr>
            <a:lvl3pPr algn="l">
              <a:buNone/>
              <a:defRPr sz="3750" b="1">
                <a:solidFill>
                  <a:srgbClr val="231F20"/>
                </a:solidFill>
              </a:defRPr>
            </a:lvl3pPr>
            <a:lvl4pPr algn="l">
              <a:buNone/>
              <a:defRPr sz="3750" b="1">
                <a:solidFill>
                  <a:srgbClr val="231F20"/>
                </a:solidFill>
              </a:defRPr>
            </a:lvl4pPr>
            <a:lvl5pPr algn="l">
              <a:buNone/>
              <a:defRPr sz="3750" b="1">
                <a:solidFill>
                  <a:srgbClr val="231F20"/>
                </a:solidFill>
              </a:defRPr>
            </a:lvl5pPr>
            <a:lvl6pPr algn="l">
              <a:buNone/>
              <a:defRPr sz="3750" b="1">
                <a:solidFill>
                  <a:srgbClr val="231F20"/>
                </a:solidFill>
              </a:defRPr>
            </a:lvl6pPr>
            <a:lvl7pPr algn="l">
              <a:buNone/>
              <a:defRPr sz="3750" b="1">
                <a:solidFill>
                  <a:srgbClr val="231F20"/>
                </a:solidFill>
              </a:defRPr>
            </a:lvl7pPr>
            <a:lvl8pPr algn="l">
              <a:buNone/>
              <a:defRPr sz="3750" b="1">
                <a:solidFill>
                  <a:srgbClr val="231F20"/>
                </a:solidFill>
              </a:defRPr>
            </a:lvl8pPr>
            <a:lvl9pPr algn="l">
              <a:buNone/>
              <a:defRPr sz="3750" b="1">
                <a:solidFill>
                  <a:srgbClr val="231F20"/>
                </a:solidFill>
              </a:defRPr>
            </a:lvl9pPr>
          </a:lstStyle>
          <a:p xmlns:a="http://schemas.openxmlformats.org/drawingml/2006/main">
            <a:pPr algn="l">
              <a:buNone/>
              <a:defRPr sz="3750" b="1">
                <a:solidFill>
                  <a:srgbClr val="231F20"/>
                </a:solidFill>
              </a:defRPr>
            </a:pPr>
            <a:r>
              <a:rPr sz="3750" b="1">
                <a:solidFill>
                  <a:srgbClr val="231F20"/>
                </a:solidFill>
              </a:rPr>
              <a:t>Why we love this work</a:t>
            </a:r>
          </a:p>
        </p:txBody>
      </p:sp>
      <p:sp>
        <p:nvSpPr>
          <p:cNvPr id="7" name="">
            <a:extLst xmlns:a="http://schemas.openxmlformats.org/drawingml/2006/main">
              <a:ext uri="{FF2B5EF4-FFF2-40B4-BE49-F238E27FC236}">
                <a16:creationId xmlns:a16="http://schemas.microsoft.com/office/drawing/2014/main" id="{6E43C8AF-F706-4FA1-8A91-536BBB28DB42}"/>
              </a:ext>
            </a:extLst>
          </p:cNvPr>
          <p:cNvSpPr>
            <a:spLocks xmlns:a="http://schemas.openxmlformats.org/drawingml/2006/main" noGrp="1"/>
          </p:cNvSpPr>
          <p:nvPr/>
        </p:nvSpPr>
        <p:spPr>
          <a:xfrm xmlns:a="http://schemas.openxmlformats.org/drawingml/2006/main">
            <a:off x="762000" y="1905000"/>
            <a:ext cx="4619625" cy="19050"/>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3DEECC2-611E-4B7F-9AF3-E645B868F519}"/>
              </a:ext>
            </a:extLst>
          </p:cNvPr>
          <p:cNvSpPr>
            <a:spLocks xmlns:a="http://schemas.openxmlformats.org/drawingml/2006/main" noGrp="1"/>
          </p:cNvSpPr>
          <p:nvPr/>
        </p:nvSpPr>
        <p:spPr>
          <a:xfrm xmlns:a="http://schemas.openxmlformats.org/drawingml/2006/main">
            <a:off x="762000" y="2143125"/>
            <a:ext cx="4667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225" b="1">
                <a:solidFill>
                  <a:srgbClr val="231F20"/>
                </a:solidFill>
              </a:defRPr>
            </a:defPPr>
            <a:lvl1pPr algn="l">
              <a:buNone/>
              <a:defRPr sz="3225" b="1">
                <a:solidFill>
                  <a:srgbClr val="231F20"/>
                </a:solidFill>
              </a:defRPr>
            </a:lvl1pPr>
            <a:lvl2pPr algn="l">
              <a:buNone/>
              <a:defRPr sz="3225" b="1">
                <a:solidFill>
                  <a:srgbClr val="231F20"/>
                </a:solidFill>
              </a:defRPr>
            </a:lvl2pPr>
            <a:lvl3pPr algn="l">
              <a:buNone/>
              <a:defRPr sz="3225" b="1">
                <a:solidFill>
                  <a:srgbClr val="231F20"/>
                </a:solidFill>
              </a:defRPr>
            </a:lvl3pPr>
            <a:lvl4pPr algn="l">
              <a:buNone/>
              <a:defRPr sz="3225" b="1">
                <a:solidFill>
                  <a:srgbClr val="231F20"/>
                </a:solidFill>
              </a:defRPr>
            </a:lvl4pPr>
            <a:lvl5pPr algn="l">
              <a:buNone/>
              <a:defRPr sz="3225" b="1">
                <a:solidFill>
                  <a:srgbClr val="231F20"/>
                </a:solidFill>
              </a:defRPr>
            </a:lvl5pPr>
            <a:lvl6pPr algn="l">
              <a:buNone/>
              <a:defRPr sz="3225" b="1">
                <a:solidFill>
                  <a:srgbClr val="231F20"/>
                </a:solidFill>
              </a:defRPr>
            </a:lvl6pPr>
            <a:lvl7pPr algn="l">
              <a:buNone/>
              <a:defRPr sz="3225" b="1">
                <a:solidFill>
                  <a:srgbClr val="231F20"/>
                </a:solidFill>
              </a:defRPr>
            </a:lvl7pPr>
            <a:lvl8pPr algn="l">
              <a:buNone/>
              <a:defRPr sz="3225" b="1">
                <a:solidFill>
                  <a:srgbClr val="231F20"/>
                </a:solidFill>
              </a:defRPr>
            </a:lvl8pPr>
            <a:lvl9pPr algn="l">
              <a:buNone/>
              <a:defRPr sz="3225" b="1">
                <a:solidFill>
                  <a:srgbClr val="231F20"/>
                </a:solidFill>
              </a:defRPr>
            </a:lvl9pPr>
          </a:lstStyle>
          <a:p xmlns:a="http://schemas.openxmlformats.org/drawingml/2006/main">
            <a:pPr algn="l">
              <a:buNone/>
              <a:defRPr sz="3225" b="1">
                <a:solidFill>
                  <a:srgbClr val="231F20"/>
                </a:solidFill>
              </a:defRPr>
            </a:pPr>
            <a:r>
              <a:rPr sz="3225" b="1">
                <a:solidFill>
                  <a:srgbClr val="231F20"/>
                </a:solidFill>
              </a:rPr>
              <a:t>Variety</a:t>
            </a:r>
          </a:p>
        </p:txBody>
      </p:sp>
      <p:sp>
        <p:nvSpPr>
          <p:cNvPr id="9" name="">
            <a:extLst xmlns:a="http://schemas.openxmlformats.org/drawingml/2006/main">
              <a:ext uri="{FF2B5EF4-FFF2-40B4-BE49-F238E27FC236}">
                <a16:creationId xmlns:a16="http://schemas.microsoft.com/office/drawing/2014/main" id="{73CC0B65-C94B-4EF2-AD00-9C69E908BC3E}"/>
              </a:ext>
            </a:extLst>
          </p:cNvPr>
          <p:cNvSpPr>
            <a:spLocks xmlns:a="http://schemas.openxmlformats.org/drawingml/2006/main" noGrp="1"/>
          </p:cNvSpPr>
          <p:nvPr/>
        </p:nvSpPr>
        <p:spPr>
          <a:xfrm xmlns:a="http://schemas.openxmlformats.org/drawingml/2006/main">
            <a:off x="6334125" y="1905000"/>
            <a:ext cx="4619625" cy="19050"/>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206FB4F-9F0E-460F-A97A-9369EA2E37E1}"/>
              </a:ext>
            </a:extLst>
          </p:cNvPr>
          <p:cNvSpPr>
            <a:spLocks xmlns:a="http://schemas.openxmlformats.org/drawingml/2006/main" noGrp="1"/>
          </p:cNvSpPr>
          <p:nvPr/>
        </p:nvSpPr>
        <p:spPr>
          <a:xfrm xmlns:a="http://schemas.openxmlformats.org/drawingml/2006/main">
            <a:off x="6334125" y="2143125"/>
            <a:ext cx="4667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225" b="1">
                <a:solidFill>
                  <a:srgbClr val="231F20"/>
                </a:solidFill>
              </a:defRPr>
            </a:defPPr>
            <a:lvl1pPr algn="l">
              <a:buNone/>
              <a:defRPr sz="3225" b="1">
                <a:solidFill>
                  <a:srgbClr val="231F20"/>
                </a:solidFill>
              </a:defRPr>
            </a:lvl1pPr>
            <a:lvl2pPr algn="l">
              <a:buNone/>
              <a:defRPr sz="3225" b="1">
                <a:solidFill>
                  <a:srgbClr val="231F20"/>
                </a:solidFill>
              </a:defRPr>
            </a:lvl2pPr>
            <a:lvl3pPr algn="l">
              <a:buNone/>
              <a:defRPr sz="3225" b="1">
                <a:solidFill>
                  <a:srgbClr val="231F20"/>
                </a:solidFill>
              </a:defRPr>
            </a:lvl3pPr>
            <a:lvl4pPr algn="l">
              <a:buNone/>
              <a:defRPr sz="3225" b="1">
                <a:solidFill>
                  <a:srgbClr val="231F20"/>
                </a:solidFill>
              </a:defRPr>
            </a:lvl4pPr>
            <a:lvl5pPr algn="l">
              <a:buNone/>
              <a:defRPr sz="3225" b="1">
                <a:solidFill>
                  <a:srgbClr val="231F20"/>
                </a:solidFill>
              </a:defRPr>
            </a:lvl5pPr>
            <a:lvl6pPr algn="l">
              <a:buNone/>
              <a:defRPr sz="3225" b="1">
                <a:solidFill>
                  <a:srgbClr val="231F20"/>
                </a:solidFill>
              </a:defRPr>
            </a:lvl6pPr>
            <a:lvl7pPr algn="l">
              <a:buNone/>
              <a:defRPr sz="3225" b="1">
                <a:solidFill>
                  <a:srgbClr val="231F20"/>
                </a:solidFill>
              </a:defRPr>
            </a:lvl7pPr>
            <a:lvl8pPr algn="l">
              <a:buNone/>
              <a:defRPr sz="3225" b="1">
                <a:solidFill>
                  <a:srgbClr val="231F20"/>
                </a:solidFill>
              </a:defRPr>
            </a:lvl8pPr>
            <a:lvl9pPr algn="l">
              <a:buNone/>
              <a:defRPr sz="3225" b="1">
                <a:solidFill>
                  <a:srgbClr val="231F20"/>
                </a:solidFill>
              </a:defRPr>
            </a:lvl9pPr>
          </a:lstStyle>
          <a:p xmlns:a="http://schemas.openxmlformats.org/drawingml/2006/main">
            <a:pPr algn="l">
              <a:buNone/>
              <a:defRPr sz="3225" b="1">
                <a:solidFill>
                  <a:srgbClr val="231F20"/>
                </a:solidFill>
              </a:defRPr>
            </a:pPr>
            <a:r>
              <a:rPr sz="3225" b="1">
                <a:solidFill>
                  <a:srgbClr val="231F20"/>
                </a:solidFill>
              </a:rPr>
              <a:t>Freedom</a:t>
            </a:r>
          </a:p>
        </p:txBody>
      </p:sp>
      <p:sp>
        <p:nvSpPr>
          <p:cNvPr id="11" name="">
            <a:extLst xmlns:a="http://schemas.openxmlformats.org/drawingml/2006/main">
              <a:ext uri="{FF2B5EF4-FFF2-40B4-BE49-F238E27FC236}">
                <a16:creationId xmlns:a16="http://schemas.microsoft.com/office/drawing/2014/main" id="{01CACD14-AC64-42F0-8CD7-6CC95EF5ADE1}"/>
              </a:ext>
            </a:extLst>
          </p:cNvPr>
          <p:cNvSpPr>
            <a:spLocks xmlns:a="http://schemas.openxmlformats.org/drawingml/2006/main" noGrp="1"/>
          </p:cNvSpPr>
          <p:nvPr/>
        </p:nvSpPr>
        <p:spPr>
          <a:xfrm xmlns:a="http://schemas.openxmlformats.org/drawingml/2006/main">
            <a:off x="762000" y="3905250"/>
            <a:ext cx="4619625" cy="19050"/>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C93B5BC-6FF4-42C1-A087-AA8325C835DD}"/>
              </a:ext>
            </a:extLst>
          </p:cNvPr>
          <p:cNvSpPr>
            <a:spLocks xmlns:a="http://schemas.openxmlformats.org/drawingml/2006/main" noGrp="1"/>
          </p:cNvSpPr>
          <p:nvPr/>
        </p:nvSpPr>
        <p:spPr>
          <a:xfrm xmlns:a="http://schemas.openxmlformats.org/drawingml/2006/main">
            <a:off x="762000" y="4143375"/>
            <a:ext cx="4667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225" b="1">
                <a:solidFill>
                  <a:srgbClr val="231F20"/>
                </a:solidFill>
              </a:defRPr>
            </a:defPPr>
            <a:lvl1pPr algn="l">
              <a:buNone/>
              <a:defRPr sz="3225" b="1">
                <a:solidFill>
                  <a:srgbClr val="231F20"/>
                </a:solidFill>
              </a:defRPr>
            </a:lvl1pPr>
            <a:lvl2pPr algn="l">
              <a:buNone/>
              <a:defRPr sz="3225" b="1">
                <a:solidFill>
                  <a:srgbClr val="231F20"/>
                </a:solidFill>
              </a:defRPr>
            </a:lvl2pPr>
            <a:lvl3pPr algn="l">
              <a:buNone/>
              <a:defRPr sz="3225" b="1">
                <a:solidFill>
                  <a:srgbClr val="231F20"/>
                </a:solidFill>
              </a:defRPr>
            </a:lvl3pPr>
            <a:lvl4pPr algn="l">
              <a:buNone/>
              <a:defRPr sz="3225" b="1">
                <a:solidFill>
                  <a:srgbClr val="231F20"/>
                </a:solidFill>
              </a:defRPr>
            </a:lvl4pPr>
            <a:lvl5pPr algn="l">
              <a:buNone/>
              <a:defRPr sz="3225" b="1">
                <a:solidFill>
                  <a:srgbClr val="231F20"/>
                </a:solidFill>
              </a:defRPr>
            </a:lvl5pPr>
            <a:lvl6pPr algn="l">
              <a:buNone/>
              <a:defRPr sz="3225" b="1">
                <a:solidFill>
                  <a:srgbClr val="231F20"/>
                </a:solidFill>
              </a:defRPr>
            </a:lvl6pPr>
            <a:lvl7pPr algn="l">
              <a:buNone/>
              <a:defRPr sz="3225" b="1">
                <a:solidFill>
                  <a:srgbClr val="231F20"/>
                </a:solidFill>
              </a:defRPr>
            </a:lvl7pPr>
            <a:lvl8pPr algn="l">
              <a:buNone/>
              <a:defRPr sz="3225" b="1">
                <a:solidFill>
                  <a:srgbClr val="231F20"/>
                </a:solidFill>
              </a:defRPr>
            </a:lvl8pPr>
            <a:lvl9pPr algn="l">
              <a:buNone/>
              <a:defRPr sz="3225" b="1">
                <a:solidFill>
                  <a:srgbClr val="231F20"/>
                </a:solidFill>
              </a:defRPr>
            </a:lvl9pPr>
          </a:lstStyle>
          <a:p xmlns:a="http://schemas.openxmlformats.org/drawingml/2006/main">
            <a:pPr algn="l">
              <a:buNone/>
              <a:defRPr sz="3225" b="1">
                <a:solidFill>
                  <a:srgbClr val="231F20"/>
                </a:solidFill>
              </a:defRPr>
            </a:pPr>
            <a:r>
              <a:rPr sz="3225" b="1">
                <a:solidFill>
                  <a:srgbClr val="231F20"/>
                </a:solidFill>
              </a:rPr>
              <a:t>Growth</a:t>
            </a:r>
          </a:p>
        </p:txBody>
      </p:sp>
      <p:sp>
        <p:nvSpPr>
          <p:cNvPr id="13" name="">
            <a:extLst xmlns:a="http://schemas.openxmlformats.org/drawingml/2006/main">
              <a:ext uri="{FF2B5EF4-FFF2-40B4-BE49-F238E27FC236}">
                <a16:creationId xmlns:a16="http://schemas.microsoft.com/office/drawing/2014/main" id="{4C2569D3-3E64-4D6E-9D7E-4C207246B3CB}"/>
              </a:ext>
            </a:extLst>
          </p:cNvPr>
          <p:cNvSpPr>
            <a:spLocks xmlns:a="http://schemas.openxmlformats.org/drawingml/2006/main" noGrp="1"/>
          </p:cNvSpPr>
          <p:nvPr/>
        </p:nvSpPr>
        <p:spPr>
          <a:xfrm xmlns:a="http://schemas.openxmlformats.org/drawingml/2006/main">
            <a:off x="6334125" y="3905250"/>
            <a:ext cx="4619625" cy="19050"/>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47F8E95-BDD9-4FD9-B6AC-4D977437E46E}"/>
              </a:ext>
            </a:extLst>
          </p:cNvPr>
          <p:cNvSpPr>
            <a:spLocks xmlns:a="http://schemas.openxmlformats.org/drawingml/2006/main" noGrp="1"/>
          </p:cNvSpPr>
          <p:nvPr/>
        </p:nvSpPr>
        <p:spPr>
          <a:xfrm xmlns:a="http://schemas.openxmlformats.org/drawingml/2006/main">
            <a:off x="6334125" y="4143375"/>
            <a:ext cx="4667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225" b="1">
                <a:solidFill>
                  <a:srgbClr val="231F20"/>
                </a:solidFill>
              </a:defRPr>
            </a:defPPr>
            <a:lvl1pPr algn="l">
              <a:buNone/>
              <a:defRPr sz="3225" b="1">
                <a:solidFill>
                  <a:srgbClr val="231F20"/>
                </a:solidFill>
              </a:defRPr>
            </a:lvl1pPr>
            <a:lvl2pPr algn="l">
              <a:buNone/>
              <a:defRPr sz="3225" b="1">
                <a:solidFill>
                  <a:srgbClr val="231F20"/>
                </a:solidFill>
              </a:defRPr>
            </a:lvl2pPr>
            <a:lvl3pPr algn="l">
              <a:buNone/>
              <a:defRPr sz="3225" b="1">
                <a:solidFill>
                  <a:srgbClr val="231F20"/>
                </a:solidFill>
              </a:defRPr>
            </a:lvl3pPr>
            <a:lvl4pPr algn="l">
              <a:buNone/>
              <a:defRPr sz="3225" b="1">
                <a:solidFill>
                  <a:srgbClr val="231F20"/>
                </a:solidFill>
              </a:defRPr>
            </a:lvl4pPr>
            <a:lvl5pPr algn="l">
              <a:buNone/>
              <a:defRPr sz="3225" b="1">
                <a:solidFill>
                  <a:srgbClr val="231F20"/>
                </a:solidFill>
              </a:defRPr>
            </a:lvl5pPr>
            <a:lvl6pPr algn="l">
              <a:buNone/>
              <a:defRPr sz="3225" b="1">
                <a:solidFill>
                  <a:srgbClr val="231F20"/>
                </a:solidFill>
              </a:defRPr>
            </a:lvl6pPr>
            <a:lvl7pPr algn="l">
              <a:buNone/>
              <a:defRPr sz="3225" b="1">
                <a:solidFill>
                  <a:srgbClr val="231F20"/>
                </a:solidFill>
              </a:defRPr>
            </a:lvl7pPr>
            <a:lvl8pPr algn="l">
              <a:buNone/>
              <a:defRPr sz="3225" b="1">
                <a:solidFill>
                  <a:srgbClr val="231F20"/>
                </a:solidFill>
              </a:defRPr>
            </a:lvl8pPr>
            <a:lvl9pPr algn="l">
              <a:buNone/>
              <a:defRPr sz="3225" b="1">
                <a:solidFill>
                  <a:srgbClr val="231F20"/>
                </a:solidFill>
              </a:defRPr>
            </a:lvl9pPr>
          </a:lstStyle>
          <a:p xmlns:a="http://schemas.openxmlformats.org/drawingml/2006/main">
            <a:pPr algn="l">
              <a:buNone/>
              <a:defRPr sz="3225" b="1">
                <a:solidFill>
                  <a:srgbClr val="231F20"/>
                </a:solidFill>
              </a:defRPr>
            </a:pPr>
            <a:r>
              <a:rPr sz="3225" b="1">
                <a:solidFill>
                  <a:srgbClr val="231F20"/>
                </a:solidFill>
              </a:rPr>
              <a:t>Ownership</a:t>
            </a:r>
          </a:p>
        </p:txBody>
      </p:sp>
      <p:pic>
        <p:nvPicPr>
          <p:cNvPr id="15" name="">
            <a:extLst xmlns:a="http://schemas.openxmlformats.org/drawingml/2006/main">
              <a:ext uri="{FF2B5EF4-FFF2-40B4-BE49-F238E27FC236}">
                <a16:creationId xmlns:a16="http://schemas.microsoft.com/office/drawing/2014/main" id="{61002C78-6CD3-44FE-A8A0-51E2573EC26A}"/>
              </a:ext>
            </a:extLst>
          </p:cNvPr>
          <p:cNvPicPr>
            <a:picLocks xmlns:a="http://schemas.openxmlformats.org/drawingml/2006/main" noChangeAspect="1"/>
          </p:cNvPicPr>
          <p:nvPr/>
        </p:nvPicPr>
        <p:blipFill>
          <a:blip xmlns:r="http://schemas.openxmlformats.org/officeDocument/2006/relationships" xmlns:a="http://schemas.openxmlformats.org/drawingml/2006/main" r:embed="R3d70064a7c1d4493"/>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
        <p:nvSpPr>
          <p:cNvPr id="16" name="">
            <a:extLst xmlns:a="http://schemas.openxmlformats.org/drawingml/2006/main">
              <a:ext uri="{FF2B5EF4-FFF2-40B4-BE49-F238E27FC236}">
                <a16:creationId xmlns:a16="http://schemas.microsoft.com/office/drawing/2014/main" id="{AD07D7D7-74DF-4B94-997F-8F83DEA2981D}"/>
              </a:ext>
            </a:extLst>
          </p:cNvPr>
          <p:cNvSpPr>
            <a:spLocks xmlns:a="http://schemas.openxmlformats.org/drawingml/2006/main" noGrp="1"/>
          </p:cNvSpPr>
          <p:nvPr/>
        </p:nvSpPr>
        <p:spPr>
          <a:xfrm xmlns:a="http://schemas.openxmlformats.org/drawingml/2006/main">
            <a:off x="762000" y="287655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950" b="0">
                <a:solidFill>
                  <a:srgbClr val="826941"/>
                </a:solidFill>
              </a:defRPr>
            </a:defPPr>
            <a:lvl1pPr algn="l">
              <a:buNone/>
              <a:defRPr sz="1950" b="0">
                <a:solidFill>
                  <a:srgbClr val="826941"/>
                </a:solidFill>
              </a:defRPr>
            </a:lvl1pPr>
            <a:lvl2pPr algn="l">
              <a:buNone/>
              <a:defRPr sz="1950" b="0">
                <a:solidFill>
                  <a:srgbClr val="826941"/>
                </a:solidFill>
              </a:defRPr>
            </a:lvl2pPr>
            <a:lvl3pPr algn="l">
              <a:buNone/>
              <a:defRPr sz="1950" b="0">
                <a:solidFill>
                  <a:srgbClr val="826941"/>
                </a:solidFill>
              </a:defRPr>
            </a:lvl3pPr>
            <a:lvl4pPr algn="l">
              <a:buNone/>
              <a:defRPr sz="1950" b="0">
                <a:solidFill>
                  <a:srgbClr val="826941"/>
                </a:solidFill>
              </a:defRPr>
            </a:lvl4pPr>
            <a:lvl5pPr algn="l">
              <a:buNone/>
              <a:defRPr sz="1950" b="0">
                <a:solidFill>
                  <a:srgbClr val="826941"/>
                </a:solidFill>
              </a:defRPr>
            </a:lvl5pPr>
            <a:lvl6pPr algn="l">
              <a:buNone/>
              <a:defRPr sz="1950" b="0">
                <a:solidFill>
                  <a:srgbClr val="826941"/>
                </a:solidFill>
              </a:defRPr>
            </a:lvl6pPr>
            <a:lvl7pPr algn="l">
              <a:buNone/>
              <a:defRPr sz="1950" b="0">
                <a:solidFill>
                  <a:srgbClr val="826941"/>
                </a:solidFill>
              </a:defRPr>
            </a:lvl7pPr>
            <a:lvl8pPr algn="l">
              <a:buNone/>
              <a:defRPr sz="1950" b="0">
                <a:solidFill>
                  <a:srgbClr val="826941"/>
                </a:solidFill>
              </a:defRPr>
            </a:lvl8pPr>
            <a:lvl9pPr algn="l">
              <a:buNone/>
              <a:defRPr sz="1950" b="0">
                <a:solidFill>
                  <a:srgbClr val="826941"/>
                </a:solidFill>
              </a:defRPr>
            </a:lvl9pPr>
          </a:lstStyle>
          <a:p xmlns:a="http://schemas.openxmlformats.org/drawingml/2006/main">
            <a:pPr algn="l">
              <a:buNone/>
              <a:defRPr sz="1950" b="0">
                <a:solidFill>
                  <a:srgbClr val="826941"/>
                </a:solidFill>
              </a:defRPr>
            </a:pPr>
            <a:r>
              <a:rPr sz="1950" b="0">
                <a:solidFill>
                  <a:srgbClr val="826941"/>
                </a:solidFill>
              </a:rPr>
              <a:t>AI, software, and machines</a:t>
            </a:r>
          </a:p>
        </p:txBody>
      </p:sp>
      <p:sp>
        <p:nvSpPr>
          <p:cNvPr id="17" name="">
            <a:extLst xmlns:a="http://schemas.openxmlformats.org/drawingml/2006/main">
              <a:ext uri="{FF2B5EF4-FFF2-40B4-BE49-F238E27FC236}">
                <a16:creationId xmlns:a16="http://schemas.microsoft.com/office/drawing/2014/main" id="{59489E31-4FBB-4B61-8FD5-67B00831AE3F}"/>
              </a:ext>
            </a:extLst>
          </p:cNvPr>
          <p:cNvSpPr>
            <a:spLocks xmlns:a="http://schemas.openxmlformats.org/drawingml/2006/main" noGrp="1"/>
          </p:cNvSpPr>
          <p:nvPr/>
        </p:nvSpPr>
        <p:spPr>
          <a:xfrm xmlns:a="http://schemas.openxmlformats.org/drawingml/2006/main">
            <a:off x="6334125" y="287655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950" b="0">
                <a:solidFill>
                  <a:srgbClr val="826941"/>
                </a:solidFill>
              </a:defRPr>
            </a:defPPr>
            <a:lvl1pPr algn="l">
              <a:buNone/>
              <a:defRPr sz="1950" b="0">
                <a:solidFill>
                  <a:srgbClr val="826941"/>
                </a:solidFill>
              </a:defRPr>
            </a:lvl1pPr>
            <a:lvl2pPr algn="l">
              <a:buNone/>
              <a:defRPr sz="1950" b="0">
                <a:solidFill>
                  <a:srgbClr val="826941"/>
                </a:solidFill>
              </a:defRPr>
            </a:lvl2pPr>
            <a:lvl3pPr algn="l">
              <a:buNone/>
              <a:defRPr sz="1950" b="0">
                <a:solidFill>
                  <a:srgbClr val="826941"/>
                </a:solidFill>
              </a:defRPr>
            </a:lvl3pPr>
            <a:lvl4pPr algn="l">
              <a:buNone/>
              <a:defRPr sz="1950" b="0">
                <a:solidFill>
                  <a:srgbClr val="826941"/>
                </a:solidFill>
              </a:defRPr>
            </a:lvl4pPr>
            <a:lvl5pPr algn="l">
              <a:buNone/>
              <a:defRPr sz="1950" b="0">
                <a:solidFill>
                  <a:srgbClr val="826941"/>
                </a:solidFill>
              </a:defRPr>
            </a:lvl5pPr>
            <a:lvl6pPr algn="l">
              <a:buNone/>
              <a:defRPr sz="1950" b="0">
                <a:solidFill>
                  <a:srgbClr val="826941"/>
                </a:solidFill>
              </a:defRPr>
            </a:lvl6pPr>
            <a:lvl7pPr algn="l">
              <a:buNone/>
              <a:defRPr sz="1950" b="0">
                <a:solidFill>
                  <a:srgbClr val="826941"/>
                </a:solidFill>
              </a:defRPr>
            </a:lvl7pPr>
            <a:lvl8pPr algn="l">
              <a:buNone/>
              <a:defRPr sz="1950" b="0">
                <a:solidFill>
                  <a:srgbClr val="826941"/>
                </a:solidFill>
              </a:defRPr>
            </a:lvl8pPr>
            <a:lvl9pPr algn="l">
              <a:buNone/>
              <a:defRPr sz="1950" b="0">
                <a:solidFill>
                  <a:srgbClr val="826941"/>
                </a:solidFill>
              </a:defRPr>
            </a:lvl9pPr>
          </a:lstStyle>
          <a:p xmlns:a="http://schemas.openxmlformats.org/drawingml/2006/main">
            <a:pPr algn="l">
              <a:buNone/>
              <a:defRPr sz="1950" b="0">
                <a:solidFill>
                  <a:srgbClr val="826941"/>
                </a:solidFill>
              </a:defRPr>
            </a:pPr>
            <a:r>
              <a:rPr sz="1950" b="0">
                <a:solidFill>
                  <a:srgbClr val="826941"/>
                </a:solidFill>
              </a:rPr>
              <a:t>Room to explore ideas</a:t>
            </a:r>
          </a:p>
        </p:txBody>
      </p:sp>
      <p:sp>
        <p:nvSpPr>
          <p:cNvPr id="18" name="">
            <a:extLst xmlns:a="http://schemas.openxmlformats.org/drawingml/2006/main">
              <a:ext uri="{FF2B5EF4-FFF2-40B4-BE49-F238E27FC236}">
                <a16:creationId xmlns:a16="http://schemas.microsoft.com/office/drawing/2014/main" id="{769AFF8A-58CF-4B6A-B84D-B3C1D17F14C4}"/>
              </a:ext>
            </a:extLst>
          </p:cNvPr>
          <p:cNvSpPr>
            <a:spLocks xmlns:a="http://schemas.openxmlformats.org/drawingml/2006/main" noGrp="1"/>
          </p:cNvSpPr>
          <p:nvPr/>
        </p:nvSpPr>
        <p:spPr>
          <a:xfrm xmlns:a="http://schemas.openxmlformats.org/drawingml/2006/main">
            <a:off x="762000" y="48768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950" b="0">
                <a:solidFill>
                  <a:srgbClr val="826941"/>
                </a:solidFill>
              </a:defRPr>
            </a:defPPr>
            <a:lvl1pPr algn="l">
              <a:buNone/>
              <a:defRPr sz="1950" b="0">
                <a:solidFill>
                  <a:srgbClr val="826941"/>
                </a:solidFill>
              </a:defRPr>
            </a:lvl1pPr>
            <a:lvl2pPr algn="l">
              <a:buNone/>
              <a:defRPr sz="1950" b="0">
                <a:solidFill>
                  <a:srgbClr val="826941"/>
                </a:solidFill>
              </a:defRPr>
            </a:lvl2pPr>
            <a:lvl3pPr algn="l">
              <a:buNone/>
              <a:defRPr sz="1950" b="0">
                <a:solidFill>
                  <a:srgbClr val="826941"/>
                </a:solidFill>
              </a:defRPr>
            </a:lvl3pPr>
            <a:lvl4pPr algn="l">
              <a:buNone/>
              <a:defRPr sz="1950" b="0">
                <a:solidFill>
                  <a:srgbClr val="826941"/>
                </a:solidFill>
              </a:defRPr>
            </a:lvl4pPr>
            <a:lvl5pPr algn="l">
              <a:buNone/>
              <a:defRPr sz="1950" b="0">
                <a:solidFill>
                  <a:srgbClr val="826941"/>
                </a:solidFill>
              </a:defRPr>
            </a:lvl5pPr>
            <a:lvl6pPr algn="l">
              <a:buNone/>
              <a:defRPr sz="1950" b="0">
                <a:solidFill>
                  <a:srgbClr val="826941"/>
                </a:solidFill>
              </a:defRPr>
            </a:lvl6pPr>
            <a:lvl7pPr algn="l">
              <a:buNone/>
              <a:defRPr sz="1950" b="0">
                <a:solidFill>
                  <a:srgbClr val="826941"/>
                </a:solidFill>
              </a:defRPr>
            </a:lvl7pPr>
            <a:lvl8pPr algn="l">
              <a:buNone/>
              <a:defRPr sz="1950" b="0">
                <a:solidFill>
                  <a:srgbClr val="826941"/>
                </a:solidFill>
              </a:defRPr>
            </a:lvl8pPr>
            <a:lvl9pPr algn="l">
              <a:buNone/>
              <a:defRPr sz="1950" b="0">
                <a:solidFill>
                  <a:srgbClr val="826941"/>
                </a:solidFill>
              </a:defRPr>
            </a:lvl9pPr>
          </a:lstStyle>
          <a:p xmlns:a="http://schemas.openxmlformats.org/drawingml/2006/main">
            <a:pPr algn="l">
              <a:buNone/>
              <a:defRPr sz="1950" b="0">
                <a:solidFill>
                  <a:srgbClr val="826941"/>
                </a:solidFill>
              </a:defRPr>
            </a:pPr>
            <a:r>
              <a:rPr sz="1950" b="0">
                <a:solidFill>
                  <a:srgbClr val="826941"/>
                </a:solidFill>
              </a:rPr>
              <a:t>Unexpected opportunities</a:t>
            </a:r>
          </a:p>
        </p:txBody>
      </p:sp>
      <p:sp>
        <p:nvSpPr>
          <p:cNvPr id="19" name="">
            <a:extLst xmlns:a="http://schemas.openxmlformats.org/drawingml/2006/main">
              <a:ext uri="{FF2B5EF4-FFF2-40B4-BE49-F238E27FC236}">
                <a16:creationId xmlns:a16="http://schemas.microsoft.com/office/drawing/2014/main" id="{6C3CA45D-032C-4D74-A703-9B148D718B4F}"/>
              </a:ext>
            </a:extLst>
          </p:cNvPr>
          <p:cNvSpPr>
            <a:spLocks xmlns:a="http://schemas.openxmlformats.org/drawingml/2006/main" noGrp="1"/>
          </p:cNvSpPr>
          <p:nvPr/>
        </p:nvSpPr>
        <p:spPr>
          <a:xfrm xmlns:a="http://schemas.openxmlformats.org/drawingml/2006/main">
            <a:off x="6334125" y="48768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950" b="0">
                <a:solidFill>
                  <a:srgbClr val="826941"/>
                </a:solidFill>
              </a:defRPr>
            </a:defPPr>
            <a:lvl1pPr algn="l">
              <a:buNone/>
              <a:defRPr sz="1950" b="0">
                <a:solidFill>
                  <a:srgbClr val="826941"/>
                </a:solidFill>
              </a:defRPr>
            </a:lvl1pPr>
            <a:lvl2pPr algn="l">
              <a:buNone/>
              <a:defRPr sz="1950" b="0">
                <a:solidFill>
                  <a:srgbClr val="826941"/>
                </a:solidFill>
              </a:defRPr>
            </a:lvl2pPr>
            <a:lvl3pPr algn="l">
              <a:buNone/>
              <a:defRPr sz="1950" b="0">
                <a:solidFill>
                  <a:srgbClr val="826941"/>
                </a:solidFill>
              </a:defRPr>
            </a:lvl3pPr>
            <a:lvl4pPr algn="l">
              <a:buNone/>
              <a:defRPr sz="1950" b="0">
                <a:solidFill>
                  <a:srgbClr val="826941"/>
                </a:solidFill>
              </a:defRPr>
            </a:lvl4pPr>
            <a:lvl5pPr algn="l">
              <a:buNone/>
              <a:defRPr sz="1950" b="0">
                <a:solidFill>
                  <a:srgbClr val="826941"/>
                </a:solidFill>
              </a:defRPr>
            </a:lvl5pPr>
            <a:lvl6pPr algn="l">
              <a:buNone/>
              <a:defRPr sz="1950" b="0">
                <a:solidFill>
                  <a:srgbClr val="826941"/>
                </a:solidFill>
              </a:defRPr>
            </a:lvl6pPr>
            <a:lvl7pPr algn="l">
              <a:buNone/>
              <a:defRPr sz="1950" b="0">
                <a:solidFill>
                  <a:srgbClr val="826941"/>
                </a:solidFill>
              </a:defRPr>
            </a:lvl7pPr>
            <a:lvl8pPr algn="l">
              <a:buNone/>
              <a:defRPr sz="1950" b="0">
                <a:solidFill>
                  <a:srgbClr val="826941"/>
                </a:solidFill>
              </a:defRPr>
            </a:lvl8pPr>
            <a:lvl9pPr algn="l">
              <a:buNone/>
              <a:defRPr sz="1950" b="0">
                <a:solidFill>
                  <a:srgbClr val="826941"/>
                </a:solidFill>
              </a:defRPr>
            </a:lvl9pPr>
          </a:lstStyle>
          <a:p xmlns:a="http://schemas.openxmlformats.org/drawingml/2006/main">
            <a:pPr algn="l">
              <a:buNone/>
              <a:defRPr sz="1950" b="0">
                <a:solidFill>
                  <a:srgbClr val="826941"/>
                </a:solidFill>
              </a:defRPr>
            </a:pPr>
            <a:r>
              <a:rPr sz="1950" b="0">
                <a:solidFill>
                  <a:srgbClr val="826941"/>
                </a:solidFill>
              </a:rPr>
              <a:t>We carry ideas into use</a:t>
            </a:r>
          </a:p>
        </p:txBody>
      </p:sp>
    </p:spTree>
    <p:extLst>
      <p:ext uri="{BB962C8B-B14F-4D97-AF65-F5344CB8AC3E}">
        <p14:creationId xmlns:p14="http://schemas.microsoft.com/office/powerpoint/2010/main" val="1111437009"/>
      </p:ext>
    </p:extLst>
  </p:cSld>
</p:sld>
</file>

<file path=ppt/slides/slide5.xml><?xml version="1.0" encoding="utf-8"?>
<p:sld xmlns:p="http://schemas.openxmlformats.org/presentationml/2006/main">
  <p:cSld>
    <p:bg>
      <p:bgPr>
        <a:solidFill xmlns:a="http://schemas.openxmlformats.org/drawingml/2006/main">
          <a:srgbClr val="231F20"/>
        </a:solidFill>
      </p:bgPr>
    </p:bg>
    <p:spTree>
      <p:nvGrpSpPr>
        <p:cNvPr id="1" name=""/>
        <p:cNvGrpSpPr/>
        <p:nvPr/>
      </p:nvGrpSpPr>
      <p:grpSpPr>
        <a:xfrm xmlns:a="http://schemas.openxmlformats.org/drawingml/2006/main"/>
      </p:grpSpPr>
      <p:pic>
        <p:nvPicPr>
          <p:cNvPr id="3" name="">
            <a:extLst xmlns:a="http://schemas.openxmlformats.org/drawingml/2006/main">
              <a:ext uri="{FF2B5EF4-FFF2-40B4-BE49-F238E27FC236}">
                <a16:creationId xmlns:a16="http://schemas.microsoft.com/office/drawing/2014/main" id="{7E5BBDD5-D9C9-4EE3-AF2F-B79BC157464E}"/>
              </a:ext>
            </a:extLst>
          </p:cNvPr>
          <p:cNvPicPr>
            <a:picLocks xmlns:a="http://schemas.openxmlformats.org/drawingml/2006/main" noChangeAspect="1"/>
          </p:cNvPicPr>
          <p:nvPr/>
        </p:nvPicPr>
        <p:blipFill>
          <a:blip xmlns:r="http://schemas.openxmlformats.org/officeDocument/2006/relationships" xmlns:a="http://schemas.openxmlformats.org/drawingml/2006/main" r:embed="Rffca8ed1f797459d"/>
          <a:stretch xmlns:a="http://schemas.openxmlformats.org/drawingml/2006/main"/>
        </p:blipFill>
        <p:spPr>
          <a:xfrm xmlns:a="http://schemas.openxmlformats.org/drawingml/2006/main">
            <a:off x="817033" y="6515100"/>
            <a:ext cx="918633" cy="2952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F3DB8D0F-3077-4938-9D18-DBC7F4690766}"/>
              </a:ext>
            </a:extLst>
          </p:cNvPr>
          <p:cNvPicPr>
            <a:picLocks xmlns:a="http://schemas.openxmlformats.org/drawingml/2006/main" noChangeAspect="1"/>
          </p:cNvPicPr>
          <p:nvPr/>
        </p:nvPicPr>
        <p:blipFill>
          <a:blip xmlns:r="http://schemas.openxmlformats.org/officeDocument/2006/relationships" xmlns:a="http://schemas.openxmlformats.org/drawingml/2006/main" r:embed="R46d16be425034d27"/>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653E1CB5-0CB6-42FF-893E-381BEB38EAEB}"/>
              </a:ext>
            </a:extLst>
          </p:cNvPr>
          <p:cNvSpPr>
            <a:spLocks xmlns:a="http://schemas.openxmlformats.org/drawingml/2006/main" noGrp="1"/>
          </p:cNvSpPr>
          <p:nvPr/>
        </p:nvSpPr>
        <p:spPr>
          <a:xfrm xmlns:a="http://schemas.openxmlformats.org/drawingml/2006/main">
            <a:off x="0" y="6477000"/>
            <a:ext cx="12192000" cy="381000"/>
          </a:xfrm>
          <a:prstGeom xmlns:a="http://schemas.openxmlformats.org/drawingml/2006/main" prst="rect">
            <a:avLst/>
          </a:prstGeom>
          <a:solidFill xmlns:a="http://schemas.openxmlformats.org/drawingml/2006/main">
            <a:srgbClr val="231F2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B403381-54A3-49A5-9143-C1176A6D368F}"/>
              </a:ext>
            </a:extLst>
          </p:cNvPr>
          <p:cNvSpPr>
            <a:spLocks xmlns:a="http://schemas.openxmlformats.org/drawingml/2006/main" noGrp="1"/>
          </p:cNvSpPr>
          <p:nvPr/>
        </p:nvSpPr>
        <p:spPr>
          <a:xfrm xmlns:a="http://schemas.openxmlformats.org/drawingml/2006/main">
            <a:off x="11334750" y="65341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0">
                <a:solidFill>
                  <a:srgbClr val="FFFFFF"/>
                </a:solidFill>
              </a:defRPr>
            </a:defPPr>
            <a:lvl1pPr algn="l">
              <a:buNone/>
              <a:defRPr sz="1125" b="0">
                <a:solidFill>
                  <a:srgbClr val="FFFFFF"/>
                </a:solidFill>
              </a:defRPr>
            </a:lvl1pPr>
            <a:lvl2pPr algn="l">
              <a:buNone/>
              <a:defRPr sz="1125" b="0">
                <a:solidFill>
                  <a:srgbClr val="FFFFFF"/>
                </a:solidFill>
              </a:defRPr>
            </a:lvl2pPr>
            <a:lvl3pPr algn="l">
              <a:buNone/>
              <a:defRPr sz="1125" b="0">
                <a:solidFill>
                  <a:srgbClr val="FFFFFF"/>
                </a:solidFill>
              </a:defRPr>
            </a:lvl3pPr>
            <a:lvl4pPr algn="l">
              <a:buNone/>
              <a:defRPr sz="1125" b="0">
                <a:solidFill>
                  <a:srgbClr val="FFFFFF"/>
                </a:solidFill>
              </a:defRPr>
            </a:lvl4pPr>
            <a:lvl5pPr algn="l">
              <a:buNone/>
              <a:defRPr sz="1125" b="0">
                <a:solidFill>
                  <a:srgbClr val="FFFFFF"/>
                </a:solidFill>
              </a:defRPr>
            </a:lvl5pPr>
            <a:lvl6pPr algn="l">
              <a:buNone/>
              <a:defRPr sz="1125" b="0">
                <a:solidFill>
                  <a:srgbClr val="FFFFFF"/>
                </a:solidFill>
              </a:defRPr>
            </a:lvl6pPr>
            <a:lvl7pPr algn="l">
              <a:buNone/>
              <a:defRPr sz="1125" b="0">
                <a:solidFill>
                  <a:srgbClr val="FFFFFF"/>
                </a:solidFill>
              </a:defRPr>
            </a:lvl7pPr>
            <a:lvl8pPr algn="l">
              <a:buNone/>
              <a:defRPr sz="1125" b="0">
                <a:solidFill>
                  <a:srgbClr val="FFFFFF"/>
                </a:solidFill>
              </a:defRPr>
            </a:lvl8pPr>
            <a:lvl9pPr algn="l">
              <a:buNone/>
              <a:defRPr sz="1125" b="0">
                <a:solidFill>
                  <a:srgbClr val="FFFFFF"/>
                </a:solidFill>
              </a:defRPr>
            </a:lvl9pPr>
          </a:lstStyle>
          <a:p xmlns:a="http://schemas.openxmlformats.org/drawingml/2006/main">
            <a:pPr algn="l">
              <a:buNone/>
              <a:defRPr sz="1125" b="0">
                <a:solidFill>
                  <a:srgbClr val="FFFFFF"/>
                </a:solidFill>
              </a:defRPr>
            </a:pPr>
            <a:r>
              <a:rPr sz="1125" b="0">
                <a:solidFill>
                  <a:srgbClr val="FFFFFF"/>
                </a:solidFill>
              </a:rPr>
              <a:t>05</a:t>
            </a:r>
          </a:p>
        </p:txBody>
      </p:sp>
      <p:sp>
        <p:nvSpPr>
          <p:cNvPr id="13" name="">
            <a:extLst xmlns:a="http://schemas.openxmlformats.org/drawingml/2006/main">
              <a:ext uri="{FF2B5EF4-FFF2-40B4-BE49-F238E27FC236}">
                <a16:creationId xmlns:a16="http://schemas.microsoft.com/office/drawing/2014/main" id="{9C6FBD40-DCE7-4DF5-ACAD-DD39B188B8C9}"/>
              </a:ext>
            </a:extLst>
          </p:cNvPr>
          <p:cNvSpPr>
            <a:spLocks xmlns:a="http://schemas.openxmlformats.org/drawingml/2006/main" noGrp="1"/>
          </p:cNvSpPr>
          <p:nvPr/>
        </p:nvSpPr>
        <p:spPr>
          <a:xfrm xmlns:a="http://schemas.openxmlformats.org/drawingml/2006/main">
            <a:off x="762000" y="1743075"/>
            <a:ext cx="1066800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5400" b="1">
                <a:solidFill>
                  <a:srgbClr val="FFFFFF"/>
                </a:solidFill>
              </a:defRPr>
            </a:defPPr>
            <a:lvl1pPr algn="l">
              <a:buNone/>
              <a:defRPr sz="5400" b="1">
                <a:solidFill>
                  <a:srgbClr val="FFFFFF"/>
                </a:solidFill>
              </a:defRPr>
            </a:lvl1pPr>
            <a:lvl2pPr algn="l">
              <a:buNone/>
              <a:defRPr sz="5400" b="1">
                <a:solidFill>
                  <a:srgbClr val="FFFFFF"/>
                </a:solidFill>
              </a:defRPr>
            </a:lvl2pPr>
            <a:lvl3pPr algn="l">
              <a:buNone/>
              <a:defRPr sz="5400" b="1">
                <a:solidFill>
                  <a:srgbClr val="FFFFFF"/>
                </a:solidFill>
              </a:defRPr>
            </a:lvl3pPr>
            <a:lvl4pPr algn="l">
              <a:buNone/>
              <a:defRPr sz="5400" b="1">
                <a:solidFill>
                  <a:srgbClr val="FFFFFF"/>
                </a:solidFill>
              </a:defRPr>
            </a:lvl4pPr>
            <a:lvl5pPr algn="l">
              <a:buNone/>
              <a:defRPr sz="5400" b="1">
                <a:solidFill>
                  <a:srgbClr val="FFFFFF"/>
                </a:solidFill>
              </a:defRPr>
            </a:lvl5pPr>
            <a:lvl6pPr algn="l">
              <a:buNone/>
              <a:defRPr sz="5400" b="1">
                <a:solidFill>
                  <a:srgbClr val="FFFFFF"/>
                </a:solidFill>
              </a:defRPr>
            </a:lvl6pPr>
            <a:lvl7pPr algn="l">
              <a:buNone/>
              <a:defRPr sz="5400" b="1">
                <a:solidFill>
                  <a:srgbClr val="FFFFFF"/>
                </a:solidFill>
              </a:defRPr>
            </a:lvl7pPr>
            <a:lvl8pPr algn="l">
              <a:buNone/>
              <a:defRPr sz="5400" b="1">
                <a:solidFill>
                  <a:srgbClr val="FFFFFF"/>
                </a:solidFill>
              </a:defRPr>
            </a:lvl8pPr>
            <a:lvl9pPr algn="l">
              <a:buNone/>
              <a:defRPr sz="5400" b="1">
                <a:solidFill>
                  <a:srgbClr val="FFFFFF"/>
                </a:solidFill>
              </a:defRPr>
            </a:lvl9pPr>
          </a:lstStyle>
          <a:p xmlns:a="http://schemas.openxmlformats.org/drawingml/2006/main">
            <a:pPr algn="l">
              <a:buNone/>
              <a:defRPr sz="5400" b="1">
                <a:solidFill>
                  <a:srgbClr val="FFFFFF"/>
                </a:solidFill>
              </a:defRPr>
            </a:pPr>
            <a:r>
              <a:rPr sz="5400" b="1">
                <a:solidFill>
                  <a:srgbClr val="FFFFFF"/>
                </a:solidFill>
              </a:rPr>
              <a:t>Live demonstration</a:t>
            </a:r>
          </a:p>
        </p:txBody>
      </p:sp>
      <p:sp>
        <p:nvSpPr>
          <p:cNvPr id="14" name="">
            <a:extLst xmlns:a="http://schemas.openxmlformats.org/drawingml/2006/main">
              <a:ext uri="{FF2B5EF4-FFF2-40B4-BE49-F238E27FC236}">
                <a16:creationId xmlns:a16="http://schemas.microsoft.com/office/drawing/2014/main" id="{12CA80D0-948F-4A15-8062-A3169226E295}"/>
              </a:ext>
            </a:extLst>
          </p:cNvPr>
          <p:cNvSpPr>
            <a:spLocks xmlns:a="http://schemas.openxmlformats.org/drawingml/2006/main" noGrp="1"/>
          </p:cNvSpPr>
          <p:nvPr/>
        </p:nvSpPr>
        <p:spPr>
          <a:xfrm xmlns:a="http://schemas.openxmlformats.org/drawingml/2006/main">
            <a:off x="762000" y="3143250"/>
            <a:ext cx="10668000"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34C9614F-34B9-4D79-8F0E-519D72AFDF66}"/>
              </a:ext>
            </a:extLst>
          </p:cNvPr>
          <p:cNvSpPr>
            <a:spLocks xmlns:a="http://schemas.openxmlformats.org/drawingml/2006/main" noGrp="1"/>
          </p:cNvSpPr>
          <p:nvPr/>
        </p:nvSpPr>
        <p:spPr>
          <a:xfrm xmlns:a="http://schemas.openxmlformats.org/drawingml/2006/main">
            <a:off x="762000" y="361950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225" b="0">
                <a:solidFill>
                  <a:srgbClr val="D7D3CC"/>
                </a:solidFill>
              </a:defRPr>
            </a:defPPr>
            <a:lvl1pPr algn="l">
              <a:buNone/>
              <a:defRPr sz="3225" b="0">
                <a:solidFill>
                  <a:srgbClr val="D7D3CC"/>
                </a:solidFill>
              </a:defRPr>
            </a:lvl1pPr>
            <a:lvl2pPr algn="l">
              <a:buNone/>
              <a:defRPr sz="3225" b="0">
                <a:solidFill>
                  <a:srgbClr val="D7D3CC"/>
                </a:solidFill>
              </a:defRPr>
            </a:lvl2pPr>
            <a:lvl3pPr algn="l">
              <a:buNone/>
              <a:defRPr sz="3225" b="0">
                <a:solidFill>
                  <a:srgbClr val="D7D3CC"/>
                </a:solidFill>
              </a:defRPr>
            </a:lvl3pPr>
            <a:lvl4pPr algn="l">
              <a:buNone/>
              <a:defRPr sz="3225" b="0">
                <a:solidFill>
                  <a:srgbClr val="D7D3CC"/>
                </a:solidFill>
              </a:defRPr>
            </a:lvl4pPr>
            <a:lvl5pPr algn="l">
              <a:buNone/>
              <a:defRPr sz="3225" b="0">
                <a:solidFill>
                  <a:srgbClr val="D7D3CC"/>
                </a:solidFill>
              </a:defRPr>
            </a:lvl5pPr>
            <a:lvl6pPr algn="l">
              <a:buNone/>
              <a:defRPr sz="3225" b="0">
                <a:solidFill>
                  <a:srgbClr val="D7D3CC"/>
                </a:solidFill>
              </a:defRPr>
            </a:lvl6pPr>
            <a:lvl7pPr algn="l">
              <a:buNone/>
              <a:defRPr sz="3225" b="0">
                <a:solidFill>
                  <a:srgbClr val="D7D3CC"/>
                </a:solidFill>
              </a:defRPr>
            </a:lvl7pPr>
            <a:lvl8pPr algn="l">
              <a:buNone/>
              <a:defRPr sz="3225" b="0">
                <a:solidFill>
                  <a:srgbClr val="D7D3CC"/>
                </a:solidFill>
              </a:defRPr>
            </a:lvl8pPr>
            <a:lvl9pPr algn="l">
              <a:buNone/>
              <a:defRPr sz="3225" b="0">
                <a:solidFill>
                  <a:srgbClr val="D7D3CC"/>
                </a:solidFill>
              </a:defRPr>
            </a:lvl9pPr>
          </a:lstStyle>
          <a:p xmlns:a="http://schemas.openxmlformats.org/drawingml/2006/main">
            <a:pPr algn="l">
              <a:buNone/>
              <a:defRPr sz="3225" b="0">
                <a:solidFill>
                  <a:srgbClr val="D7D3CC"/>
                </a:solidFill>
              </a:defRPr>
            </a:pPr>
            <a:r>
              <a:rPr sz="3225" b="0">
                <a:solidFill>
                  <a:srgbClr val="D7D3CC"/>
                </a:solidFill>
              </a:rPr>
              <a:t>Camera  →  AI  →  action</a:t>
            </a:r>
          </a:p>
        </p:txBody>
      </p:sp>
      <p:sp>
        <p:nvSpPr>
          <p:cNvPr id="16" name="">
            <a:extLst xmlns:a="http://schemas.openxmlformats.org/drawingml/2006/main">
              <a:ext uri="{FF2B5EF4-FFF2-40B4-BE49-F238E27FC236}">
                <a16:creationId xmlns:a16="http://schemas.microsoft.com/office/drawing/2014/main" id="{C6039AD9-7994-4D3E-8716-1069E121FCFB}"/>
              </a:ext>
            </a:extLst>
          </p:cNvPr>
          <p:cNvSpPr>
            <a:spLocks xmlns:a="http://schemas.openxmlformats.org/drawingml/2006/main" noGrp="1"/>
          </p:cNvSpPr>
          <p:nvPr/>
        </p:nvSpPr>
        <p:spPr>
          <a:xfrm xmlns:a="http://schemas.openxmlformats.org/drawingml/2006/main">
            <a:off x="762000" y="5476875"/>
            <a:ext cx="10668000"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a:solidFill>
                  <a:srgbClr val="B89B68"/>
                </a:solidFill>
              </a:defRPr>
            </a:defPPr>
            <a:lvl1pPr algn="l">
              <a:buNone/>
              <a:defRPr sz="2175" b="1">
                <a:solidFill>
                  <a:srgbClr val="B89B68"/>
                </a:solidFill>
              </a:defRPr>
            </a:lvl1pPr>
            <a:lvl2pPr algn="l">
              <a:buNone/>
              <a:defRPr sz="2175" b="1">
                <a:solidFill>
                  <a:srgbClr val="B89B68"/>
                </a:solidFill>
              </a:defRPr>
            </a:lvl2pPr>
            <a:lvl3pPr algn="l">
              <a:buNone/>
              <a:defRPr sz="2175" b="1">
                <a:solidFill>
                  <a:srgbClr val="B89B68"/>
                </a:solidFill>
              </a:defRPr>
            </a:lvl3pPr>
            <a:lvl4pPr algn="l">
              <a:buNone/>
              <a:defRPr sz="2175" b="1">
                <a:solidFill>
                  <a:srgbClr val="B89B68"/>
                </a:solidFill>
              </a:defRPr>
            </a:lvl4pPr>
            <a:lvl5pPr algn="l">
              <a:buNone/>
              <a:defRPr sz="2175" b="1">
                <a:solidFill>
                  <a:srgbClr val="B89B68"/>
                </a:solidFill>
              </a:defRPr>
            </a:lvl5pPr>
            <a:lvl6pPr algn="l">
              <a:buNone/>
              <a:defRPr sz="2175" b="1">
                <a:solidFill>
                  <a:srgbClr val="B89B68"/>
                </a:solidFill>
              </a:defRPr>
            </a:lvl6pPr>
            <a:lvl7pPr algn="l">
              <a:buNone/>
              <a:defRPr sz="2175" b="1">
                <a:solidFill>
                  <a:srgbClr val="B89B68"/>
                </a:solidFill>
              </a:defRPr>
            </a:lvl7pPr>
            <a:lvl8pPr algn="l">
              <a:buNone/>
              <a:defRPr sz="2175" b="1">
                <a:solidFill>
                  <a:srgbClr val="B89B68"/>
                </a:solidFill>
              </a:defRPr>
            </a:lvl8pPr>
            <a:lvl9pPr algn="l">
              <a:buNone/>
              <a:defRPr sz="2175" b="1">
                <a:solidFill>
                  <a:srgbClr val="B89B68"/>
                </a:solidFill>
              </a:defRPr>
            </a:lvl9pPr>
          </a:lstStyle>
          <a:p xmlns:a="http://schemas.openxmlformats.org/drawingml/2006/main">
            <a:pPr algn="l">
              <a:buNone/>
              <a:defRPr sz="2175" b="1">
                <a:solidFill>
                  <a:srgbClr val="B89B68"/>
                </a:solidFill>
              </a:defRPr>
            </a:pPr>
            <a:r>
              <a:rPr sz="2175" b="1">
                <a:solidFill>
                  <a:srgbClr val="B89B68"/>
                </a:solidFill>
              </a:rPr>
              <a:t>Gatorade bottles · on-screen sorting</a:t>
            </a:r>
          </a:p>
        </p:txBody>
      </p:sp>
      <p:pic>
        <p:nvPicPr>
          <p:cNvPr id="17" name="">
            <a:extLst xmlns:a="http://schemas.openxmlformats.org/drawingml/2006/main">
              <a:ext uri="{FF2B5EF4-FFF2-40B4-BE49-F238E27FC236}">
                <a16:creationId xmlns:a16="http://schemas.microsoft.com/office/drawing/2014/main" id="{B2A8FB92-C662-4D67-B6C4-6C311C5FDABB}"/>
              </a:ext>
            </a:extLst>
          </p:cNvPr>
          <p:cNvPicPr>
            <a:picLocks xmlns:a="http://schemas.openxmlformats.org/drawingml/2006/main" noChangeAspect="1"/>
          </p:cNvPicPr>
          <p:nvPr/>
        </p:nvPicPr>
        <p:blipFill>
          <a:blip xmlns:r="http://schemas.openxmlformats.org/officeDocument/2006/relationships" xmlns:a="http://schemas.openxmlformats.org/drawingml/2006/main" r:embed="R78783b45880e45da"/>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Tree>
    <p:extLst>
      <p:ext uri="{BB962C8B-B14F-4D97-AF65-F5344CB8AC3E}">
        <p14:creationId xmlns:p14="http://schemas.microsoft.com/office/powerpoint/2010/main" val="1111437009"/>
      </p:ext>
    </p:extLst>
  </p:cSld>
</p:sld>
</file>

<file path=ppt/slides/slide6.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pic>
        <p:nvPicPr>
          <p:cNvPr id="3" name="">
            <a:extLst xmlns:a="http://schemas.openxmlformats.org/drawingml/2006/main">
              <a:ext uri="{FF2B5EF4-FFF2-40B4-BE49-F238E27FC236}">
                <a16:creationId xmlns:a16="http://schemas.microsoft.com/office/drawing/2014/main" id="{0691CEAF-96F2-4C44-BB0C-396D4427ADD9}"/>
              </a:ext>
            </a:extLst>
          </p:cNvPr>
          <p:cNvPicPr>
            <a:picLocks xmlns:a="http://schemas.openxmlformats.org/drawingml/2006/main" noChangeAspect="1"/>
          </p:cNvPicPr>
          <p:nvPr/>
        </p:nvPicPr>
        <p:blipFill>
          <a:blip xmlns:r="http://schemas.openxmlformats.org/officeDocument/2006/relationships" xmlns:a="http://schemas.openxmlformats.org/drawingml/2006/main" r:embed="R1b597aaa7ced4637"/>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DF2DEB24-D663-4BA2-A31D-A2320F79802D}"/>
              </a:ext>
            </a:extLst>
          </p:cNvPr>
          <p:cNvSpPr>
            <a:spLocks xmlns:a="http://schemas.openxmlformats.org/drawingml/2006/main" noGrp="1"/>
          </p:cNvSpPr>
          <p:nvPr/>
        </p:nvSpPr>
        <p:spPr>
          <a:xfrm xmlns:a="http://schemas.openxmlformats.org/drawingml/2006/main">
            <a:off x="0" y="6477000"/>
            <a:ext cx="12192000" cy="381000"/>
          </a:xfrm>
          <a:prstGeom xmlns:a="http://schemas.openxmlformats.org/drawingml/2006/main" prst="rect">
            <a:avLst/>
          </a:prstGeom>
          <a:solidFill xmlns:a="http://schemas.openxmlformats.org/drawingml/2006/main">
            <a:srgbClr val="231F2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0EE45360-D461-437C-866A-31612F8A3562}"/>
              </a:ext>
            </a:extLst>
          </p:cNvPr>
          <p:cNvSpPr>
            <a:spLocks xmlns:a="http://schemas.openxmlformats.org/drawingml/2006/main" noGrp="1"/>
          </p:cNvSpPr>
          <p:nvPr/>
        </p:nvSpPr>
        <p:spPr>
          <a:xfrm xmlns:a="http://schemas.openxmlformats.org/drawingml/2006/main">
            <a:off x="11334750" y="65341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0">
                <a:solidFill>
                  <a:srgbClr val="FFFFFF"/>
                </a:solidFill>
              </a:defRPr>
            </a:defPPr>
            <a:lvl1pPr algn="l">
              <a:buNone/>
              <a:defRPr sz="1125" b="0">
                <a:solidFill>
                  <a:srgbClr val="FFFFFF"/>
                </a:solidFill>
              </a:defRPr>
            </a:lvl1pPr>
            <a:lvl2pPr algn="l">
              <a:buNone/>
              <a:defRPr sz="1125" b="0">
                <a:solidFill>
                  <a:srgbClr val="FFFFFF"/>
                </a:solidFill>
              </a:defRPr>
            </a:lvl2pPr>
            <a:lvl3pPr algn="l">
              <a:buNone/>
              <a:defRPr sz="1125" b="0">
                <a:solidFill>
                  <a:srgbClr val="FFFFFF"/>
                </a:solidFill>
              </a:defRPr>
            </a:lvl3pPr>
            <a:lvl4pPr algn="l">
              <a:buNone/>
              <a:defRPr sz="1125" b="0">
                <a:solidFill>
                  <a:srgbClr val="FFFFFF"/>
                </a:solidFill>
              </a:defRPr>
            </a:lvl4pPr>
            <a:lvl5pPr algn="l">
              <a:buNone/>
              <a:defRPr sz="1125" b="0">
                <a:solidFill>
                  <a:srgbClr val="FFFFFF"/>
                </a:solidFill>
              </a:defRPr>
            </a:lvl5pPr>
            <a:lvl6pPr algn="l">
              <a:buNone/>
              <a:defRPr sz="1125" b="0">
                <a:solidFill>
                  <a:srgbClr val="FFFFFF"/>
                </a:solidFill>
              </a:defRPr>
            </a:lvl6pPr>
            <a:lvl7pPr algn="l">
              <a:buNone/>
              <a:defRPr sz="1125" b="0">
                <a:solidFill>
                  <a:srgbClr val="FFFFFF"/>
                </a:solidFill>
              </a:defRPr>
            </a:lvl7pPr>
            <a:lvl8pPr algn="l">
              <a:buNone/>
              <a:defRPr sz="1125" b="0">
                <a:solidFill>
                  <a:srgbClr val="FFFFFF"/>
                </a:solidFill>
              </a:defRPr>
            </a:lvl8pPr>
            <a:lvl9pPr algn="l">
              <a:buNone/>
              <a:defRPr sz="1125" b="0">
                <a:solidFill>
                  <a:srgbClr val="FFFFFF"/>
                </a:solidFill>
              </a:defRPr>
            </a:lvl9pPr>
          </a:lstStyle>
          <a:p xmlns:a="http://schemas.openxmlformats.org/drawingml/2006/main">
            <a:pPr algn="l">
              <a:buNone/>
              <a:defRPr sz="1125" b="0">
                <a:solidFill>
                  <a:srgbClr val="FFFFFF"/>
                </a:solidFill>
              </a:defRPr>
            </a:pPr>
            <a:r>
              <a:rPr sz="1125" b="0">
                <a:solidFill>
                  <a:srgbClr val="FFFFFF"/>
                </a:solidFill>
              </a:rPr>
              <a:t>06</a:t>
            </a:r>
          </a:p>
        </p:txBody>
      </p:sp>
      <p:sp>
        <p:nvSpPr>
          <p:cNvPr id="6" name="">
            <a:extLst xmlns:a="http://schemas.openxmlformats.org/drawingml/2006/main">
              <a:ext uri="{FF2B5EF4-FFF2-40B4-BE49-F238E27FC236}">
                <a16:creationId xmlns:a16="http://schemas.microsoft.com/office/drawing/2014/main" id="{FB3D4CF8-2614-413D-AA1A-3752E1E872B3}"/>
              </a:ext>
            </a:extLst>
          </p:cNvPr>
          <p:cNvSpPr>
            <a:spLocks xmlns:a="http://schemas.openxmlformats.org/drawingml/2006/main" noGrp="1"/>
          </p:cNvSpPr>
          <p:nvPr/>
        </p:nvSpPr>
        <p:spPr>
          <a:xfrm xmlns:a="http://schemas.openxmlformats.org/drawingml/2006/main">
            <a:off x="685800" y="590550"/>
            <a:ext cx="10820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750" b="1">
                <a:solidFill>
                  <a:srgbClr val="231F20"/>
                </a:solidFill>
              </a:defRPr>
            </a:defPPr>
            <a:lvl1pPr algn="l">
              <a:buNone/>
              <a:defRPr sz="3750" b="1">
                <a:solidFill>
                  <a:srgbClr val="231F20"/>
                </a:solidFill>
              </a:defRPr>
            </a:lvl1pPr>
            <a:lvl2pPr algn="l">
              <a:buNone/>
              <a:defRPr sz="3750" b="1">
                <a:solidFill>
                  <a:srgbClr val="231F20"/>
                </a:solidFill>
              </a:defRPr>
            </a:lvl2pPr>
            <a:lvl3pPr algn="l">
              <a:buNone/>
              <a:defRPr sz="3750" b="1">
                <a:solidFill>
                  <a:srgbClr val="231F20"/>
                </a:solidFill>
              </a:defRPr>
            </a:lvl3pPr>
            <a:lvl4pPr algn="l">
              <a:buNone/>
              <a:defRPr sz="3750" b="1">
                <a:solidFill>
                  <a:srgbClr val="231F20"/>
                </a:solidFill>
              </a:defRPr>
            </a:lvl4pPr>
            <a:lvl5pPr algn="l">
              <a:buNone/>
              <a:defRPr sz="3750" b="1">
                <a:solidFill>
                  <a:srgbClr val="231F20"/>
                </a:solidFill>
              </a:defRPr>
            </a:lvl5pPr>
            <a:lvl6pPr algn="l">
              <a:buNone/>
              <a:defRPr sz="3750" b="1">
                <a:solidFill>
                  <a:srgbClr val="231F20"/>
                </a:solidFill>
              </a:defRPr>
            </a:lvl6pPr>
            <a:lvl7pPr algn="l">
              <a:buNone/>
              <a:defRPr sz="3750" b="1">
                <a:solidFill>
                  <a:srgbClr val="231F20"/>
                </a:solidFill>
              </a:defRPr>
            </a:lvl7pPr>
            <a:lvl8pPr algn="l">
              <a:buNone/>
              <a:defRPr sz="3750" b="1">
                <a:solidFill>
                  <a:srgbClr val="231F20"/>
                </a:solidFill>
              </a:defRPr>
            </a:lvl8pPr>
            <a:lvl9pPr algn="l">
              <a:buNone/>
              <a:defRPr sz="3750" b="1">
                <a:solidFill>
                  <a:srgbClr val="231F20"/>
                </a:solidFill>
              </a:defRPr>
            </a:lvl9pPr>
          </a:lstStyle>
          <a:p xmlns:a="http://schemas.openxmlformats.org/drawingml/2006/main">
            <a:pPr algn="l">
              <a:buNone/>
              <a:defRPr sz="3750" b="1">
                <a:solidFill>
                  <a:srgbClr val="231F20"/>
                </a:solidFill>
              </a:defRPr>
            </a:pPr>
            <a:r>
              <a:rPr sz="3750" b="1">
                <a:solidFill>
                  <a:srgbClr val="231F20"/>
                </a:solidFill>
              </a:rPr>
              <a:t>The hard problems</a:t>
            </a:r>
          </a:p>
        </p:txBody>
      </p:sp>
      <p:sp>
        <p:nvSpPr>
          <p:cNvPr id="7" name="">
            <a:extLst xmlns:a="http://schemas.openxmlformats.org/drawingml/2006/main">
              <a:ext uri="{FF2B5EF4-FFF2-40B4-BE49-F238E27FC236}">
                <a16:creationId xmlns:a16="http://schemas.microsoft.com/office/drawing/2014/main" id="{D6B9E863-CA43-469D-9ED7-D1C13769C957}"/>
              </a:ext>
            </a:extLst>
          </p:cNvPr>
          <p:cNvSpPr>
            <a:spLocks xmlns:a="http://schemas.openxmlformats.org/drawingml/2006/main" noGrp="1"/>
          </p:cNvSpPr>
          <p:nvPr/>
        </p:nvSpPr>
        <p:spPr>
          <a:xfrm xmlns:a="http://schemas.openxmlformats.org/drawingml/2006/main">
            <a:off x="762000" y="2733675"/>
            <a:ext cx="2952750"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CAD952C-E08E-48E9-9624-EF72415B918D}"/>
              </a:ext>
            </a:extLst>
          </p:cNvPr>
          <p:cNvSpPr>
            <a:spLocks xmlns:a="http://schemas.openxmlformats.org/drawingml/2006/main" noGrp="1"/>
          </p:cNvSpPr>
          <p:nvPr/>
        </p:nvSpPr>
        <p:spPr>
          <a:xfrm xmlns:a="http://schemas.openxmlformats.org/drawingml/2006/main">
            <a:off x="762000" y="3190875"/>
            <a:ext cx="3190875"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850" b="1">
                <a:solidFill>
                  <a:srgbClr val="231F20"/>
                </a:solidFill>
              </a:defRPr>
            </a:defPPr>
            <a:lvl1pPr algn="l">
              <a:buNone/>
              <a:defRPr sz="2850" b="1">
                <a:solidFill>
                  <a:srgbClr val="231F20"/>
                </a:solidFill>
              </a:defRPr>
            </a:lvl1pPr>
            <a:lvl2pPr algn="l">
              <a:buNone/>
              <a:defRPr sz="2850" b="1">
                <a:solidFill>
                  <a:srgbClr val="231F20"/>
                </a:solidFill>
              </a:defRPr>
            </a:lvl2pPr>
            <a:lvl3pPr algn="l">
              <a:buNone/>
              <a:defRPr sz="2850" b="1">
                <a:solidFill>
                  <a:srgbClr val="231F20"/>
                </a:solidFill>
              </a:defRPr>
            </a:lvl3pPr>
            <a:lvl4pPr algn="l">
              <a:buNone/>
              <a:defRPr sz="2850" b="1">
                <a:solidFill>
                  <a:srgbClr val="231F20"/>
                </a:solidFill>
              </a:defRPr>
            </a:lvl4pPr>
            <a:lvl5pPr algn="l">
              <a:buNone/>
              <a:defRPr sz="2850" b="1">
                <a:solidFill>
                  <a:srgbClr val="231F20"/>
                </a:solidFill>
              </a:defRPr>
            </a:lvl5pPr>
            <a:lvl6pPr algn="l">
              <a:buNone/>
              <a:defRPr sz="2850" b="1">
                <a:solidFill>
                  <a:srgbClr val="231F20"/>
                </a:solidFill>
              </a:defRPr>
            </a:lvl6pPr>
            <a:lvl7pPr algn="l">
              <a:buNone/>
              <a:defRPr sz="2850" b="1">
                <a:solidFill>
                  <a:srgbClr val="231F20"/>
                </a:solidFill>
              </a:defRPr>
            </a:lvl7pPr>
            <a:lvl8pPr algn="l">
              <a:buNone/>
              <a:defRPr sz="2850" b="1">
                <a:solidFill>
                  <a:srgbClr val="231F20"/>
                </a:solidFill>
              </a:defRPr>
            </a:lvl8pPr>
            <a:lvl9pPr algn="l">
              <a:buNone/>
              <a:defRPr sz="2850" b="1">
                <a:solidFill>
                  <a:srgbClr val="231F20"/>
                </a:solidFill>
              </a:defRPr>
            </a:lvl9pPr>
          </a:lstStyle>
          <a:p xmlns:a="http://schemas.openxmlformats.org/drawingml/2006/main">
            <a:pPr algn="l">
              <a:buNone/>
              <a:defRPr sz="2850" b="1">
                <a:solidFill>
                  <a:srgbClr val="231F20"/>
                </a:solidFill>
              </a:defRPr>
            </a:pPr>
            <a:r>
              <a:rPr sz="2850" b="1">
                <a:solidFill>
                  <a:srgbClr val="231F20"/>
                </a:solidFill>
              </a:rPr>
              <a:t>Variation</a:t>
            </a:r>
          </a:p>
        </p:txBody>
      </p:sp>
      <p:sp>
        <p:nvSpPr>
          <p:cNvPr id="9" name="">
            <a:extLst xmlns:a="http://schemas.openxmlformats.org/drawingml/2006/main">
              <a:ext uri="{FF2B5EF4-FFF2-40B4-BE49-F238E27FC236}">
                <a16:creationId xmlns:a16="http://schemas.microsoft.com/office/drawing/2014/main" id="{DB4095DF-4B67-49E5-8C75-064E85267F86}"/>
              </a:ext>
            </a:extLst>
          </p:cNvPr>
          <p:cNvSpPr>
            <a:spLocks xmlns:a="http://schemas.openxmlformats.org/drawingml/2006/main" noGrp="1"/>
          </p:cNvSpPr>
          <p:nvPr/>
        </p:nvSpPr>
        <p:spPr>
          <a:xfrm xmlns:a="http://schemas.openxmlformats.org/drawingml/2006/main">
            <a:off x="762000" y="4067175"/>
            <a:ext cx="3190875"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a:solidFill>
                  <a:srgbClr val="826941"/>
                </a:solidFill>
              </a:defRPr>
            </a:defPPr>
            <a:lvl1pPr algn="l">
              <a:buNone/>
              <a:defRPr sz="2100" b="0">
                <a:solidFill>
                  <a:srgbClr val="826941"/>
                </a:solidFill>
              </a:defRPr>
            </a:lvl1pPr>
            <a:lvl2pPr algn="l">
              <a:buNone/>
              <a:defRPr sz="2100" b="0">
                <a:solidFill>
                  <a:srgbClr val="826941"/>
                </a:solidFill>
              </a:defRPr>
            </a:lvl2pPr>
            <a:lvl3pPr algn="l">
              <a:buNone/>
              <a:defRPr sz="2100" b="0">
                <a:solidFill>
                  <a:srgbClr val="826941"/>
                </a:solidFill>
              </a:defRPr>
            </a:lvl3pPr>
            <a:lvl4pPr algn="l">
              <a:buNone/>
              <a:defRPr sz="2100" b="0">
                <a:solidFill>
                  <a:srgbClr val="826941"/>
                </a:solidFill>
              </a:defRPr>
            </a:lvl4pPr>
            <a:lvl5pPr algn="l">
              <a:buNone/>
              <a:defRPr sz="2100" b="0">
                <a:solidFill>
                  <a:srgbClr val="826941"/>
                </a:solidFill>
              </a:defRPr>
            </a:lvl5pPr>
            <a:lvl6pPr algn="l">
              <a:buNone/>
              <a:defRPr sz="2100" b="0">
                <a:solidFill>
                  <a:srgbClr val="826941"/>
                </a:solidFill>
              </a:defRPr>
            </a:lvl6pPr>
            <a:lvl7pPr algn="l">
              <a:buNone/>
              <a:defRPr sz="2100" b="0">
                <a:solidFill>
                  <a:srgbClr val="826941"/>
                </a:solidFill>
              </a:defRPr>
            </a:lvl7pPr>
            <a:lvl8pPr algn="l">
              <a:buNone/>
              <a:defRPr sz="2100" b="0">
                <a:solidFill>
                  <a:srgbClr val="826941"/>
                </a:solidFill>
              </a:defRPr>
            </a:lvl8pPr>
            <a:lvl9pPr algn="l">
              <a:buNone/>
              <a:defRPr sz="2100" b="0">
                <a:solidFill>
                  <a:srgbClr val="826941"/>
                </a:solidFill>
              </a:defRPr>
            </a:lvl9pPr>
          </a:lstStyle>
          <a:p xmlns:a="http://schemas.openxmlformats.org/drawingml/2006/main">
            <a:pPr algn="l">
              <a:buNone/>
              <a:defRPr sz="2100" b="0">
                <a:solidFill>
                  <a:srgbClr val="826941"/>
                </a:solidFill>
              </a:defRPr>
            </a:pPr>
            <a:r>
              <a:rPr sz="2100" b="0">
                <a:solidFill>
                  <a:srgbClr val="826941"/>
                </a:solidFill>
              </a:rPr>
              <a:t>Conditions keep changing</a:t>
            </a:r>
          </a:p>
        </p:txBody>
      </p:sp>
      <p:sp>
        <p:nvSpPr>
          <p:cNvPr id="10" name="">
            <a:extLst xmlns:a="http://schemas.openxmlformats.org/drawingml/2006/main">
              <a:ext uri="{FF2B5EF4-FFF2-40B4-BE49-F238E27FC236}">
                <a16:creationId xmlns:a16="http://schemas.microsoft.com/office/drawing/2014/main" id="{832988FA-746F-41F7-936A-2695BB4ABB7A}"/>
              </a:ext>
            </a:extLst>
          </p:cNvPr>
          <p:cNvSpPr>
            <a:spLocks xmlns:a="http://schemas.openxmlformats.org/drawingml/2006/main" noGrp="1"/>
          </p:cNvSpPr>
          <p:nvPr/>
        </p:nvSpPr>
        <p:spPr>
          <a:xfrm xmlns:a="http://schemas.openxmlformats.org/drawingml/2006/main">
            <a:off x="4619625" y="2733675"/>
            <a:ext cx="2952750"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ACC3804-D67F-4D4D-AA2E-7CD1DD5B7009}"/>
              </a:ext>
            </a:extLst>
          </p:cNvPr>
          <p:cNvSpPr>
            <a:spLocks xmlns:a="http://schemas.openxmlformats.org/drawingml/2006/main" noGrp="1"/>
          </p:cNvSpPr>
          <p:nvPr/>
        </p:nvSpPr>
        <p:spPr>
          <a:xfrm xmlns:a="http://schemas.openxmlformats.org/drawingml/2006/main">
            <a:off x="4619625" y="3190875"/>
            <a:ext cx="3190875"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850" b="1">
                <a:solidFill>
                  <a:srgbClr val="231F20"/>
                </a:solidFill>
              </a:defRPr>
            </a:defPPr>
            <a:lvl1pPr algn="l">
              <a:buNone/>
              <a:defRPr sz="2850" b="1">
                <a:solidFill>
                  <a:srgbClr val="231F20"/>
                </a:solidFill>
              </a:defRPr>
            </a:lvl1pPr>
            <a:lvl2pPr algn="l">
              <a:buNone/>
              <a:defRPr sz="2850" b="1">
                <a:solidFill>
                  <a:srgbClr val="231F20"/>
                </a:solidFill>
              </a:defRPr>
            </a:lvl2pPr>
            <a:lvl3pPr algn="l">
              <a:buNone/>
              <a:defRPr sz="2850" b="1">
                <a:solidFill>
                  <a:srgbClr val="231F20"/>
                </a:solidFill>
              </a:defRPr>
            </a:lvl3pPr>
            <a:lvl4pPr algn="l">
              <a:buNone/>
              <a:defRPr sz="2850" b="1">
                <a:solidFill>
                  <a:srgbClr val="231F20"/>
                </a:solidFill>
              </a:defRPr>
            </a:lvl4pPr>
            <a:lvl5pPr algn="l">
              <a:buNone/>
              <a:defRPr sz="2850" b="1">
                <a:solidFill>
                  <a:srgbClr val="231F20"/>
                </a:solidFill>
              </a:defRPr>
            </a:lvl5pPr>
            <a:lvl6pPr algn="l">
              <a:buNone/>
              <a:defRPr sz="2850" b="1">
                <a:solidFill>
                  <a:srgbClr val="231F20"/>
                </a:solidFill>
              </a:defRPr>
            </a:lvl6pPr>
            <a:lvl7pPr algn="l">
              <a:buNone/>
              <a:defRPr sz="2850" b="1">
                <a:solidFill>
                  <a:srgbClr val="231F20"/>
                </a:solidFill>
              </a:defRPr>
            </a:lvl7pPr>
            <a:lvl8pPr algn="l">
              <a:buNone/>
              <a:defRPr sz="2850" b="1">
                <a:solidFill>
                  <a:srgbClr val="231F20"/>
                </a:solidFill>
              </a:defRPr>
            </a:lvl8pPr>
            <a:lvl9pPr algn="l">
              <a:buNone/>
              <a:defRPr sz="2850" b="1">
                <a:solidFill>
                  <a:srgbClr val="231F20"/>
                </a:solidFill>
              </a:defRPr>
            </a:lvl9pPr>
          </a:lstStyle>
          <a:p xmlns:a="http://schemas.openxmlformats.org/drawingml/2006/main">
            <a:pPr algn="l">
              <a:buNone/>
              <a:defRPr sz="2850" b="1">
                <a:solidFill>
                  <a:srgbClr val="231F20"/>
                </a:solidFill>
              </a:defRPr>
            </a:pPr>
            <a:r>
              <a:rPr sz="2850" b="1">
                <a:solidFill>
                  <a:srgbClr val="231F20"/>
                </a:solidFill>
              </a:rPr>
              <a:t>Timing</a:t>
            </a:r>
          </a:p>
        </p:txBody>
      </p:sp>
      <p:sp>
        <p:nvSpPr>
          <p:cNvPr id="12" name="">
            <a:extLst xmlns:a="http://schemas.openxmlformats.org/drawingml/2006/main">
              <a:ext uri="{FF2B5EF4-FFF2-40B4-BE49-F238E27FC236}">
                <a16:creationId xmlns:a16="http://schemas.microsoft.com/office/drawing/2014/main" id="{795886BB-A070-41DE-91CC-B6C8AF5BEF2E}"/>
              </a:ext>
            </a:extLst>
          </p:cNvPr>
          <p:cNvSpPr>
            <a:spLocks xmlns:a="http://schemas.openxmlformats.org/drawingml/2006/main" noGrp="1"/>
          </p:cNvSpPr>
          <p:nvPr/>
        </p:nvSpPr>
        <p:spPr>
          <a:xfrm xmlns:a="http://schemas.openxmlformats.org/drawingml/2006/main">
            <a:off x="4619625" y="4067175"/>
            <a:ext cx="3190875"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a:solidFill>
                  <a:srgbClr val="826941"/>
                </a:solidFill>
              </a:defRPr>
            </a:defPPr>
            <a:lvl1pPr algn="l">
              <a:buNone/>
              <a:defRPr sz="2100" b="0">
                <a:solidFill>
                  <a:srgbClr val="826941"/>
                </a:solidFill>
              </a:defRPr>
            </a:lvl1pPr>
            <a:lvl2pPr algn="l">
              <a:buNone/>
              <a:defRPr sz="2100" b="0">
                <a:solidFill>
                  <a:srgbClr val="826941"/>
                </a:solidFill>
              </a:defRPr>
            </a:lvl2pPr>
            <a:lvl3pPr algn="l">
              <a:buNone/>
              <a:defRPr sz="2100" b="0">
                <a:solidFill>
                  <a:srgbClr val="826941"/>
                </a:solidFill>
              </a:defRPr>
            </a:lvl3pPr>
            <a:lvl4pPr algn="l">
              <a:buNone/>
              <a:defRPr sz="2100" b="0">
                <a:solidFill>
                  <a:srgbClr val="826941"/>
                </a:solidFill>
              </a:defRPr>
            </a:lvl4pPr>
            <a:lvl5pPr algn="l">
              <a:buNone/>
              <a:defRPr sz="2100" b="0">
                <a:solidFill>
                  <a:srgbClr val="826941"/>
                </a:solidFill>
              </a:defRPr>
            </a:lvl5pPr>
            <a:lvl6pPr algn="l">
              <a:buNone/>
              <a:defRPr sz="2100" b="0">
                <a:solidFill>
                  <a:srgbClr val="826941"/>
                </a:solidFill>
              </a:defRPr>
            </a:lvl6pPr>
            <a:lvl7pPr algn="l">
              <a:buNone/>
              <a:defRPr sz="2100" b="0">
                <a:solidFill>
                  <a:srgbClr val="826941"/>
                </a:solidFill>
              </a:defRPr>
            </a:lvl7pPr>
            <a:lvl8pPr algn="l">
              <a:buNone/>
              <a:defRPr sz="2100" b="0">
                <a:solidFill>
                  <a:srgbClr val="826941"/>
                </a:solidFill>
              </a:defRPr>
            </a:lvl8pPr>
            <a:lvl9pPr algn="l">
              <a:buNone/>
              <a:defRPr sz="2100" b="0">
                <a:solidFill>
                  <a:srgbClr val="826941"/>
                </a:solidFill>
              </a:defRPr>
            </a:lvl9pPr>
          </a:lstStyle>
          <a:p xmlns:a="http://schemas.openxmlformats.org/drawingml/2006/main">
            <a:pPr algn="l">
              <a:buNone/>
              <a:defRPr sz="2100" b="0">
                <a:solidFill>
                  <a:srgbClr val="826941"/>
                </a:solidFill>
              </a:defRPr>
            </a:pPr>
            <a:r>
              <a:rPr sz="2100" b="0">
                <a:solidFill>
                  <a:srgbClr val="826941"/>
                </a:solidFill>
              </a:rPr>
              <a:t>Decisions at production pace</a:t>
            </a:r>
          </a:p>
        </p:txBody>
      </p:sp>
      <p:sp>
        <p:nvSpPr>
          <p:cNvPr id="13" name="">
            <a:extLst xmlns:a="http://schemas.openxmlformats.org/drawingml/2006/main">
              <a:ext uri="{FF2B5EF4-FFF2-40B4-BE49-F238E27FC236}">
                <a16:creationId xmlns:a16="http://schemas.microsoft.com/office/drawing/2014/main" id="{88F62B69-EDDE-43E9-AD12-8898FD00CABF}"/>
              </a:ext>
            </a:extLst>
          </p:cNvPr>
          <p:cNvSpPr>
            <a:spLocks xmlns:a="http://schemas.openxmlformats.org/drawingml/2006/main" noGrp="1"/>
          </p:cNvSpPr>
          <p:nvPr/>
        </p:nvSpPr>
        <p:spPr>
          <a:xfrm xmlns:a="http://schemas.openxmlformats.org/drawingml/2006/main">
            <a:off x="8477250" y="2733675"/>
            <a:ext cx="2952750"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0C81D36-75C2-4336-9810-148AF4F68960}"/>
              </a:ext>
            </a:extLst>
          </p:cNvPr>
          <p:cNvSpPr>
            <a:spLocks xmlns:a="http://schemas.openxmlformats.org/drawingml/2006/main" noGrp="1"/>
          </p:cNvSpPr>
          <p:nvPr/>
        </p:nvSpPr>
        <p:spPr>
          <a:xfrm xmlns:a="http://schemas.openxmlformats.org/drawingml/2006/main">
            <a:off x="8477250" y="3190875"/>
            <a:ext cx="3190875"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850" b="1">
                <a:solidFill>
                  <a:srgbClr val="231F20"/>
                </a:solidFill>
              </a:defRPr>
            </a:defPPr>
            <a:lvl1pPr algn="l">
              <a:buNone/>
              <a:defRPr sz="2850" b="1">
                <a:solidFill>
                  <a:srgbClr val="231F20"/>
                </a:solidFill>
              </a:defRPr>
            </a:lvl1pPr>
            <a:lvl2pPr algn="l">
              <a:buNone/>
              <a:defRPr sz="2850" b="1">
                <a:solidFill>
                  <a:srgbClr val="231F20"/>
                </a:solidFill>
              </a:defRPr>
            </a:lvl2pPr>
            <a:lvl3pPr algn="l">
              <a:buNone/>
              <a:defRPr sz="2850" b="1">
                <a:solidFill>
                  <a:srgbClr val="231F20"/>
                </a:solidFill>
              </a:defRPr>
            </a:lvl3pPr>
            <a:lvl4pPr algn="l">
              <a:buNone/>
              <a:defRPr sz="2850" b="1">
                <a:solidFill>
                  <a:srgbClr val="231F20"/>
                </a:solidFill>
              </a:defRPr>
            </a:lvl4pPr>
            <a:lvl5pPr algn="l">
              <a:buNone/>
              <a:defRPr sz="2850" b="1">
                <a:solidFill>
                  <a:srgbClr val="231F20"/>
                </a:solidFill>
              </a:defRPr>
            </a:lvl5pPr>
            <a:lvl6pPr algn="l">
              <a:buNone/>
              <a:defRPr sz="2850" b="1">
                <a:solidFill>
                  <a:srgbClr val="231F20"/>
                </a:solidFill>
              </a:defRPr>
            </a:lvl6pPr>
            <a:lvl7pPr algn="l">
              <a:buNone/>
              <a:defRPr sz="2850" b="1">
                <a:solidFill>
                  <a:srgbClr val="231F20"/>
                </a:solidFill>
              </a:defRPr>
            </a:lvl7pPr>
            <a:lvl8pPr algn="l">
              <a:buNone/>
              <a:defRPr sz="2850" b="1">
                <a:solidFill>
                  <a:srgbClr val="231F20"/>
                </a:solidFill>
              </a:defRPr>
            </a:lvl8pPr>
            <a:lvl9pPr algn="l">
              <a:buNone/>
              <a:defRPr sz="2850" b="1">
                <a:solidFill>
                  <a:srgbClr val="231F20"/>
                </a:solidFill>
              </a:defRPr>
            </a:lvl9pPr>
          </a:lstStyle>
          <a:p xmlns:a="http://schemas.openxmlformats.org/drawingml/2006/main">
            <a:pPr algn="l">
              <a:buNone/>
              <a:defRPr sz="2850" b="1">
                <a:solidFill>
                  <a:srgbClr val="231F20"/>
                </a:solidFill>
              </a:defRPr>
            </a:pPr>
            <a:r>
              <a:rPr sz="2850" b="1">
                <a:solidFill>
                  <a:srgbClr val="231F20"/>
                </a:solidFill>
              </a:rPr>
              <a:t>Reliability</a:t>
            </a:r>
          </a:p>
        </p:txBody>
      </p:sp>
      <p:sp>
        <p:nvSpPr>
          <p:cNvPr id="15" name="">
            <a:extLst xmlns:a="http://schemas.openxmlformats.org/drawingml/2006/main">
              <a:ext uri="{FF2B5EF4-FFF2-40B4-BE49-F238E27FC236}">
                <a16:creationId xmlns:a16="http://schemas.microsoft.com/office/drawing/2014/main" id="{E7364BE6-3047-4D07-9FD7-864E59F93573}"/>
              </a:ext>
            </a:extLst>
          </p:cNvPr>
          <p:cNvSpPr>
            <a:spLocks xmlns:a="http://schemas.openxmlformats.org/drawingml/2006/main" noGrp="1"/>
          </p:cNvSpPr>
          <p:nvPr/>
        </p:nvSpPr>
        <p:spPr>
          <a:xfrm xmlns:a="http://schemas.openxmlformats.org/drawingml/2006/main">
            <a:off x="8477250" y="4067175"/>
            <a:ext cx="3190875"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a:solidFill>
                  <a:srgbClr val="826941"/>
                </a:solidFill>
              </a:defRPr>
            </a:defPPr>
            <a:lvl1pPr algn="l">
              <a:buNone/>
              <a:defRPr sz="2100" b="0">
                <a:solidFill>
                  <a:srgbClr val="826941"/>
                </a:solidFill>
              </a:defRPr>
            </a:lvl1pPr>
            <a:lvl2pPr algn="l">
              <a:buNone/>
              <a:defRPr sz="2100" b="0">
                <a:solidFill>
                  <a:srgbClr val="826941"/>
                </a:solidFill>
              </a:defRPr>
            </a:lvl2pPr>
            <a:lvl3pPr algn="l">
              <a:buNone/>
              <a:defRPr sz="2100" b="0">
                <a:solidFill>
                  <a:srgbClr val="826941"/>
                </a:solidFill>
              </a:defRPr>
            </a:lvl3pPr>
            <a:lvl4pPr algn="l">
              <a:buNone/>
              <a:defRPr sz="2100" b="0">
                <a:solidFill>
                  <a:srgbClr val="826941"/>
                </a:solidFill>
              </a:defRPr>
            </a:lvl4pPr>
            <a:lvl5pPr algn="l">
              <a:buNone/>
              <a:defRPr sz="2100" b="0">
                <a:solidFill>
                  <a:srgbClr val="826941"/>
                </a:solidFill>
              </a:defRPr>
            </a:lvl5pPr>
            <a:lvl6pPr algn="l">
              <a:buNone/>
              <a:defRPr sz="2100" b="0">
                <a:solidFill>
                  <a:srgbClr val="826941"/>
                </a:solidFill>
              </a:defRPr>
            </a:lvl6pPr>
            <a:lvl7pPr algn="l">
              <a:buNone/>
              <a:defRPr sz="2100" b="0">
                <a:solidFill>
                  <a:srgbClr val="826941"/>
                </a:solidFill>
              </a:defRPr>
            </a:lvl7pPr>
            <a:lvl8pPr algn="l">
              <a:buNone/>
              <a:defRPr sz="2100" b="0">
                <a:solidFill>
                  <a:srgbClr val="826941"/>
                </a:solidFill>
              </a:defRPr>
            </a:lvl8pPr>
            <a:lvl9pPr algn="l">
              <a:buNone/>
              <a:defRPr sz="2100" b="0">
                <a:solidFill>
                  <a:srgbClr val="826941"/>
                </a:solidFill>
              </a:defRPr>
            </a:lvl9pPr>
          </a:lstStyle>
          <a:p xmlns:a="http://schemas.openxmlformats.org/drawingml/2006/main">
            <a:pPr algn="l">
              <a:buNone/>
              <a:defRPr sz="2100" b="0">
                <a:solidFill>
                  <a:srgbClr val="826941"/>
                </a:solidFill>
              </a:defRPr>
            </a:pPr>
            <a:r>
              <a:rPr sz="2100" b="0">
                <a:solidFill>
                  <a:srgbClr val="826941"/>
                </a:solidFill>
              </a:rPr>
              <a:t>Results people can trust</a:t>
            </a:r>
          </a:p>
        </p:txBody>
      </p:sp>
      <p:sp>
        <p:nvSpPr>
          <p:cNvPr id="16" name="">
            <a:extLst xmlns:a="http://schemas.openxmlformats.org/drawingml/2006/main">
              <a:ext uri="{FF2B5EF4-FFF2-40B4-BE49-F238E27FC236}">
                <a16:creationId xmlns:a16="http://schemas.microsoft.com/office/drawing/2014/main" id="{F6D2616A-6042-450A-9DEC-1B34BAABD755}"/>
              </a:ext>
            </a:extLst>
          </p:cNvPr>
          <p:cNvSpPr>
            <a:spLocks xmlns:a="http://schemas.openxmlformats.org/drawingml/2006/main" noGrp="1"/>
          </p:cNvSpPr>
          <p:nvPr/>
        </p:nvSpPr>
        <p:spPr>
          <a:xfrm xmlns:a="http://schemas.openxmlformats.org/drawingml/2006/main">
            <a:off x="762000" y="5362575"/>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850" b="1">
                <a:solidFill>
                  <a:srgbClr val="231F20"/>
                </a:solidFill>
              </a:defRPr>
            </a:defPPr>
            <a:lvl1pPr algn="l">
              <a:buNone/>
              <a:defRPr sz="2850" b="1">
                <a:solidFill>
                  <a:srgbClr val="231F20"/>
                </a:solidFill>
              </a:defRPr>
            </a:lvl1pPr>
            <a:lvl2pPr algn="l">
              <a:buNone/>
              <a:defRPr sz="2850" b="1">
                <a:solidFill>
                  <a:srgbClr val="231F20"/>
                </a:solidFill>
              </a:defRPr>
            </a:lvl2pPr>
            <a:lvl3pPr algn="l">
              <a:buNone/>
              <a:defRPr sz="2850" b="1">
                <a:solidFill>
                  <a:srgbClr val="231F20"/>
                </a:solidFill>
              </a:defRPr>
            </a:lvl3pPr>
            <a:lvl4pPr algn="l">
              <a:buNone/>
              <a:defRPr sz="2850" b="1">
                <a:solidFill>
                  <a:srgbClr val="231F20"/>
                </a:solidFill>
              </a:defRPr>
            </a:lvl4pPr>
            <a:lvl5pPr algn="l">
              <a:buNone/>
              <a:defRPr sz="2850" b="1">
                <a:solidFill>
                  <a:srgbClr val="231F20"/>
                </a:solidFill>
              </a:defRPr>
            </a:lvl5pPr>
            <a:lvl6pPr algn="l">
              <a:buNone/>
              <a:defRPr sz="2850" b="1">
                <a:solidFill>
                  <a:srgbClr val="231F20"/>
                </a:solidFill>
              </a:defRPr>
            </a:lvl6pPr>
            <a:lvl7pPr algn="l">
              <a:buNone/>
              <a:defRPr sz="2850" b="1">
                <a:solidFill>
                  <a:srgbClr val="231F20"/>
                </a:solidFill>
              </a:defRPr>
            </a:lvl7pPr>
            <a:lvl8pPr algn="l">
              <a:buNone/>
              <a:defRPr sz="2850" b="1">
                <a:solidFill>
                  <a:srgbClr val="231F20"/>
                </a:solidFill>
              </a:defRPr>
            </a:lvl8pPr>
            <a:lvl9pPr algn="l">
              <a:buNone/>
              <a:defRPr sz="2850" b="1">
                <a:solidFill>
                  <a:srgbClr val="231F20"/>
                </a:solidFill>
              </a:defRPr>
            </a:lvl9pPr>
          </a:lstStyle>
          <a:p xmlns:a="http://schemas.openxmlformats.org/drawingml/2006/main">
            <a:pPr algn="l">
              <a:buNone/>
              <a:defRPr sz="2850" b="1">
                <a:solidFill>
                  <a:srgbClr val="231F20"/>
                </a:solidFill>
              </a:defRPr>
            </a:pPr>
            <a:r>
              <a:rPr sz="2850" b="1">
                <a:solidFill>
                  <a:srgbClr val="231F20"/>
                </a:solidFill>
              </a:rPr>
              <a:t>The next era has to work in real conditions.</a:t>
            </a:r>
          </a:p>
        </p:txBody>
      </p:sp>
      <p:pic>
        <p:nvPicPr>
          <p:cNvPr id="17" name="">
            <a:extLst xmlns:a="http://schemas.openxmlformats.org/drawingml/2006/main">
              <a:ext uri="{FF2B5EF4-FFF2-40B4-BE49-F238E27FC236}">
                <a16:creationId xmlns:a16="http://schemas.microsoft.com/office/drawing/2014/main" id="{E861555D-CA4E-4BFE-AC04-BDACEFAF7E23}"/>
              </a:ext>
            </a:extLst>
          </p:cNvPr>
          <p:cNvPicPr>
            <a:picLocks xmlns:a="http://schemas.openxmlformats.org/drawingml/2006/main" noChangeAspect="1"/>
          </p:cNvPicPr>
          <p:nvPr/>
        </p:nvPicPr>
        <p:blipFill>
          <a:blip xmlns:r="http://schemas.openxmlformats.org/officeDocument/2006/relationships" xmlns:a="http://schemas.openxmlformats.org/drawingml/2006/main" r:embed="Rc35f4159e1414703"/>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E0FAC396-B4BA-4333-AFC9-11F641BC3B93}"/>
              </a:ext>
            </a:extLst>
          </p:cNvPr>
          <p:cNvSpPr>
            <a:spLocks xmlns:a="http://schemas.openxmlformats.org/drawingml/2006/main" noGrp="1"/>
          </p:cNvSpPr>
          <p:nvPr/>
        </p:nvSpPr>
        <p:spPr>
          <a:xfrm xmlns:a="http://schemas.openxmlformats.org/drawingml/2006/main">
            <a:off x="762000" y="17240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0">
                <a:solidFill>
                  <a:srgbClr val="826941"/>
                </a:solidFill>
              </a:defRPr>
            </a:defPPr>
            <a:lvl1pPr algn="l">
              <a:buNone/>
              <a:defRPr sz="2175" b="0">
                <a:solidFill>
                  <a:srgbClr val="826941"/>
                </a:solidFill>
              </a:defRPr>
            </a:lvl1pPr>
            <a:lvl2pPr algn="l">
              <a:buNone/>
              <a:defRPr sz="2175" b="0">
                <a:solidFill>
                  <a:srgbClr val="826941"/>
                </a:solidFill>
              </a:defRPr>
            </a:lvl2pPr>
            <a:lvl3pPr algn="l">
              <a:buNone/>
              <a:defRPr sz="2175" b="0">
                <a:solidFill>
                  <a:srgbClr val="826941"/>
                </a:solidFill>
              </a:defRPr>
            </a:lvl3pPr>
            <a:lvl4pPr algn="l">
              <a:buNone/>
              <a:defRPr sz="2175" b="0">
                <a:solidFill>
                  <a:srgbClr val="826941"/>
                </a:solidFill>
              </a:defRPr>
            </a:lvl4pPr>
            <a:lvl5pPr algn="l">
              <a:buNone/>
              <a:defRPr sz="2175" b="0">
                <a:solidFill>
                  <a:srgbClr val="826941"/>
                </a:solidFill>
              </a:defRPr>
            </a:lvl5pPr>
            <a:lvl6pPr algn="l">
              <a:buNone/>
              <a:defRPr sz="2175" b="0">
                <a:solidFill>
                  <a:srgbClr val="826941"/>
                </a:solidFill>
              </a:defRPr>
            </a:lvl6pPr>
            <a:lvl7pPr algn="l">
              <a:buNone/>
              <a:defRPr sz="2175" b="0">
                <a:solidFill>
                  <a:srgbClr val="826941"/>
                </a:solidFill>
              </a:defRPr>
            </a:lvl7pPr>
            <a:lvl8pPr algn="l">
              <a:buNone/>
              <a:defRPr sz="2175" b="0">
                <a:solidFill>
                  <a:srgbClr val="826941"/>
                </a:solidFill>
              </a:defRPr>
            </a:lvl8pPr>
            <a:lvl9pPr algn="l">
              <a:buNone/>
              <a:defRPr sz="2175" b="0">
                <a:solidFill>
                  <a:srgbClr val="826941"/>
                </a:solidFill>
              </a:defRPr>
            </a:lvl9pPr>
          </a:lstStyle>
          <a:p xmlns:a="http://schemas.openxmlformats.org/drawingml/2006/main">
            <a:pPr algn="l">
              <a:buNone/>
              <a:defRPr sz="2175" b="0">
                <a:solidFill>
                  <a:srgbClr val="826941"/>
                </a:solidFill>
              </a:defRPr>
            </a:pPr>
            <a:r>
              <a:rPr sz="2175" b="0">
                <a:solidFill>
                  <a:srgbClr val="826941"/>
                </a:solidFill>
              </a:rPr>
              <a:t>The factory floor changes. Our systems must keep working.</a:t>
            </a:r>
          </a:p>
        </p:txBody>
      </p:sp>
    </p:spTree>
    <p:extLst>
      <p:ext uri="{BB962C8B-B14F-4D97-AF65-F5344CB8AC3E}">
        <p14:creationId xmlns:p14="http://schemas.microsoft.com/office/powerpoint/2010/main" val="1354752982"/>
      </p:ext>
    </p:extLst>
  </p:cSld>
</p:sld>
</file>

<file path=ppt/slides/slide7.xml><?xml version="1.0" encoding="utf-8"?>
<p:sld xmlns:p="http://schemas.openxmlformats.org/presentationml/2006/main">
  <p:cSld>
    <p:bg>
      <p:bgPr>
        <a:solidFill xmlns:a="http://schemas.openxmlformats.org/drawingml/2006/main">
          <a:srgbClr val="231F20"/>
        </a:solidFill>
      </p:bgPr>
    </p:bg>
    <p:spTree>
      <p:nvGrpSpPr>
        <p:cNvPr id="1" name=""/>
        <p:cNvGrpSpPr/>
        <p:nvPr/>
      </p:nvGrpSpPr>
      <p:grpSpPr>
        <a:xfrm xmlns:a="http://schemas.openxmlformats.org/drawingml/2006/main"/>
      </p:grpSpPr>
      <p:pic>
        <p:nvPicPr>
          <p:cNvPr id="3" name="">
            <a:extLst xmlns:a="http://schemas.openxmlformats.org/drawingml/2006/main">
              <a:ext uri="{FF2B5EF4-FFF2-40B4-BE49-F238E27FC236}">
                <a16:creationId xmlns:a16="http://schemas.microsoft.com/office/drawing/2014/main" id="{F43DFADC-A426-4621-9C99-F33B86701D57}"/>
              </a:ext>
            </a:extLst>
          </p:cNvPr>
          <p:cNvPicPr>
            <a:picLocks xmlns:a="http://schemas.openxmlformats.org/drawingml/2006/main" noChangeAspect="1"/>
          </p:cNvPicPr>
          <p:nvPr/>
        </p:nvPicPr>
        <p:blipFill>
          <a:blip xmlns:r="http://schemas.openxmlformats.org/officeDocument/2006/relationships" xmlns:a="http://schemas.openxmlformats.org/drawingml/2006/main" r:embed="R304ca62d2b5440df"/>
          <a:stretch xmlns:a="http://schemas.openxmlformats.org/drawingml/2006/main"/>
        </p:blipFill>
        <p:spPr>
          <a:xfrm xmlns:a="http://schemas.openxmlformats.org/drawingml/2006/main">
            <a:off x="817033" y="6515100"/>
            <a:ext cx="918633" cy="29527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10ABF02-F9DB-45E6-9869-04441741F49C}"/>
              </a:ext>
            </a:extLst>
          </p:cNvPr>
          <p:cNvSpPr>
            <a:spLocks xmlns:a="http://schemas.openxmlformats.org/drawingml/2006/main" noGrp="1"/>
          </p:cNvSpPr>
          <p:nvPr/>
        </p:nvSpPr>
        <p:spPr>
          <a:xfrm xmlns:a="http://schemas.openxmlformats.org/drawingml/2006/main">
            <a:off x="0" y="6477000"/>
            <a:ext cx="12192000" cy="381000"/>
          </a:xfrm>
          <a:prstGeom xmlns:a="http://schemas.openxmlformats.org/drawingml/2006/main" prst="rect">
            <a:avLst/>
          </a:prstGeom>
          <a:solidFill xmlns:a="http://schemas.openxmlformats.org/drawingml/2006/main">
            <a:srgbClr val="231F2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93D0A745-D940-4D4C-983B-436E66A780F9}"/>
              </a:ext>
            </a:extLst>
          </p:cNvPr>
          <p:cNvSpPr>
            <a:spLocks xmlns:a="http://schemas.openxmlformats.org/drawingml/2006/main" noGrp="1"/>
          </p:cNvSpPr>
          <p:nvPr/>
        </p:nvSpPr>
        <p:spPr>
          <a:xfrm xmlns:a="http://schemas.openxmlformats.org/drawingml/2006/main">
            <a:off x="11334750" y="65341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0">
                <a:solidFill>
                  <a:srgbClr val="FFFFFF"/>
                </a:solidFill>
              </a:defRPr>
            </a:defPPr>
            <a:lvl1pPr algn="l">
              <a:buNone/>
              <a:defRPr sz="1125" b="0">
                <a:solidFill>
                  <a:srgbClr val="FFFFFF"/>
                </a:solidFill>
              </a:defRPr>
            </a:lvl1pPr>
            <a:lvl2pPr algn="l">
              <a:buNone/>
              <a:defRPr sz="1125" b="0">
                <a:solidFill>
                  <a:srgbClr val="FFFFFF"/>
                </a:solidFill>
              </a:defRPr>
            </a:lvl2pPr>
            <a:lvl3pPr algn="l">
              <a:buNone/>
              <a:defRPr sz="1125" b="0">
                <a:solidFill>
                  <a:srgbClr val="FFFFFF"/>
                </a:solidFill>
              </a:defRPr>
            </a:lvl3pPr>
            <a:lvl4pPr algn="l">
              <a:buNone/>
              <a:defRPr sz="1125" b="0">
                <a:solidFill>
                  <a:srgbClr val="FFFFFF"/>
                </a:solidFill>
              </a:defRPr>
            </a:lvl4pPr>
            <a:lvl5pPr algn="l">
              <a:buNone/>
              <a:defRPr sz="1125" b="0">
                <a:solidFill>
                  <a:srgbClr val="FFFFFF"/>
                </a:solidFill>
              </a:defRPr>
            </a:lvl5pPr>
            <a:lvl6pPr algn="l">
              <a:buNone/>
              <a:defRPr sz="1125" b="0">
                <a:solidFill>
                  <a:srgbClr val="FFFFFF"/>
                </a:solidFill>
              </a:defRPr>
            </a:lvl6pPr>
            <a:lvl7pPr algn="l">
              <a:buNone/>
              <a:defRPr sz="1125" b="0">
                <a:solidFill>
                  <a:srgbClr val="FFFFFF"/>
                </a:solidFill>
              </a:defRPr>
            </a:lvl7pPr>
            <a:lvl8pPr algn="l">
              <a:buNone/>
              <a:defRPr sz="1125" b="0">
                <a:solidFill>
                  <a:srgbClr val="FFFFFF"/>
                </a:solidFill>
              </a:defRPr>
            </a:lvl8pPr>
            <a:lvl9pPr algn="l">
              <a:buNone/>
              <a:defRPr sz="1125" b="0">
                <a:solidFill>
                  <a:srgbClr val="FFFFFF"/>
                </a:solidFill>
              </a:defRPr>
            </a:lvl9pPr>
          </a:lstStyle>
          <a:p xmlns:a="http://schemas.openxmlformats.org/drawingml/2006/main">
            <a:pPr algn="l">
              <a:buNone/>
              <a:defRPr sz="1125" b="0">
                <a:solidFill>
                  <a:srgbClr val="FFFFFF"/>
                </a:solidFill>
              </a:defRPr>
            </a:pPr>
            <a:r>
              <a:rPr sz="1125" b="0">
                <a:solidFill>
                  <a:srgbClr val="FFFFFF"/>
                </a:solidFill>
              </a:rPr>
              <a:t>07</a:t>
            </a:r>
          </a:p>
        </p:txBody>
      </p:sp>
      <p:sp>
        <p:nvSpPr>
          <p:cNvPr id="6" name="">
            <a:extLst xmlns:a="http://schemas.openxmlformats.org/drawingml/2006/main">
              <a:ext uri="{FF2B5EF4-FFF2-40B4-BE49-F238E27FC236}">
                <a16:creationId xmlns:a16="http://schemas.microsoft.com/office/drawing/2014/main" id="{2B22578E-7CB2-49B9-BDF2-86899271560F}"/>
              </a:ext>
            </a:extLst>
          </p:cNvPr>
          <p:cNvSpPr>
            <a:spLocks xmlns:a="http://schemas.openxmlformats.org/drawingml/2006/main" noGrp="1"/>
          </p:cNvSpPr>
          <p:nvPr/>
        </p:nvSpPr>
        <p:spPr>
          <a:xfrm xmlns:a="http://schemas.openxmlformats.org/drawingml/2006/main">
            <a:off x="685800" y="590550"/>
            <a:ext cx="10820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750" b="1">
                <a:solidFill>
                  <a:srgbClr val="FFFFFF"/>
                </a:solidFill>
              </a:defRPr>
            </a:defPPr>
            <a:lvl1pPr algn="l">
              <a:buNone/>
              <a:defRPr sz="3750" b="1">
                <a:solidFill>
                  <a:srgbClr val="FFFFFF"/>
                </a:solidFill>
              </a:defRPr>
            </a:lvl1pPr>
            <a:lvl2pPr algn="l">
              <a:buNone/>
              <a:defRPr sz="3750" b="1">
                <a:solidFill>
                  <a:srgbClr val="FFFFFF"/>
                </a:solidFill>
              </a:defRPr>
            </a:lvl2pPr>
            <a:lvl3pPr algn="l">
              <a:buNone/>
              <a:defRPr sz="3750" b="1">
                <a:solidFill>
                  <a:srgbClr val="FFFFFF"/>
                </a:solidFill>
              </a:defRPr>
            </a:lvl3pPr>
            <a:lvl4pPr algn="l">
              <a:buNone/>
              <a:defRPr sz="3750" b="1">
                <a:solidFill>
                  <a:srgbClr val="FFFFFF"/>
                </a:solidFill>
              </a:defRPr>
            </a:lvl4pPr>
            <a:lvl5pPr algn="l">
              <a:buNone/>
              <a:defRPr sz="3750" b="1">
                <a:solidFill>
                  <a:srgbClr val="FFFFFF"/>
                </a:solidFill>
              </a:defRPr>
            </a:lvl5pPr>
            <a:lvl6pPr algn="l">
              <a:buNone/>
              <a:defRPr sz="3750" b="1">
                <a:solidFill>
                  <a:srgbClr val="FFFFFF"/>
                </a:solidFill>
              </a:defRPr>
            </a:lvl6pPr>
            <a:lvl7pPr algn="l">
              <a:buNone/>
              <a:defRPr sz="3750" b="1">
                <a:solidFill>
                  <a:srgbClr val="FFFFFF"/>
                </a:solidFill>
              </a:defRPr>
            </a:lvl7pPr>
            <a:lvl8pPr algn="l">
              <a:buNone/>
              <a:defRPr sz="3750" b="1">
                <a:solidFill>
                  <a:srgbClr val="FFFFFF"/>
                </a:solidFill>
              </a:defRPr>
            </a:lvl8pPr>
            <a:lvl9pPr algn="l">
              <a:buNone/>
              <a:defRPr sz="3750" b="1">
                <a:solidFill>
                  <a:srgbClr val="FFFFFF"/>
                </a:solidFill>
              </a:defRPr>
            </a:lvl9pPr>
          </a:lstStyle>
          <a:p xmlns:a="http://schemas.openxmlformats.org/drawingml/2006/main">
            <a:pPr algn="l">
              <a:buNone/>
              <a:defRPr sz="3750" b="1">
                <a:solidFill>
                  <a:srgbClr val="FFFFFF"/>
                </a:solidFill>
              </a:defRPr>
            </a:pPr>
            <a:r>
              <a:rPr sz="3750" b="1">
                <a:solidFill>
                  <a:srgbClr val="FFFFFF"/>
                </a:solidFill>
              </a:rPr>
              <a:t>Come fight for what’s next</a:t>
            </a:r>
          </a:p>
        </p:txBody>
      </p:sp>
      <p:sp>
        <p:nvSpPr>
          <p:cNvPr id="7" name="">
            <a:extLst xmlns:a="http://schemas.openxmlformats.org/drawingml/2006/main">
              <a:ext uri="{FF2B5EF4-FFF2-40B4-BE49-F238E27FC236}">
                <a16:creationId xmlns:a16="http://schemas.microsoft.com/office/drawing/2014/main" id="{A8F264D8-3E1A-4EE0-A8A2-97AD17E57C58}"/>
              </a:ext>
            </a:extLst>
          </p:cNvPr>
          <p:cNvSpPr>
            <a:spLocks xmlns:a="http://schemas.openxmlformats.org/drawingml/2006/main" noGrp="1"/>
          </p:cNvSpPr>
          <p:nvPr/>
        </p:nvSpPr>
        <p:spPr>
          <a:xfrm xmlns:a="http://schemas.openxmlformats.org/drawingml/2006/main">
            <a:off x="762000" y="1914525"/>
            <a:ext cx="10668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550" b="0">
                <a:solidFill>
                  <a:srgbClr val="D7D3CC"/>
                </a:solidFill>
              </a:defRPr>
            </a:defPPr>
            <a:lvl1pPr algn="l">
              <a:buNone/>
              <a:defRPr sz="2550" b="0">
                <a:solidFill>
                  <a:srgbClr val="D7D3CC"/>
                </a:solidFill>
              </a:defRPr>
            </a:lvl1pPr>
            <a:lvl2pPr algn="l">
              <a:buNone/>
              <a:defRPr sz="2550" b="0">
                <a:solidFill>
                  <a:srgbClr val="D7D3CC"/>
                </a:solidFill>
              </a:defRPr>
            </a:lvl2pPr>
            <a:lvl3pPr algn="l">
              <a:buNone/>
              <a:defRPr sz="2550" b="0">
                <a:solidFill>
                  <a:srgbClr val="D7D3CC"/>
                </a:solidFill>
              </a:defRPr>
            </a:lvl3pPr>
            <a:lvl4pPr algn="l">
              <a:buNone/>
              <a:defRPr sz="2550" b="0">
                <a:solidFill>
                  <a:srgbClr val="D7D3CC"/>
                </a:solidFill>
              </a:defRPr>
            </a:lvl4pPr>
            <a:lvl5pPr algn="l">
              <a:buNone/>
              <a:defRPr sz="2550" b="0">
                <a:solidFill>
                  <a:srgbClr val="D7D3CC"/>
                </a:solidFill>
              </a:defRPr>
            </a:lvl5pPr>
            <a:lvl6pPr algn="l">
              <a:buNone/>
              <a:defRPr sz="2550" b="0">
                <a:solidFill>
                  <a:srgbClr val="D7D3CC"/>
                </a:solidFill>
              </a:defRPr>
            </a:lvl6pPr>
            <a:lvl7pPr algn="l">
              <a:buNone/>
              <a:defRPr sz="2550" b="0">
                <a:solidFill>
                  <a:srgbClr val="D7D3CC"/>
                </a:solidFill>
              </a:defRPr>
            </a:lvl7pPr>
            <a:lvl8pPr algn="l">
              <a:buNone/>
              <a:defRPr sz="2550" b="0">
                <a:solidFill>
                  <a:srgbClr val="D7D3CC"/>
                </a:solidFill>
              </a:defRPr>
            </a:lvl8pPr>
            <a:lvl9pPr algn="l">
              <a:buNone/>
              <a:defRPr sz="2550" b="0">
                <a:solidFill>
                  <a:srgbClr val="D7D3CC"/>
                </a:solidFill>
              </a:defRPr>
            </a:lvl9pPr>
          </a:lstStyle>
          <a:p xmlns:a="http://schemas.openxmlformats.org/drawingml/2006/main">
            <a:pPr algn="l">
              <a:buNone/>
              <a:defRPr sz="2550" b="0">
                <a:solidFill>
                  <a:srgbClr val="D7D3CC"/>
                </a:solidFill>
              </a:defRPr>
            </a:pPr>
            <a:r>
              <a:rPr sz="2550" b="0">
                <a:solidFill>
                  <a:srgbClr val="D7D3CC"/>
                </a:solidFill>
              </a:rPr>
              <a:t>We’re looking for talent across Remington + TKG.</a:t>
            </a:r>
          </a:p>
        </p:txBody>
      </p:sp>
      <p:sp>
        <p:nvSpPr>
          <p:cNvPr id="8" name="">
            <a:extLst xmlns:a="http://schemas.openxmlformats.org/drawingml/2006/main">
              <a:ext uri="{FF2B5EF4-FFF2-40B4-BE49-F238E27FC236}">
                <a16:creationId xmlns:a16="http://schemas.microsoft.com/office/drawing/2014/main" id="{06A939A6-90C0-415D-AB28-3C7CB67FA099}"/>
              </a:ext>
            </a:extLst>
          </p:cNvPr>
          <p:cNvSpPr>
            <a:spLocks xmlns:a="http://schemas.openxmlformats.org/drawingml/2006/main" noGrp="1"/>
          </p:cNvSpPr>
          <p:nvPr/>
        </p:nvSpPr>
        <p:spPr>
          <a:xfrm xmlns:a="http://schemas.openxmlformats.org/drawingml/2006/main">
            <a:off x="762000" y="3095625"/>
            <a:ext cx="10668000"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F4744218-722E-48F3-9C24-808EBB841409}"/>
              </a:ext>
            </a:extLst>
          </p:cNvPr>
          <p:cNvSpPr>
            <a:spLocks xmlns:a="http://schemas.openxmlformats.org/drawingml/2006/main" noGrp="1"/>
          </p:cNvSpPr>
          <p:nvPr/>
        </p:nvSpPr>
        <p:spPr>
          <a:xfrm xmlns:a="http://schemas.openxmlformats.org/drawingml/2006/main">
            <a:off x="762000" y="3714750"/>
            <a:ext cx="25241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1">
                <a:solidFill>
                  <a:srgbClr val="B89B68"/>
                </a:solidFill>
              </a:defRPr>
            </a:defPPr>
            <a:lvl1pPr algn="l">
              <a:buNone/>
              <a:defRPr sz="2250" b="1">
                <a:solidFill>
                  <a:srgbClr val="B89B68"/>
                </a:solidFill>
              </a:defRPr>
            </a:lvl1pPr>
            <a:lvl2pPr algn="l">
              <a:buNone/>
              <a:defRPr sz="2250" b="1">
                <a:solidFill>
                  <a:srgbClr val="B89B68"/>
                </a:solidFill>
              </a:defRPr>
            </a:lvl2pPr>
            <a:lvl3pPr algn="l">
              <a:buNone/>
              <a:defRPr sz="2250" b="1">
                <a:solidFill>
                  <a:srgbClr val="B89B68"/>
                </a:solidFill>
              </a:defRPr>
            </a:lvl3pPr>
            <a:lvl4pPr algn="l">
              <a:buNone/>
              <a:defRPr sz="2250" b="1">
                <a:solidFill>
                  <a:srgbClr val="B89B68"/>
                </a:solidFill>
              </a:defRPr>
            </a:lvl4pPr>
            <a:lvl5pPr algn="l">
              <a:buNone/>
              <a:defRPr sz="2250" b="1">
                <a:solidFill>
                  <a:srgbClr val="B89B68"/>
                </a:solidFill>
              </a:defRPr>
            </a:lvl5pPr>
            <a:lvl6pPr algn="l">
              <a:buNone/>
              <a:defRPr sz="2250" b="1">
                <a:solidFill>
                  <a:srgbClr val="B89B68"/>
                </a:solidFill>
              </a:defRPr>
            </a:lvl6pPr>
            <a:lvl7pPr algn="l">
              <a:buNone/>
              <a:defRPr sz="2250" b="1">
                <a:solidFill>
                  <a:srgbClr val="B89B68"/>
                </a:solidFill>
              </a:defRPr>
            </a:lvl7pPr>
            <a:lvl8pPr algn="l">
              <a:buNone/>
              <a:defRPr sz="2250" b="1">
                <a:solidFill>
                  <a:srgbClr val="B89B68"/>
                </a:solidFill>
              </a:defRPr>
            </a:lvl8pPr>
            <a:lvl9pPr algn="l">
              <a:buNone/>
              <a:defRPr sz="2250" b="1">
                <a:solidFill>
                  <a:srgbClr val="B89B68"/>
                </a:solidFill>
              </a:defRPr>
            </a:lvl9pPr>
          </a:lstStyle>
          <a:p xmlns:a="http://schemas.openxmlformats.org/drawingml/2006/main">
            <a:pPr algn="l">
              <a:buNone/>
              <a:defRPr sz="2250" b="1">
                <a:solidFill>
                  <a:srgbClr val="B89B68"/>
                </a:solidFill>
              </a:defRPr>
            </a:pPr>
            <a:r>
              <a:rPr sz="2250" b="1">
                <a:solidFill>
                  <a:srgbClr val="B89B68"/>
                </a:solidFill>
              </a:rPr>
              <a:t>Mechanical</a:t>
            </a:r>
          </a:p>
        </p:txBody>
      </p:sp>
      <p:sp>
        <p:nvSpPr>
          <p:cNvPr id="10" name="">
            <a:extLst xmlns:a="http://schemas.openxmlformats.org/drawingml/2006/main">
              <a:ext uri="{FF2B5EF4-FFF2-40B4-BE49-F238E27FC236}">
                <a16:creationId xmlns:a16="http://schemas.microsoft.com/office/drawing/2014/main" id="{7D7D84E3-78BC-4B0D-A529-C6090D50BC99}"/>
              </a:ext>
            </a:extLst>
          </p:cNvPr>
          <p:cNvSpPr>
            <a:spLocks xmlns:a="http://schemas.openxmlformats.org/drawingml/2006/main" noGrp="1"/>
          </p:cNvSpPr>
          <p:nvPr/>
        </p:nvSpPr>
        <p:spPr>
          <a:xfrm xmlns:a="http://schemas.openxmlformats.org/drawingml/2006/main">
            <a:off x="3571875" y="3714750"/>
            <a:ext cx="25241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1">
                <a:solidFill>
                  <a:srgbClr val="B89B68"/>
                </a:solidFill>
              </a:defRPr>
            </a:defPPr>
            <a:lvl1pPr algn="l">
              <a:buNone/>
              <a:defRPr sz="2250" b="1">
                <a:solidFill>
                  <a:srgbClr val="B89B68"/>
                </a:solidFill>
              </a:defRPr>
            </a:lvl1pPr>
            <a:lvl2pPr algn="l">
              <a:buNone/>
              <a:defRPr sz="2250" b="1">
                <a:solidFill>
                  <a:srgbClr val="B89B68"/>
                </a:solidFill>
              </a:defRPr>
            </a:lvl2pPr>
            <a:lvl3pPr algn="l">
              <a:buNone/>
              <a:defRPr sz="2250" b="1">
                <a:solidFill>
                  <a:srgbClr val="B89B68"/>
                </a:solidFill>
              </a:defRPr>
            </a:lvl3pPr>
            <a:lvl4pPr algn="l">
              <a:buNone/>
              <a:defRPr sz="2250" b="1">
                <a:solidFill>
                  <a:srgbClr val="B89B68"/>
                </a:solidFill>
              </a:defRPr>
            </a:lvl4pPr>
            <a:lvl5pPr algn="l">
              <a:buNone/>
              <a:defRPr sz="2250" b="1">
                <a:solidFill>
                  <a:srgbClr val="B89B68"/>
                </a:solidFill>
              </a:defRPr>
            </a:lvl5pPr>
            <a:lvl6pPr algn="l">
              <a:buNone/>
              <a:defRPr sz="2250" b="1">
                <a:solidFill>
                  <a:srgbClr val="B89B68"/>
                </a:solidFill>
              </a:defRPr>
            </a:lvl6pPr>
            <a:lvl7pPr algn="l">
              <a:buNone/>
              <a:defRPr sz="2250" b="1">
                <a:solidFill>
                  <a:srgbClr val="B89B68"/>
                </a:solidFill>
              </a:defRPr>
            </a:lvl7pPr>
            <a:lvl8pPr algn="l">
              <a:buNone/>
              <a:defRPr sz="2250" b="1">
                <a:solidFill>
                  <a:srgbClr val="B89B68"/>
                </a:solidFill>
              </a:defRPr>
            </a:lvl8pPr>
            <a:lvl9pPr algn="l">
              <a:buNone/>
              <a:defRPr sz="2250" b="1">
                <a:solidFill>
                  <a:srgbClr val="B89B68"/>
                </a:solidFill>
              </a:defRPr>
            </a:lvl9pPr>
          </a:lstStyle>
          <a:p xmlns:a="http://schemas.openxmlformats.org/drawingml/2006/main">
            <a:pPr algn="l">
              <a:buNone/>
              <a:defRPr sz="2250" b="1">
                <a:solidFill>
                  <a:srgbClr val="B89B68"/>
                </a:solidFill>
              </a:defRPr>
            </a:pPr>
            <a:r>
              <a:rPr sz="2250" b="1">
                <a:solidFill>
                  <a:srgbClr val="B89B68"/>
                </a:solidFill>
              </a:rPr>
              <a:t>Controls</a:t>
            </a:r>
          </a:p>
        </p:txBody>
      </p:sp>
      <p:sp>
        <p:nvSpPr>
          <p:cNvPr id="11" name="">
            <a:extLst xmlns:a="http://schemas.openxmlformats.org/drawingml/2006/main">
              <a:ext uri="{FF2B5EF4-FFF2-40B4-BE49-F238E27FC236}">
                <a16:creationId xmlns:a16="http://schemas.microsoft.com/office/drawing/2014/main" id="{6797CC3E-1542-433F-A4E2-BBA9FBCF3E04}"/>
              </a:ext>
            </a:extLst>
          </p:cNvPr>
          <p:cNvSpPr>
            <a:spLocks xmlns:a="http://schemas.openxmlformats.org/drawingml/2006/main" noGrp="1"/>
          </p:cNvSpPr>
          <p:nvPr/>
        </p:nvSpPr>
        <p:spPr>
          <a:xfrm xmlns:a="http://schemas.openxmlformats.org/drawingml/2006/main">
            <a:off x="6286500" y="3714750"/>
            <a:ext cx="25241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1">
                <a:solidFill>
                  <a:srgbClr val="B89B68"/>
                </a:solidFill>
              </a:defRPr>
            </a:defPPr>
            <a:lvl1pPr algn="l">
              <a:buNone/>
              <a:defRPr sz="2250" b="1">
                <a:solidFill>
                  <a:srgbClr val="B89B68"/>
                </a:solidFill>
              </a:defRPr>
            </a:lvl1pPr>
            <a:lvl2pPr algn="l">
              <a:buNone/>
              <a:defRPr sz="2250" b="1">
                <a:solidFill>
                  <a:srgbClr val="B89B68"/>
                </a:solidFill>
              </a:defRPr>
            </a:lvl2pPr>
            <a:lvl3pPr algn="l">
              <a:buNone/>
              <a:defRPr sz="2250" b="1">
                <a:solidFill>
                  <a:srgbClr val="B89B68"/>
                </a:solidFill>
              </a:defRPr>
            </a:lvl3pPr>
            <a:lvl4pPr algn="l">
              <a:buNone/>
              <a:defRPr sz="2250" b="1">
                <a:solidFill>
                  <a:srgbClr val="B89B68"/>
                </a:solidFill>
              </a:defRPr>
            </a:lvl4pPr>
            <a:lvl5pPr algn="l">
              <a:buNone/>
              <a:defRPr sz="2250" b="1">
                <a:solidFill>
                  <a:srgbClr val="B89B68"/>
                </a:solidFill>
              </a:defRPr>
            </a:lvl5pPr>
            <a:lvl6pPr algn="l">
              <a:buNone/>
              <a:defRPr sz="2250" b="1">
                <a:solidFill>
                  <a:srgbClr val="B89B68"/>
                </a:solidFill>
              </a:defRPr>
            </a:lvl6pPr>
            <a:lvl7pPr algn="l">
              <a:buNone/>
              <a:defRPr sz="2250" b="1">
                <a:solidFill>
                  <a:srgbClr val="B89B68"/>
                </a:solidFill>
              </a:defRPr>
            </a:lvl7pPr>
            <a:lvl8pPr algn="l">
              <a:buNone/>
              <a:defRPr sz="2250" b="1">
                <a:solidFill>
                  <a:srgbClr val="B89B68"/>
                </a:solidFill>
              </a:defRPr>
            </a:lvl8pPr>
            <a:lvl9pPr algn="l">
              <a:buNone/>
              <a:defRPr sz="2250" b="1">
                <a:solidFill>
                  <a:srgbClr val="B89B68"/>
                </a:solidFill>
              </a:defRPr>
            </a:lvl9pPr>
          </a:lstStyle>
          <a:p xmlns:a="http://schemas.openxmlformats.org/drawingml/2006/main">
            <a:pPr algn="l">
              <a:buNone/>
              <a:defRPr sz="2250" b="1">
                <a:solidFill>
                  <a:srgbClr val="B89B68"/>
                </a:solidFill>
              </a:defRPr>
            </a:pPr>
            <a:r>
              <a:rPr sz="2250" b="1">
                <a:solidFill>
                  <a:srgbClr val="B89B68"/>
                </a:solidFill>
              </a:rPr>
              <a:t>Software</a:t>
            </a:r>
          </a:p>
        </p:txBody>
      </p:sp>
      <p:sp>
        <p:nvSpPr>
          <p:cNvPr id="12" name="">
            <a:extLst xmlns:a="http://schemas.openxmlformats.org/drawingml/2006/main">
              <a:ext uri="{FF2B5EF4-FFF2-40B4-BE49-F238E27FC236}">
                <a16:creationId xmlns:a16="http://schemas.microsoft.com/office/drawing/2014/main" id="{5CA965B3-A4CA-4CEA-BA93-7441CAE2540A}"/>
              </a:ext>
            </a:extLst>
          </p:cNvPr>
          <p:cNvSpPr>
            <a:spLocks xmlns:a="http://schemas.openxmlformats.org/drawingml/2006/main" noGrp="1"/>
          </p:cNvSpPr>
          <p:nvPr/>
        </p:nvSpPr>
        <p:spPr>
          <a:xfrm xmlns:a="http://schemas.openxmlformats.org/drawingml/2006/main">
            <a:off x="9001125" y="3714750"/>
            <a:ext cx="25241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1">
                <a:solidFill>
                  <a:srgbClr val="B89B68"/>
                </a:solidFill>
              </a:defRPr>
            </a:defPPr>
            <a:lvl1pPr algn="l">
              <a:buNone/>
              <a:defRPr sz="2250" b="1">
                <a:solidFill>
                  <a:srgbClr val="B89B68"/>
                </a:solidFill>
              </a:defRPr>
            </a:lvl1pPr>
            <a:lvl2pPr algn="l">
              <a:buNone/>
              <a:defRPr sz="2250" b="1">
                <a:solidFill>
                  <a:srgbClr val="B89B68"/>
                </a:solidFill>
              </a:defRPr>
            </a:lvl2pPr>
            <a:lvl3pPr algn="l">
              <a:buNone/>
              <a:defRPr sz="2250" b="1">
                <a:solidFill>
                  <a:srgbClr val="B89B68"/>
                </a:solidFill>
              </a:defRPr>
            </a:lvl3pPr>
            <a:lvl4pPr algn="l">
              <a:buNone/>
              <a:defRPr sz="2250" b="1">
                <a:solidFill>
                  <a:srgbClr val="B89B68"/>
                </a:solidFill>
              </a:defRPr>
            </a:lvl4pPr>
            <a:lvl5pPr algn="l">
              <a:buNone/>
              <a:defRPr sz="2250" b="1">
                <a:solidFill>
                  <a:srgbClr val="B89B68"/>
                </a:solidFill>
              </a:defRPr>
            </a:lvl5pPr>
            <a:lvl6pPr algn="l">
              <a:buNone/>
              <a:defRPr sz="2250" b="1">
                <a:solidFill>
                  <a:srgbClr val="B89B68"/>
                </a:solidFill>
              </a:defRPr>
            </a:lvl6pPr>
            <a:lvl7pPr algn="l">
              <a:buNone/>
              <a:defRPr sz="2250" b="1">
                <a:solidFill>
                  <a:srgbClr val="B89B68"/>
                </a:solidFill>
              </a:defRPr>
            </a:lvl7pPr>
            <a:lvl8pPr algn="l">
              <a:buNone/>
              <a:defRPr sz="2250" b="1">
                <a:solidFill>
                  <a:srgbClr val="B89B68"/>
                </a:solidFill>
              </a:defRPr>
            </a:lvl8pPr>
            <a:lvl9pPr algn="l">
              <a:buNone/>
              <a:defRPr sz="2250" b="1">
                <a:solidFill>
                  <a:srgbClr val="B89B68"/>
                </a:solidFill>
              </a:defRPr>
            </a:lvl9pPr>
          </a:lstStyle>
          <a:p xmlns:a="http://schemas.openxmlformats.org/drawingml/2006/main">
            <a:pPr algn="l">
              <a:buNone/>
              <a:defRPr sz="2250" b="1">
                <a:solidFill>
                  <a:srgbClr val="B89B68"/>
                </a:solidFill>
              </a:defRPr>
            </a:pPr>
            <a:r>
              <a:rPr sz="2250" b="1">
                <a:solidFill>
                  <a:srgbClr val="B89B68"/>
                </a:solidFill>
              </a:rPr>
              <a:t>Testing</a:t>
            </a:r>
          </a:p>
        </p:txBody>
      </p:sp>
      <p:pic>
        <p:nvPicPr>
          <p:cNvPr id="13" name="">
            <a:extLst xmlns:a="http://schemas.openxmlformats.org/drawingml/2006/main">
              <a:ext uri="{FF2B5EF4-FFF2-40B4-BE49-F238E27FC236}">
                <a16:creationId xmlns:a16="http://schemas.microsoft.com/office/drawing/2014/main" id="{4167D6F2-59D6-407C-ABC6-0F25804E9CB5}"/>
              </a:ext>
            </a:extLst>
          </p:cNvPr>
          <p:cNvPicPr>
            <a:picLocks xmlns:a="http://schemas.openxmlformats.org/drawingml/2006/main" noChangeAspect="1"/>
          </p:cNvPicPr>
          <p:nvPr/>
        </p:nvPicPr>
        <p:blipFill>
          <a:blip xmlns:r="http://schemas.openxmlformats.org/officeDocument/2006/relationships" xmlns:a="http://schemas.openxmlformats.org/drawingml/2006/main" r:embed="Rd0e994a7eaa14e74"/>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5290C0A7-0F49-47E1-8600-F62062342504}"/>
              </a:ext>
            </a:extLst>
          </p:cNvPr>
          <p:cNvSpPr>
            <a:spLocks xmlns:a="http://schemas.openxmlformats.org/drawingml/2006/main" noGrp="1"/>
          </p:cNvSpPr>
          <p:nvPr/>
        </p:nvSpPr>
        <p:spPr>
          <a:xfrm xmlns:a="http://schemas.openxmlformats.org/drawingml/2006/main">
            <a:off x="762000" y="5095875"/>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475" b="1">
                <a:solidFill>
                  <a:srgbClr val="FFFFFF"/>
                </a:solidFill>
              </a:defRPr>
            </a:defPPr>
            <a:lvl1pPr algn="l">
              <a:buNone/>
              <a:defRPr sz="2475" b="1">
                <a:solidFill>
                  <a:srgbClr val="FFFFFF"/>
                </a:solidFill>
              </a:defRPr>
            </a:lvl1pPr>
            <a:lvl2pPr algn="l">
              <a:buNone/>
              <a:defRPr sz="2475" b="1">
                <a:solidFill>
                  <a:srgbClr val="FFFFFF"/>
                </a:solidFill>
              </a:defRPr>
            </a:lvl2pPr>
            <a:lvl3pPr algn="l">
              <a:buNone/>
              <a:defRPr sz="2475" b="1">
                <a:solidFill>
                  <a:srgbClr val="FFFFFF"/>
                </a:solidFill>
              </a:defRPr>
            </a:lvl3pPr>
            <a:lvl4pPr algn="l">
              <a:buNone/>
              <a:defRPr sz="2475" b="1">
                <a:solidFill>
                  <a:srgbClr val="FFFFFF"/>
                </a:solidFill>
              </a:defRPr>
            </a:lvl4pPr>
            <a:lvl5pPr algn="l">
              <a:buNone/>
              <a:defRPr sz="2475" b="1">
                <a:solidFill>
                  <a:srgbClr val="FFFFFF"/>
                </a:solidFill>
              </a:defRPr>
            </a:lvl5pPr>
            <a:lvl6pPr algn="l">
              <a:buNone/>
              <a:defRPr sz="2475" b="1">
                <a:solidFill>
                  <a:srgbClr val="FFFFFF"/>
                </a:solidFill>
              </a:defRPr>
            </a:lvl6pPr>
            <a:lvl7pPr algn="l">
              <a:buNone/>
              <a:defRPr sz="2475" b="1">
                <a:solidFill>
                  <a:srgbClr val="FFFFFF"/>
                </a:solidFill>
              </a:defRPr>
            </a:lvl7pPr>
            <a:lvl8pPr algn="l">
              <a:buNone/>
              <a:defRPr sz="2475" b="1">
                <a:solidFill>
                  <a:srgbClr val="FFFFFF"/>
                </a:solidFill>
              </a:defRPr>
            </a:lvl8pPr>
            <a:lvl9pPr algn="l">
              <a:buNone/>
              <a:defRPr sz="2475" b="1">
                <a:solidFill>
                  <a:srgbClr val="FFFFFF"/>
                </a:solidFill>
              </a:defRPr>
            </a:lvl9pPr>
          </a:lstStyle>
          <a:p xmlns:a="http://schemas.openxmlformats.org/drawingml/2006/main">
            <a:pPr algn="l">
              <a:buNone/>
              <a:defRPr sz="2475" b="1">
                <a:solidFill>
                  <a:srgbClr val="FFFFFF"/>
                </a:solidFill>
              </a:defRPr>
            </a:pPr>
            <a:r>
              <a:rPr sz="2475" b="1">
                <a:solidFill>
                  <a:srgbClr val="FFFFFF"/>
                </a:solidFill>
              </a:rPr>
              <a:t>Help build the next generation of manufacturing.</a:t>
            </a:r>
          </a:p>
        </p:txBody>
      </p:sp>
      <p:sp>
        <p:nvSpPr>
          <p:cNvPr id="15" name="">
            <a:extLst xmlns:a="http://schemas.openxmlformats.org/drawingml/2006/main">
              <a:ext uri="{FF2B5EF4-FFF2-40B4-BE49-F238E27FC236}">
                <a16:creationId xmlns:a16="http://schemas.microsoft.com/office/drawing/2014/main" id="{09AC483C-D3D5-493F-AE55-33FAF45838EA}"/>
              </a:ext>
            </a:extLst>
          </p:cNvPr>
          <p:cNvSpPr>
            <a:spLocks xmlns:a="http://schemas.openxmlformats.org/drawingml/2006/main" noGrp="1"/>
          </p:cNvSpPr>
          <p:nvPr/>
        </p:nvSpPr>
        <p:spPr>
          <a:xfrm xmlns:a="http://schemas.openxmlformats.org/drawingml/2006/main">
            <a:off x="762000" y="4286250"/>
            <a:ext cx="2524125"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a:solidFill>
                  <a:srgbClr val="D7D3CC"/>
                </a:solidFill>
              </a:defRPr>
            </a:defPPr>
            <a:lvl1pPr algn="l">
              <a:buNone/>
              <a:defRPr sz="1650" b="0">
                <a:solidFill>
                  <a:srgbClr val="D7D3CC"/>
                </a:solidFill>
              </a:defRPr>
            </a:lvl1pPr>
            <a:lvl2pPr algn="l">
              <a:buNone/>
              <a:defRPr sz="1650" b="0">
                <a:solidFill>
                  <a:srgbClr val="D7D3CC"/>
                </a:solidFill>
              </a:defRPr>
            </a:lvl2pPr>
            <a:lvl3pPr algn="l">
              <a:buNone/>
              <a:defRPr sz="1650" b="0">
                <a:solidFill>
                  <a:srgbClr val="D7D3CC"/>
                </a:solidFill>
              </a:defRPr>
            </a:lvl3pPr>
            <a:lvl4pPr algn="l">
              <a:buNone/>
              <a:defRPr sz="1650" b="0">
                <a:solidFill>
                  <a:srgbClr val="D7D3CC"/>
                </a:solidFill>
              </a:defRPr>
            </a:lvl4pPr>
            <a:lvl5pPr algn="l">
              <a:buNone/>
              <a:defRPr sz="1650" b="0">
                <a:solidFill>
                  <a:srgbClr val="D7D3CC"/>
                </a:solidFill>
              </a:defRPr>
            </a:lvl5pPr>
            <a:lvl6pPr algn="l">
              <a:buNone/>
              <a:defRPr sz="1650" b="0">
                <a:solidFill>
                  <a:srgbClr val="D7D3CC"/>
                </a:solidFill>
              </a:defRPr>
            </a:lvl6pPr>
            <a:lvl7pPr algn="l">
              <a:buNone/>
              <a:defRPr sz="1650" b="0">
                <a:solidFill>
                  <a:srgbClr val="D7D3CC"/>
                </a:solidFill>
              </a:defRPr>
            </a:lvl7pPr>
            <a:lvl8pPr algn="l">
              <a:buNone/>
              <a:defRPr sz="1650" b="0">
                <a:solidFill>
                  <a:srgbClr val="D7D3CC"/>
                </a:solidFill>
              </a:defRPr>
            </a:lvl8pPr>
            <a:lvl9pPr algn="l">
              <a:buNone/>
              <a:defRPr sz="1650" b="0">
                <a:solidFill>
                  <a:srgbClr val="D7D3CC"/>
                </a:solidFill>
              </a:defRPr>
            </a:lvl9pPr>
          </a:lstStyle>
          <a:p xmlns:a="http://schemas.openxmlformats.org/drawingml/2006/main">
            <a:pPr algn="l">
              <a:buNone/>
              <a:defRPr sz="1650" b="0">
                <a:solidFill>
                  <a:srgbClr val="D7D3CC"/>
                </a:solidFill>
              </a:defRPr>
            </a:pPr>
            <a:r>
              <a:rPr sz="1650" b="0">
                <a:solidFill>
                  <a:srgbClr val="D7D3CC"/>
                </a:solidFill>
              </a:rPr>
              <a:t>Equipment that lasts</a:t>
            </a:r>
          </a:p>
        </p:txBody>
      </p:sp>
      <p:sp>
        <p:nvSpPr>
          <p:cNvPr id="16" name="">
            <a:extLst xmlns:a="http://schemas.openxmlformats.org/drawingml/2006/main">
              <a:ext uri="{FF2B5EF4-FFF2-40B4-BE49-F238E27FC236}">
                <a16:creationId xmlns:a16="http://schemas.microsoft.com/office/drawing/2014/main" id="{9E5F7957-3A9B-415D-8C36-332589ECC0DC}"/>
              </a:ext>
            </a:extLst>
          </p:cNvPr>
          <p:cNvSpPr>
            <a:spLocks xmlns:a="http://schemas.openxmlformats.org/drawingml/2006/main" noGrp="1"/>
          </p:cNvSpPr>
          <p:nvPr/>
        </p:nvSpPr>
        <p:spPr>
          <a:xfrm xmlns:a="http://schemas.openxmlformats.org/drawingml/2006/main">
            <a:off x="3571875" y="4286250"/>
            <a:ext cx="2524125"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a:solidFill>
                  <a:srgbClr val="D7D3CC"/>
                </a:solidFill>
              </a:defRPr>
            </a:defPPr>
            <a:lvl1pPr algn="l">
              <a:buNone/>
              <a:defRPr sz="1650" b="0">
                <a:solidFill>
                  <a:srgbClr val="D7D3CC"/>
                </a:solidFill>
              </a:defRPr>
            </a:lvl1pPr>
            <a:lvl2pPr algn="l">
              <a:buNone/>
              <a:defRPr sz="1650" b="0">
                <a:solidFill>
                  <a:srgbClr val="D7D3CC"/>
                </a:solidFill>
              </a:defRPr>
            </a:lvl2pPr>
            <a:lvl3pPr algn="l">
              <a:buNone/>
              <a:defRPr sz="1650" b="0">
                <a:solidFill>
                  <a:srgbClr val="D7D3CC"/>
                </a:solidFill>
              </a:defRPr>
            </a:lvl3pPr>
            <a:lvl4pPr algn="l">
              <a:buNone/>
              <a:defRPr sz="1650" b="0">
                <a:solidFill>
                  <a:srgbClr val="D7D3CC"/>
                </a:solidFill>
              </a:defRPr>
            </a:lvl4pPr>
            <a:lvl5pPr algn="l">
              <a:buNone/>
              <a:defRPr sz="1650" b="0">
                <a:solidFill>
                  <a:srgbClr val="D7D3CC"/>
                </a:solidFill>
              </a:defRPr>
            </a:lvl5pPr>
            <a:lvl6pPr algn="l">
              <a:buNone/>
              <a:defRPr sz="1650" b="0">
                <a:solidFill>
                  <a:srgbClr val="D7D3CC"/>
                </a:solidFill>
              </a:defRPr>
            </a:lvl6pPr>
            <a:lvl7pPr algn="l">
              <a:buNone/>
              <a:defRPr sz="1650" b="0">
                <a:solidFill>
                  <a:srgbClr val="D7D3CC"/>
                </a:solidFill>
              </a:defRPr>
            </a:lvl7pPr>
            <a:lvl8pPr algn="l">
              <a:buNone/>
              <a:defRPr sz="1650" b="0">
                <a:solidFill>
                  <a:srgbClr val="D7D3CC"/>
                </a:solidFill>
              </a:defRPr>
            </a:lvl8pPr>
            <a:lvl9pPr algn="l">
              <a:buNone/>
              <a:defRPr sz="1650" b="0">
                <a:solidFill>
                  <a:srgbClr val="D7D3CC"/>
                </a:solidFill>
              </a:defRPr>
            </a:lvl9pPr>
          </a:lstStyle>
          <a:p xmlns:a="http://schemas.openxmlformats.org/drawingml/2006/main">
            <a:pPr algn="l">
              <a:buNone/>
              <a:defRPr sz="1650" b="0">
                <a:solidFill>
                  <a:srgbClr val="D7D3CC"/>
                </a:solidFill>
              </a:defRPr>
            </a:pPr>
            <a:r>
              <a:rPr sz="1650" b="0">
                <a:solidFill>
                  <a:srgbClr val="D7D3CC"/>
                </a:solidFill>
              </a:rPr>
              <a:t>Reliable response</a:t>
            </a:r>
          </a:p>
        </p:txBody>
      </p:sp>
      <p:sp>
        <p:nvSpPr>
          <p:cNvPr id="17" name="">
            <a:extLst xmlns:a="http://schemas.openxmlformats.org/drawingml/2006/main">
              <a:ext uri="{FF2B5EF4-FFF2-40B4-BE49-F238E27FC236}">
                <a16:creationId xmlns:a16="http://schemas.microsoft.com/office/drawing/2014/main" id="{FBB7711F-7F30-40CB-874B-0C814957BDA0}"/>
              </a:ext>
            </a:extLst>
          </p:cNvPr>
          <p:cNvSpPr>
            <a:spLocks xmlns:a="http://schemas.openxmlformats.org/drawingml/2006/main" noGrp="1"/>
          </p:cNvSpPr>
          <p:nvPr/>
        </p:nvSpPr>
        <p:spPr>
          <a:xfrm xmlns:a="http://schemas.openxmlformats.org/drawingml/2006/main">
            <a:off x="6286500" y="4286250"/>
            <a:ext cx="2524125"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a:solidFill>
                  <a:srgbClr val="D7D3CC"/>
                </a:solidFill>
              </a:defRPr>
            </a:defPPr>
            <a:lvl1pPr algn="l">
              <a:buNone/>
              <a:defRPr sz="1650" b="0">
                <a:solidFill>
                  <a:srgbClr val="D7D3CC"/>
                </a:solidFill>
              </a:defRPr>
            </a:lvl1pPr>
            <a:lvl2pPr algn="l">
              <a:buNone/>
              <a:defRPr sz="1650" b="0">
                <a:solidFill>
                  <a:srgbClr val="D7D3CC"/>
                </a:solidFill>
              </a:defRPr>
            </a:lvl2pPr>
            <a:lvl3pPr algn="l">
              <a:buNone/>
              <a:defRPr sz="1650" b="0">
                <a:solidFill>
                  <a:srgbClr val="D7D3CC"/>
                </a:solidFill>
              </a:defRPr>
            </a:lvl3pPr>
            <a:lvl4pPr algn="l">
              <a:buNone/>
              <a:defRPr sz="1650" b="0">
                <a:solidFill>
                  <a:srgbClr val="D7D3CC"/>
                </a:solidFill>
              </a:defRPr>
            </a:lvl4pPr>
            <a:lvl5pPr algn="l">
              <a:buNone/>
              <a:defRPr sz="1650" b="0">
                <a:solidFill>
                  <a:srgbClr val="D7D3CC"/>
                </a:solidFill>
              </a:defRPr>
            </a:lvl5pPr>
            <a:lvl6pPr algn="l">
              <a:buNone/>
              <a:defRPr sz="1650" b="0">
                <a:solidFill>
                  <a:srgbClr val="D7D3CC"/>
                </a:solidFill>
              </a:defRPr>
            </a:lvl6pPr>
            <a:lvl7pPr algn="l">
              <a:buNone/>
              <a:defRPr sz="1650" b="0">
                <a:solidFill>
                  <a:srgbClr val="D7D3CC"/>
                </a:solidFill>
              </a:defRPr>
            </a:lvl7pPr>
            <a:lvl8pPr algn="l">
              <a:buNone/>
              <a:defRPr sz="1650" b="0">
                <a:solidFill>
                  <a:srgbClr val="D7D3CC"/>
                </a:solidFill>
              </a:defRPr>
            </a:lvl8pPr>
            <a:lvl9pPr algn="l">
              <a:buNone/>
              <a:defRPr sz="1650" b="0">
                <a:solidFill>
                  <a:srgbClr val="D7D3CC"/>
                </a:solidFill>
              </a:defRPr>
            </a:lvl9pPr>
          </a:lstStyle>
          <a:p xmlns:a="http://schemas.openxmlformats.org/drawingml/2006/main">
            <a:pPr algn="l">
              <a:buNone/>
              <a:defRPr sz="1650" b="0">
                <a:solidFill>
                  <a:srgbClr val="D7D3CC"/>
                </a:solidFill>
              </a:defRPr>
            </a:pPr>
            <a:r>
              <a:rPr sz="1650" b="0">
                <a:solidFill>
                  <a:srgbClr val="D7D3CC"/>
                </a:solidFill>
              </a:rPr>
              <a:t>Tools for the floor</a:t>
            </a:r>
          </a:p>
        </p:txBody>
      </p:sp>
      <p:sp>
        <p:nvSpPr>
          <p:cNvPr id="18" name="">
            <a:extLst xmlns:a="http://schemas.openxmlformats.org/drawingml/2006/main">
              <a:ext uri="{FF2B5EF4-FFF2-40B4-BE49-F238E27FC236}">
                <a16:creationId xmlns:a16="http://schemas.microsoft.com/office/drawing/2014/main" id="{930E2BB4-B584-4049-88AD-2A0C46588393}"/>
              </a:ext>
            </a:extLst>
          </p:cNvPr>
          <p:cNvSpPr>
            <a:spLocks xmlns:a="http://schemas.openxmlformats.org/drawingml/2006/main" noGrp="1"/>
          </p:cNvSpPr>
          <p:nvPr/>
        </p:nvSpPr>
        <p:spPr>
          <a:xfrm xmlns:a="http://schemas.openxmlformats.org/drawingml/2006/main">
            <a:off x="9001125" y="4286250"/>
            <a:ext cx="2524125"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a:solidFill>
                  <a:srgbClr val="D7D3CC"/>
                </a:solidFill>
              </a:defRPr>
            </a:defPPr>
            <a:lvl1pPr algn="l">
              <a:buNone/>
              <a:defRPr sz="1650" b="0">
                <a:solidFill>
                  <a:srgbClr val="D7D3CC"/>
                </a:solidFill>
              </a:defRPr>
            </a:lvl1pPr>
            <a:lvl2pPr algn="l">
              <a:buNone/>
              <a:defRPr sz="1650" b="0">
                <a:solidFill>
                  <a:srgbClr val="D7D3CC"/>
                </a:solidFill>
              </a:defRPr>
            </a:lvl2pPr>
            <a:lvl3pPr algn="l">
              <a:buNone/>
              <a:defRPr sz="1650" b="0">
                <a:solidFill>
                  <a:srgbClr val="D7D3CC"/>
                </a:solidFill>
              </a:defRPr>
            </a:lvl3pPr>
            <a:lvl4pPr algn="l">
              <a:buNone/>
              <a:defRPr sz="1650" b="0">
                <a:solidFill>
                  <a:srgbClr val="D7D3CC"/>
                </a:solidFill>
              </a:defRPr>
            </a:lvl4pPr>
            <a:lvl5pPr algn="l">
              <a:buNone/>
              <a:defRPr sz="1650" b="0">
                <a:solidFill>
                  <a:srgbClr val="D7D3CC"/>
                </a:solidFill>
              </a:defRPr>
            </a:lvl5pPr>
            <a:lvl6pPr algn="l">
              <a:buNone/>
              <a:defRPr sz="1650" b="0">
                <a:solidFill>
                  <a:srgbClr val="D7D3CC"/>
                </a:solidFill>
              </a:defRPr>
            </a:lvl6pPr>
            <a:lvl7pPr algn="l">
              <a:buNone/>
              <a:defRPr sz="1650" b="0">
                <a:solidFill>
                  <a:srgbClr val="D7D3CC"/>
                </a:solidFill>
              </a:defRPr>
            </a:lvl7pPr>
            <a:lvl8pPr algn="l">
              <a:buNone/>
              <a:defRPr sz="1650" b="0">
                <a:solidFill>
                  <a:srgbClr val="D7D3CC"/>
                </a:solidFill>
              </a:defRPr>
            </a:lvl8pPr>
            <a:lvl9pPr algn="l">
              <a:buNone/>
              <a:defRPr sz="1650" b="0">
                <a:solidFill>
                  <a:srgbClr val="D7D3CC"/>
                </a:solidFill>
              </a:defRPr>
            </a:lvl9pPr>
          </a:lstStyle>
          <a:p xmlns:a="http://schemas.openxmlformats.org/drawingml/2006/main">
            <a:pPr algn="l">
              <a:buNone/>
              <a:defRPr sz="1650" b="0">
                <a:solidFill>
                  <a:srgbClr val="D7D3CC"/>
                </a:solidFill>
              </a:defRPr>
            </a:pPr>
            <a:r>
              <a:rPr sz="1650" b="0">
                <a:solidFill>
                  <a:srgbClr val="D7D3CC"/>
                </a:solidFill>
              </a:rPr>
              <a:t>Proof in real conditions</a:t>
            </a:r>
          </a:p>
        </p:txBody>
      </p:sp>
    </p:spTree>
    <p:extLst>
      <p:ext uri="{BB962C8B-B14F-4D97-AF65-F5344CB8AC3E}">
        <p14:creationId xmlns:p14="http://schemas.microsoft.com/office/powerpoint/2010/main" val="1846883819"/>
      </p:ext>
    </p:extLst>
  </p:cSld>
</p:sld>
</file>

<file path=ppt/slides/slide8.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pic>
        <p:nvPicPr>
          <p:cNvPr id="3" name="">
            <a:extLst xmlns:a="http://schemas.openxmlformats.org/drawingml/2006/main">
              <a:ext uri="{FF2B5EF4-FFF2-40B4-BE49-F238E27FC236}">
                <a16:creationId xmlns:a16="http://schemas.microsoft.com/office/drawing/2014/main" id="{06BEE1A5-F72A-48C7-A81D-A93FE4CC5277}"/>
              </a:ext>
            </a:extLst>
          </p:cNvPr>
          <p:cNvPicPr>
            <a:picLocks xmlns:a="http://schemas.openxmlformats.org/drawingml/2006/main" noChangeAspect="1"/>
          </p:cNvPicPr>
          <p:nvPr/>
        </p:nvPicPr>
        <p:blipFill>
          <a:blip xmlns:r="http://schemas.openxmlformats.org/officeDocument/2006/relationships" xmlns:a="http://schemas.openxmlformats.org/drawingml/2006/main" r:embed="R446f19872c994a0c"/>
          <a:stretch xmlns:a="http://schemas.openxmlformats.org/drawingml/2006/main"/>
        </p:blipFill>
        <p:spPr>
          <a:xfrm xmlns:a="http://schemas.openxmlformats.org/drawingml/2006/main">
            <a:off x="817033" y="6515100"/>
            <a:ext cx="918633" cy="295275"/>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F418FFC9-BE0D-429C-9424-9444D57A63D2}"/>
              </a:ext>
            </a:extLst>
          </p:cNvPr>
          <p:cNvPicPr>
            <a:picLocks xmlns:a="http://schemas.openxmlformats.org/drawingml/2006/main" noChangeAspect="1"/>
          </p:cNvPicPr>
          <p:nvPr/>
        </p:nvPicPr>
        <p:blipFill>
          <a:blip xmlns:r="http://schemas.openxmlformats.org/officeDocument/2006/relationships" xmlns:a="http://schemas.openxmlformats.org/drawingml/2006/main" r:embed="R88c112d4ad874ee5"/>
          <a:stretch xmlns:a="http://schemas.openxmlformats.org/drawingml/2006/main"/>
        </p:blipFill>
        <p:spPr>
          <a:xfrm xmlns:a="http://schemas.openxmlformats.org/drawingml/2006/main">
            <a:off x="8420100" y="2028825"/>
            <a:ext cx="2857500" cy="28575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904BD054-C11E-497F-9C8C-692390B2F26E}"/>
              </a:ext>
            </a:extLst>
          </p:cNvPr>
          <p:cNvSpPr>
            <a:spLocks xmlns:a="http://schemas.openxmlformats.org/drawingml/2006/main" noGrp="1"/>
          </p:cNvSpPr>
          <p:nvPr/>
        </p:nvSpPr>
        <p:spPr>
          <a:xfrm xmlns:a="http://schemas.openxmlformats.org/drawingml/2006/main">
            <a:off x="0" y="6477000"/>
            <a:ext cx="12192000" cy="381000"/>
          </a:xfrm>
          <a:prstGeom xmlns:a="http://schemas.openxmlformats.org/drawingml/2006/main" prst="rect">
            <a:avLst/>
          </a:prstGeom>
          <a:solidFill xmlns:a="http://schemas.openxmlformats.org/drawingml/2006/main">
            <a:srgbClr val="231F20"/>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FB5C4393-4594-41A1-B382-575EC6333BF7}"/>
              </a:ext>
            </a:extLst>
          </p:cNvPr>
          <p:cNvSpPr>
            <a:spLocks xmlns:a="http://schemas.openxmlformats.org/drawingml/2006/main" noGrp="1"/>
          </p:cNvSpPr>
          <p:nvPr/>
        </p:nvSpPr>
        <p:spPr>
          <a:xfrm xmlns:a="http://schemas.openxmlformats.org/drawingml/2006/main">
            <a:off x="11334750" y="65341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0">
                <a:solidFill>
                  <a:srgbClr val="FFFFFF"/>
                </a:solidFill>
              </a:defRPr>
            </a:defPPr>
            <a:lvl1pPr algn="l">
              <a:buNone/>
              <a:defRPr sz="1125" b="0">
                <a:solidFill>
                  <a:srgbClr val="FFFFFF"/>
                </a:solidFill>
              </a:defRPr>
            </a:lvl1pPr>
            <a:lvl2pPr algn="l">
              <a:buNone/>
              <a:defRPr sz="1125" b="0">
                <a:solidFill>
                  <a:srgbClr val="FFFFFF"/>
                </a:solidFill>
              </a:defRPr>
            </a:lvl2pPr>
            <a:lvl3pPr algn="l">
              <a:buNone/>
              <a:defRPr sz="1125" b="0">
                <a:solidFill>
                  <a:srgbClr val="FFFFFF"/>
                </a:solidFill>
              </a:defRPr>
            </a:lvl3pPr>
            <a:lvl4pPr algn="l">
              <a:buNone/>
              <a:defRPr sz="1125" b="0">
                <a:solidFill>
                  <a:srgbClr val="FFFFFF"/>
                </a:solidFill>
              </a:defRPr>
            </a:lvl4pPr>
            <a:lvl5pPr algn="l">
              <a:buNone/>
              <a:defRPr sz="1125" b="0">
                <a:solidFill>
                  <a:srgbClr val="FFFFFF"/>
                </a:solidFill>
              </a:defRPr>
            </a:lvl5pPr>
            <a:lvl6pPr algn="l">
              <a:buNone/>
              <a:defRPr sz="1125" b="0">
                <a:solidFill>
                  <a:srgbClr val="FFFFFF"/>
                </a:solidFill>
              </a:defRPr>
            </a:lvl6pPr>
            <a:lvl7pPr algn="l">
              <a:buNone/>
              <a:defRPr sz="1125" b="0">
                <a:solidFill>
                  <a:srgbClr val="FFFFFF"/>
                </a:solidFill>
              </a:defRPr>
            </a:lvl7pPr>
            <a:lvl8pPr algn="l">
              <a:buNone/>
              <a:defRPr sz="1125" b="0">
                <a:solidFill>
                  <a:srgbClr val="FFFFFF"/>
                </a:solidFill>
              </a:defRPr>
            </a:lvl8pPr>
            <a:lvl9pPr algn="l">
              <a:buNone/>
              <a:defRPr sz="1125" b="0">
                <a:solidFill>
                  <a:srgbClr val="FFFFFF"/>
                </a:solidFill>
              </a:defRPr>
            </a:lvl9pPr>
          </a:lstStyle>
          <a:p xmlns:a="http://schemas.openxmlformats.org/drawingml/2006/main">
            <a:pPr algn="l">
              <a:buNone/>
              <a:defRPr sz="1125" b="0">
                <a:solidFill>
                  <a:srgbClr val="FFFFFF"/>
                </a:solidFill>
              </a:defRPr>
            </a:pPr>
            <a:r>
              <a:rPr sz="1125" b="0">
                <a:solidFill>
                  <a:srgbClr val="FFFFFF"/>
                </a:solidFill>
              </a:rPr>
              <a:t>08</a:t>
            </a:r>
          </a:p>
        </p:txBody>
      </p:sp>
      <p:sp>
        <p:nvSpPr>
          <p:cNvPr id="10" name="">
            <a:extLst xmlns:a="http://schemas.openxmlformats.org/drawingml/2006/main">
              <a:ext uri="{FF2B5EF4-FFF2-40B4-BE49-F238E27FC236}">
                <a16:creationId xmlns:a16="http://schemas.microsoft.com/office/drawing/2014/main" id="{1367936C-B77C-47B6-AC09-EAA057CF0C54}"/>
              </a:ext>
            </a:extLst>
          </p:cNvPr>
          <p:cNvSpPr>
            <a:spLocks xmlns:a="http://schemas.openxmlformats.org/drawingml/2006/main" noGrp="1"/>
          </p:cNvSpPr>
          <p:nvPr/>
        </p:nvSpPr>
        <p:spPr>
          <a:xfrm xmlns:a="http://schemas.openxmlformats.org/drawingml/2006/main">
            <a:off x="685800" y="590550"/>
            <a:ext cx="10820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750" b="1">
                <a:solidFill>
                  <a:srgbClr val="231F20"/>
                </a:solidFill>
              </a:defRPr>
            </a:defPPr>
            <a:lvl1pPr algn="l">
              <a:buNone/>
              <a:defRPr sz="3750" b="1">
                <a:solidFill>
                  <a:srgbClr val="231F20"/>
                </a:solidFill>
              </a:defRPr>
            </a:lvl1pPr>
            <a:lvl2pPr algn="l">
              <a:buNone/>
              <a:defRPr sz="3750" b="1">
                <a:solidFill>
                  <a:srgbClr val="231F20"/>
                </a:solidFill>
              </a:defRPr>
            </a:lvl2pPr>
            <a:lvl3pPr algn="l">
              <a:buNone/>
              <a:defRPr sz="3750" b="1">
                <a:solidFill>
                  <a:srgbClr val="231F20"/>
                </a:solidFill>
              </a:defRPr>
            </a:lvl3pPr>
            <a:lvl4pPr algn="l">
              <a:buNone/>
              <a:defRPr sz="3750" b="1">
                <a:solidFill>
                  <a:srgbClr val="231F20"/>
                </a:solidFill>
              </a:defRPr>
            </a:lvl4pPr>
            <a:lvl5pPr algn="l">
              <a:buNone/>
              <a:defRPr sz="3750" b="1">
                <a:solidFill>
                  <a:srgbClr val="231F20"/>
                </a:solidFill>
              </a:defRPr>
            </a:lvl5pPr>
            <a:lvl6pPr algn="l">
              <a:buNone/>
              <a:defRPr sz="3750" b="1">
                <a:solidFill>
                  <a:srgbClr val="231F20"/>
                </a:solidFill>
              </a:defRPr>
            </a:lvl6pPr>
            <a:lvl7pPr algn="l">
              <a:buNone/>
              <a:defRPr sz="3750" b="1">
                <a:solidFill>
                  <a:srgbClr val="231F20"/>
                </a:solidFill>
              </a:defRPr>
            </a:lvl7pPr>
            <a:lvl8pPr algn="l">
              <a:buNone/>
              <a:defRPr sz="3750" b="1">
                <a:solidFill>
                  <a:srgbClr val="231F20"/>
                </a:solidFill>
              </a:defRPr>
            </a:lvl8pPr>
            <a:lvl9pPr algn="l">
              <a:buNone/>
              <a:defRPr sz="3750" b="1">
                <a:solidFill>
                  <a:srgbClr val="231F20"/>
                </a:solidFill>
              </a:defRPr>
            </a:lvl9pPr>
          </a:lstStyle>
          <a:p xmlns:a="http://schemas.openxmlformats.org/drawingml/2006/main">
            <a:pPr algn="l">
              <a:buNone/>
              <a:defRPr sz="3750" b="1">
                <a:solidFill>
                  <a:srgbClr val="231F20"/>
                </a:solidFill>
              </a:defRPr>
            </a:pPr>
            <a:r>
              <a:rPr sz="3750" b="1">
                <a:solidFill>
                  <a:srgbClr val="231F20"/>
                </a:solidFill>
              </a:rPr>
              <a:t>Try it yourself</a:t>
            </a:r>
          </a:p>
        </p:txBody>
      </p:sp>
      <p:sp>
        <p:nvSpPr>
          <p:cNvPr id="11" name="">
            <a:extLst xmlns:a="http://schemas.openxmlformats.org/drawingml/2006/main">
              <a:ext uri="{FF2B5EF4-FFF2-40B4-BE49-F238E27FC236}">
                <a16:creationId xmlns:a16="http://schemas.microsoft.com/office/drawing/2014/main" id="{47BE2F6C-A6D2-4EE7-B292-8E8489190D54}"/>
              </a:ext>
            </a:extLst>
          </p:cNvPr>
          <p:cNvSpPr>
            <a:spLocks xmlns:a="http://schemas.openxmlformats.org/drawingml/2006/main" noGrp="1"/>
          </p:cNvSpPr>
          <p:nvPr/>
        </p:nvSpPr>
        <p:spPr>
          <a:xfrm xmlns:a="http://schemas.openxmlformats.org/drawingml/2006/main">
            <a:off x="762000" y="2409825"/>
            <a:ext cx="71437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900" b="1">
                <a:solidFill>
                  <a:srgbClr val="231F20"/>
                </a:solidFill>
              </a:defRPr>
            </a:defPPr>
            <a:lvl1pPr algn="l">
              <a:buNone/>
              <a:defRPr sz="3900" b="1">
                <a:solidFill>
                  <a:srgbClr val="231F20"/>
                </a:solidFill>
              </a:defRPr>
            </a:lvl1pPr>
            <a:lvl2pPr algn="l">
              <a:buNone/>
              <a:defRPr sz="3900" b="1">
                <a:solidFill>
                  <a:srgbClr val="231F20"/>
                </a:solidFill>
              </a:defRPr>
            </a:lvl2pPr>
            <a:lvl3pPr algn="l">
              <a:buNone/>
              <a:defRPr sz="3900" b="1">
                <a:solidFill>
                  <a:srgbClr val="231F20"/>
                </a:solidFill>
              </a:defRPr>
            </a:lvl3pPr>
            <a:lvl4pPr algn="l">
              <a:buNone/>
              <a:defRPr sz="3900" b="1">
                <a:solidFill>
                  <a:srgbClr val="231F20"/>
                </a:solidFill>
              </a:defRPr>
            </a:lvl4pPr>
            <a:lvl5pPr algn="l">
              <a:buNone/>
              <a:defRPr sz="3900" b="1">
                <a:solidFill>
                  <a:srgbClr val="231F20"/>
                </a:solidFill>
              </a:defRPr>
            </a:lvl5pPr>
            <a:lvl6pPr algn="l">
              <a:buNone/>
              <a:defRPr sz="3900" b="1">
                <a:solidFill>
                  <a:srgbClr val="231F20"/>
                </a:solidFill>
              </a:defRPr>
            </a:lvl6pPr>
            <a:lvl7pPr algn="l">
              <a:buNone/>
              <a:defRPr sz="3900" b="1">
                <a:solidFill>
                  <a:srgbClr val="231F20"/>
                </a:solidFill>
              </a:defRPr>
            </a:lvl7pPr>
            <a:lvl8pPr algn="l">
              <a:buNone/>
              <a:defRPr sz="3900" b="1">
                <a:solidFill>
                  <a:srgbClr val="231F20"/>
                </a:solidFill>
              </a:defRPr>
            </a:lvl8pPr>
            <a:lvl9pPr algn="l">
              <a:buNone/>
              <a:defRPr sz="3900" b="1">
                <a:solidFill>
                  <a:srgbClr val="231F20"/>
                </a:solidFill>
              </a:defRPr>
            </a:lvl9pPr>
          </a:lstStyle>
          <a:p xmlns:a="http://schemas.openxmlformats.org/drawingml/2006/main">
            <a:pPr algn="l">
              <a:buNone/>
              <a:defRPr sz="3900" b="1">
                <a:solidFill>
                  <a:srgbClr val="231F20"/>
                </a:solidFill>
              </a:defRPr>
            </a:pPr>
            <a:r>
              <a:rPr sz="3900" b="1">
                <a:solidFill>
                  <a:srgbClr val="231F20"/>
                </a:solidFill>
              </a:rPr>
              <a:t>Draw. Test. Change.</a:t>
            </a:r>
          </a:p>
        </p:txBody>
      </p:sp>
      <p:sp>
        <p:nvSpPr>
          <p:cNvPr id="12" name="">
            <a:extLst xmlns:a="http://schemas.openxmlformats.org/drawingml/2006/main">
              <a:ext uri="{FF2B5EF4-FFF2-40B4-BE49-F238E27FC236}">
                <a16:creationId xmlns:a16="http://schemas.microsoft.com/office/drawing/2014/main" id="{BB71C93E-4BD0-42DC-81A3-4B8EBE454626}"/>
              </a:ext>
            </a:extLst>
          </p:cNvPr>
          <p:cNvSpPr>
            <a:spLocks xmlns:a="http://schemas.openxmlformats.org/drawingml/2006/main" noGrp="1"/>
          </p:cNvSpPr>
          <p:nvPr/>
        </p:nvSpPr>
        <p:spPr>
          <a:xfrm xmlns:a="http://schemas.openxmlformats.org/drawingml/2006/main">
            <a:off x="762000" y="5334000"/>
            <a:ext cx="6858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950" b="0">
                <a:solidFill>
                  <a:srgbClr val="826941"/>
                </a:solidFill>
              </a:defRPr>
            </a:defPPr>
            <a:lvl1pPr algn="l">
              <a:buNone/>
              <a:defRPr sz="1950" b="0">
                <a:solidFill>
                  <a:srgbClr val="826941"/>
                </a:solidFill>
              </a:defRPr>
            </a:lvl1pPr>
            <a:lvl2pPr algn="l">
              <a:buNone/>
              <a:defRPr sz="1950" b="0">
                <a:solidFill>
                  <a:srgbClr val="826941"/>
                </a:solidFill>
              </a:defRPr>
            </a:lvl2pPr>
            <a:lvl3pPr algn="l">
              <a:buNone/>
              <a:defRPr sz="1950" b="0">
                <a:solidFill>
                  <a:srgbClr val="826941"/>
                </a:solidFill>
              </a:defRPr>
            </a:lvl3pPr>
            <a:lvl4pPr algn="l">
              <a:buNone/>
              <a:defRPr sz="1950" b="0">
                <a:solidFill>
                  <a:srgbClr val="826941"/>
                </a:solidFill>
              </a:defRPr>
            </a:lvl4pPr>
            <a:lvl5pPr algn="l">
              <a:buNone/>
              <a:defRPr sz="1950" b="0">
                <a:solidFill>
                  <a:srgbClr val="826941"/>
                </a:solidFill>
              </a:defRPr>
            </a:lvl5pPr>
            <a:lvl6pPr algn="l">
              <a:buNone/>
              <a:defRPr sz="1950" b="0">
                <a:solidFill>
                  <a:srgbClr val="826941"/>
                </a:solidFill>
              </a:defRPr>
            </a:lvl6pPr>
            <a:lvl7pPr algn="l">
              <a:buNone/>
              <a:defRPr sz="1950" b="0">
                <a:solidFill>
                  <a:srgbClr val="826941"/>
                </a:solidFill>
              </a:defRPr>
            </a:lvl7pPr>
            <a:lvl8pPr algn="l">
              <a:buNone/>
              <a:defRPr sz="1950" b="0">
                <a:solidFill>
                  <a:srgbClr val="826941"/>
                </a:solidFill>
              </a:defRPr>
            </a:lvl8pPr>
            <a:lvl9pPr algn="l">
              <a:buNone/>
              <a:defRPr sz="1950" b="0">
                <a:solidFill>
                  <a:srgbClr val="826941"/>
                </a:solidFill>
              </a:defRPr>
            </a:lvl9pPr>
          </a:lstStyle>
          <a:p xmlns:a="http://schemas.openxmlformats.org/drawingml/2006/main">
            <a:pPr algn="l">
              <a:buNone/>
              <a:defRPr sz="1950" b="0">
                <a:solidFill>
                  <a:srgbClr val="826941"/>
                </a:solidFill>
              </a:defRPr>
            </a:pPr>
            <a:r>
              <a:rPr sz="1950" b="0">
                <a:solidFill>
                  <a:srgbClr val="826941"/>
                </a:solidFill>
              </a:rPr>
              <a:t>4founders.dev/demo/ai-in-action/</a:t>
            </a:r>
          </a:p>
        </p:txBody>
      </p:sp>
      <p:sp>
        <p:nvSpPr>
          <p:cNvPr id="13" name="">
            <a:extLst xmlns:a="http://schemas.openxmlformats.org/drawingml/2006/main">
              <a:ext uri="{FF2B5EF4-FFF2-40B4-BE49-F238E27FC236}">
                <a16:creationId xmlns:a16="http://schemas.microsoft.com/office/drawing/2014/main" id="{76FB7C0B-BCBA-4EAD-B637-581F835239B9}"/>
              </a:ext>
            </a:extLst>
          </p:cNvPr>
          <p:cNvSpPr>
            <a:spLocks xmlns:a="http://schemas.openxmlformats.org/drawingml/2006/main" noGrp="1"/>
          </p:cNvSpPr>
          <p:nvPr/>
        </p:nvSpPr>
        <p:spPr>
          <a:xfrm xmlns:a="http://schemas.openxmlformats.org/drawingml/2006/main">
            <a:off x="8248650" y="5153025"/>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575" b="1">
                <a:solidFill>
                  <a:srgbClr val="826941"/>
                </a:solidFill>
              </a:defRPr>
            </a:defPPr>
            <a:lvl1pPr algn="l">
              <a:buNone/>
              <a:defRPr sz="1575" b="1">
                <a:solidFill>
                  <a:srgbClr val="826941"/>
                </a:solidFill>
              </a:defRPr>
            </a:lvl1pPr>
            <a:lvl2pPr algn="l">
              <a:buNone/>
              <a:defRPr sz="1575" b="1">
                <a:solidFill>
                  <a:srgbClr val="826941"/>
                </a:solidFill>
              </a:defRPr>
            </a:lvl2pPr>
            <a:lvl3pPr algn="l">
              <a:buNone/>
              <a:defRPr sz="1575" b="1">
                <a:solidFill>
                  <a:srgbClr val="826941"/>
                </a:solidFill>
              </a:defRPr>
            </a:lvl3pPr>
            <a:lvl4pPr algn="l">
              <a:buNone/>
              <a:defRPr sz="1575" b="1">
                <a:solidFill>
                  <a:srgbClr val="826941"/>
                </a:solidFill>
              </a:defRPr>
            </a:lvl4pPr>
            <a:lvl5pPr algn="l">
              <a:buNone/>
              <a:defRPr sz="1575" b="1">
                <a:solidFill>
                  <a:srgbClr val="826941"/>
                </a:solidFill>
              </a:defRPr>
            </a:lvl5pPr>
            <a:lvl6pPr algn="l">
              <a:buNone/>
              <a:defRPr sz="1575" b="1">
                <a:solidFill>
                  <a:srgbClr val="826941"/>
                </a:solidFill>
              </a:defRPr>
            </a:lvl6pPr>
            <a:lvl7pPr algn="l">
              <a:buNone/>
              <a:defRPr sz="1575" b="1">
                <a:solidFill>
                  <a:srgbClr val="826941"/>
                </a:solidFill>
              </a:defRPr>
            </a:lvl7pPr>
            <a:lvl8pPr algn="l">
              <a:buNone/>
              <a:defRPr sz="1575" b="1">
                <a:solidFill>
                  <a:srgbClr val="826941"/>
                </a:solidFill>
              </a:defRPr>
            </a:lvl8pPr>
            <a:lvl9pPr algn="l">
              <a:buNone/>
              <a:defRPr sz="1575" b="1">
                <a:solidFill>
                  <a:srgbClr val="826941"/>
                </a:solidFill>
              </a:defRPr>
            </a:lvl9pPr>
          </a:lstStyle>
          <a:p xmlns:a="http://schemas.openxmlformats.org/drawingml/2006/main">
            <a:pPr algn="l">
              <a:buNone/>
              <a:defRPr sz="1575" b="1">
                <a:solidFill>
                  <a:srgbClr val="826941"/>
                </a:solidFill>
              </a:defRPr>
            </a:pPr>
            <a:r>
              <a:rPr sz="1575" b="1">
                <a:solidFill>
                  <a:srgbClr val="826941"/>
                </a:solidFill>
              </a:rPr>
              <a:t>EVENT PIN</a:t>
            </a:r>
          </a:p>
        </p:txBody>
      </p:sp>
      <p:sp>
        <p:nvSpPr>
          <p:cNvPr id="14" name="">
            <a:extLst xmlns:a="http://schemas.openxmlformats.org/drawingml/2006/main">
              <a:ext uri="{FF2B5EF4-FFF2-40B4-BE49-F238E27FC236}">
                <a16:creationId xmlns:a16="http://schemas.microsoft.com/office/drawing/2014/main" id="{73BBEEFC-CA33-4635-BB9F-3A3AC34EE91C}"/>
              </a:ext>
            </a:extLst>
          </p:cNvPr>
          <p:cNvSpPr>
            <a:spLocks xmlns:a="http://schemas.openxmlformats.org/drawingml/2006/main" noGrp="1"/>
          </p:cNvSpPr>
          <p:nvPr/>
        </p:nvSpPr>
        <p:spPr>
          <a:xfrm xmlns:a="http://schemas.openxmlformats.org/drawingml/2006/main">
            <a:off x="8248650" y="5514975"/>
            <a:ext cx="28575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600" b="1">
                <a:solidFill>
                  <a:srgbClr val="231F20"/>
                </a:solidFill>
              </a:defRPr>
            </a:defPPr>
            <a:lvl1pPr algn="l">
              <a:buNone/>
              <a:defRPr sz="3600" b="1">
                <a:solidFill>
                  <a:srgbClr val="231F20"/>
                </a:solidFill>
              </a:defRPr>
            </a:lvl1pPr>
            <a:lvl2pPr algn="l">
              <a:buNone/>
              <a:defRPr sz="3600" b="1">
                <a:solidFill>
                  <a:srgbClr val="231F20"/>
                </a:solidFill>
              </a:defRPr>
            </a:lvl2pPr>
            <a:lvl3pPr algn="l">
              <a:buNone/>
              <a:defRPr sz="3600" b="1">
                <a:solidFill>
                  <a:srgbClr val="231F20"/>
                </a:solidFill>
              </a:defRPr>
            </a:lvl3pPr>
            <a:lvl4pPr algn="l">
              <a:buNone/>
              <a:defRPr sz="3600" b="1">
                <a:solidFill>
                  <a:srgbClr val="231F20"/>
                </a:solidFill>
              </a:defRPr>
            </a:lvl4pPr>
            <a:lvl5pPr algn="l">
              <a:buNone/>
              <a:defRPr sz="3600" b="1">
                <a:solidFill>
                  <a:srgbClr val="231F20"/>
                </a:solidFill>
              </a:defRPr>
            </a:lvl5pPr>
            <a:lvl6pPr algn="l">
              <a:buNone/>
              <a:defRPr sz="3600" b="1">
                <a:solidFill>
                  <a:srgbClr val="231F20"/>
                </a:solidFill>
              </a:defRPr>
            </a:lvl6pPr>
            <a:lvl7pPr algn="l">
              <a:buNone/>
              <a:defRPr sz="3600" b="1">
                <a:solidFill>
                  <a:srgbClr val="231F20"/>
                </a:solidFill>
              </a:defRPr>
            </a:lvl7pPr>
            <a:lvl8pPr algn="l">
              <a:buNone/>
              <a:defRPr sz="3600" b="1">
                <a:solidFill>
                  <a:srgbClr val="231F20"/>
                </a:solidFill>
              </a:defRPr>
            </a:lvl8pPr>
            <a:lvl9pPr algn="l">
              <a:buNone/>
              <a:defRPr sz="3600" b="1">
                <a:solidFill>
                  <a:srgbClr val="231F20"/>
                </a:solidFill>
              </a:defRPr>
            </a:lvl9pPr>
          </a:lstStyle>
          <a:p xmlns:a="http://schemas.openxmlformats.org/drawingml/2006/main">
            <a:pPr algn="l">
              <a:buNone/>
              <a:defRPr sz="3600" b="1">
                <a:solidFill>
                  <a:srgbClr val="231F20"/>
                </a:solidFill>
              </a:defRPr>
            </a:pPr>
            <a:r>
              <a:rPr sz="3600" b="1">
                <a:solidFill>
                  <a:srgbClr val="231F20"/>
                </a:solidFill>
              </a:rPr>
              <a:t>877262</a:t>
            </a:r>
          </a:p>
        </p:txBody>
      </p:sp>
      <p:pic>
        <p:nvPicPr>
          <p:cNvPr id="15" name="">
            <a:extLst xmlns:a="http://schemas.openxmlformats.org/drawingml/2006/main">
              <a:ext uri="{FF2B5EF4-FFF2-40B4-BE49-F238E27FC236}">
                <a16:creationId xmlns:a16="http://schemas.microsoft.com/office/drawing/2014/main" id="{B3659B29-5D1F-40C9-858F-F339AE812AA4}"/>
              </a:ext>
            </a:extLst>
          </p:cNvPr>
          <p:cNvPicPr>
            <a:picLocks xmlns:a="http://schemas.openxmlformats.org/drawingml/2006/main" noChangeAspect="1"/>
          </p:cNvPicPr>
          <p:nvPr/>
        </p:nvPicPr>
        <p:blipFill>
          <a:blip xmlns:r="http://schemas.openxmlformats.org/officeDocument/2006/relationships" xmlns:a="http://schemas.openxmlformats.org/drawingml/2006/main" r:embed="R20400eceda97480e"/>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Tree>
    <p:extLst>
      <p:ext uri="{BB962C8B-B14F-4D97-AF65-F5344CB8AC3E}">
        <p14:creationId xmlns:p14="http://schemas.microsoft.com/office/powerpoint/2010/main" val="1514784635"/>
      </p:ext>
    </p:extLst>
  </p:cSld>
</p:sld>
</file>

<file path=ppt/slides/slide9.xml><?xml version="1.0" encoding="utf-8"?>
<p:sld xmlns:p="http://schemas.openxmlformats.org/presentationml/2006/main">
  <p:cSld>
    <p:bg>
      <p:bgPr>
        <a:solidFill xmlns:a="http://schemas.openxmlformats.org/drawingml/2006/main">
          <a:srgbClr val="231F20"/>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BD50456-0F4F-444E-8B01-AA719D1BE2E2}"/>
              </a:ext>
            </a:extLst>
          </p:cNvPr>
          <p:cNvSpPr>
            <a:spLocks xmlns:a="http://schemas.openxmlformats.org/drawingml/2006/main" noGrp="1"/>
          </p:cNvSpPr>
          <p:nvPr/>
        </p:nvSpPr>
        <p:spPr>
          <a:xfrm xmlns:a="http://schemas.openxmlformats.org/drawingml/2006/main">
            <a:off x="0" y="6477000"/>
            <a:ext cx="12192000" cy="381000"/>
          </a:xfrm>
          <a:prstGeom xmlns:a="http://schemas.openxmlformats.org/drawingml/2006/main" prst="rect">
            <a:avLst/>
          </a:prstGeom>
          <a:solidFill xmlns:a="http://schemas.openxmlformats.org/drawingml/2006/main">
            <a:srgbClr val="231F2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3F0A3CA-4013-435F-B7B7-61838B57C134}"/>
              </a:ext>
            </a:extLst>
          </p:cNvPr>
          <p:cNvSpPr>
            <a:spLocks xmlns:a="http://schemas.openxmlformats.org/drawingml/2006/main" noGrp="1"/>
          </p:cNvSpPr>
          <p:nvPr/>
        </p:nvSpPr>
        <p:spPr>
          <a:xfrm xmlns:a="http://schemas.openxmlformats.org/drawingml/2006/main">
            <a:off x="11334750" y="65341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0">
                <a:solidFill>
                  <a:srgbClr val="FFFFFF"/>
                </a:solidFill>
              </a:defRPr>
            </a:defPPr>
            <a:lvl1pPr algn="l">
              <a:buNone/>
              <a:defRPr sz="1125" b="0">
                <a:solidFill>
                  <a:srgbClr val="FFFFFF"/>
                </a:solidFill>
              </a:defRPr>
            </a:lvl1pPr>
            <a:lvl2pPr algn="l">
              <a:buNone/>
              <a:defRPr sz="1125" b="0">
                <a:solidFill>
                  <a:srgbClr val="FFFFFF"/>
                </a:solidFill>
              </a:defRPr>
            </a:lvl2pPr>
            <a:lvl3pPr algn="l">
              <a:buNone/>
              <a:defRPr sz="1125" b="0">
                <a:solidFill>
                  <a:srgbClr val="FFFFFF"/>
                </a:solidFill>
              </a:defRPr>
            </a:lvl3pPr>
            <a:lvl4pPr algn="l">
              <a:buNone/>
              <a:defRPr sz="1125" b="0">
                <a:solidFill>
                  <a:srgbClr val="FFFFFF"/>
                </a:solidFill>
              </a:defRPr>
            </a:lvl4pPr>
            <a:lvl5pPr algn="l">
              <a:buNone/>
              <a:defRPr sz="1125" b="0">
                <a:solidFill>
                  <a:srgbClr val="FFFFFF"/>
                </a:solidFill>
              </a:defRPr>
            </a:lvl5pPr>
            <a:lvl6pPr algn="l">
              <a:buNone/>
              <a:defRPr sz="1125" b="0">
                <a:solidFill>
                  <a:srgbClr val="FFFFFF"/>
                </a:solidFill>
              </a:defRPr>
            </a:lvl6pPr>
            <a:lvl7pPr algn="l">
              <a:buNone/>
              <a:defRPr sz="1125" b="0">
                <a:solidFill>
                  <a:srgbClr val="FFFFFF"/>
                </a:solidFill>
              </a:defRPr>
            </a:lvl7pPr>
            <a:lvl8pPr algn="l">
              <a:buNone/>
              <a:defRPr sz="1125" b="0">
                <a:solidFill>
                  <a:srgbClr val="FFFFFF"/>
                </a:solidFill>
              </a:defRPr>
            </a:lvl8pPr>
            <a:lvl9pPr algn="l">
              <a:buNone/>
              <a:defRPr sz="1125" b="0">
                <a:solidFill>
                  <a:srgbClr val="FFFFFF"/>
                </a:solidFill>
              </a:defRPr>
            </a:lvl9pPr>
          </a:lstStyle>
          <a:p xmlns:a="http://schemas.openxmlformats.org/drawingml/2006/main">
            <a:pPr algn="l">
              <a:buNone/>
              <a:defRPr sz="1125" b="0">
                <a:solidFill>
                  <a:srgbClr val="FFFFFF"/>
                </a:solidFill>
              </a:defRPr>
            </a:pPr>
            <a:r>
              <a:rPr sz="1125" b="0">
                <a:solidFill>
                  <a:srgbClr val="FFFFFF"/>
                </a:solidFill>
              </a:rPr>
              <a:t>09</a:t>
            </a:r>
          </a:p>
        </p:txBody>
      </p:sp>
      <p:pic>
        <p:nvPicPr>
          <p:cNvPr id="3" name="">
            <a:extLst xmlns:a="http://schemas.openxmlformats.org/drawingml/2006/main">
              <a:ext uri="{FF2B5EF4-FFF2-40B4-BE49-F238E27FC236}">
                <a16:creationId xmlns:a16="http://schemas.microsoft.com/office/drawing/2014/main" id="{73199EA3-83C2-4657-BF8A-29CFC73D350B}"/>
              </a:ext>
            </a:extLst>
          </p:cNvPr>
          <p:cNvPicPr>
            <a:picLocks xmlns:a="http://schemas.openxmlformats.org/drawingml/2006/main" noChangeAspect="1"/>
          </p:cNvPicPr>
          <p:nvPr/>
        </p:nvPicPr>
        <p:blipFill>
          <a:blip xmlns:r="http://schemas.openxmlformats.org/officeDocument/2006/relationships" xmlns:a="http://schemas.openxmlformats.org/drawingml/2006/main" r:embed="R8c6b071e3ae447df"/>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D376432-9107-4000-A7F5-29CB03B6F9EE}"/>
              </a:ext>
            </a:extLst>
          </p:cNvPr>
          <p:cNvSpPr>
            <a:spLocks xmlns:a="http://schemas.openxmlformats.org/drawingml/2006/main" noGrp="1"/>
          </p:cNvSpPr>
          <p:nvPr/>
        </p:nvSpPr>
        <p:spPr>
          <a:xfrm xmlns:a="http://schemas.openxmlformats.org/drawingml/2006/main">
            <a:off x="685800" y="590550"/>
            <a:ext cx="10820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750" b="1">
                <a:solidFill>
                  <a:srgbClr val="FFFFFF"/>
                </a:solidFill>
              </a:defRPr>
            </a:defPPr>
            <a:lvl1pPr algn="l">
              <a:buNone/>
              <a:defRPr sz="3750" b="1">
                <a:solidFill>
                  <a:srgbClr val="FFFFFF"/>
                </a:solidFill>
              </a:defRPr>
            </a:lvl1pPr>
            <a:lvl2pPr algn="l">
              <a:buNone/>
              <a:defRPr sz="3750" b="1">
                <a:solidFill>
                  <a:srgbClr val="FFFFFF"/>
                </a:solidFill>
              </a:defRPr>
            </a:lvl2pPr>
            <a:lvl3pPr algn="l">
              <a:buNone/>
              <a:defRPr sz="3750" b="1">
                <a:solidFill>
                  <a:srgbClr val="FFFFFF"/>
                </a:solidFill>
              </a:defRPr>
            </a:lvl3pPr>
            <a:lvl4pPr algn="l">
              <a:buNone/>
              <a:defRPr sz="3750" b="1">
                <a:solidFill>
                  <a:srgbClr val="FFFFFF"/>
                </a:solidFill>
              </a:defRPr>
            </a:lvl4pPr>
            <a:lvl5pPr algn="l">
              <a:buNone/>
              <a:defRPr sz="3750" b="1">
                <a:solidFill>
                  <a:srgbClr val="FFFFFF"/>
                </a:solidFill>
              </a:defRPr>
            </a:lvl5pPr>
            <a:lvl6pPr algn="l">
              <a:buNone/>
              <a:defRPr sz="3750" b="1">
                <a:solidFill>
                  <a:srgbClr val="FFFFFF"/>
                </a:solidFill>
              </a:defRPr>
            </a:lvl6pPr>
            <a:lvl7pPr algn="l">
              <a:buNone/>
              <a:defRPr sz="3750" b="1">
                <a:solidFill>
                  <a:srgbClr val="FFFFFF"/>
                </a:solidFill>
              </a:defRPr>
            </a:lvl7pPr>
            <a:lvl8pPr algn="l">
              <a:buNone/>
              <a:defRPr sz="3750" b="1">
                <a:solidFill>
                  <a:srgbClr val="FFFFFF"/>
                </a:solidFill>
              </a:defRPr>
            </a:lvl8pPr>
            <a:lvl9pPr algn="l">
              <a:buNone/>
              <a:defRPr sz="3750" b="1">
                <a:solidFill>
                  <a:srgbClr val="FFFFFF"/>
                </a:solidFill>
              </a:defRPr>
            </a:lvl9pPr>
          </a:lstStyle>
          <a:p xmlns:a="http://schemas.openxmlformats.org/drawingml/2006/main">
            <a:pPr algn="l">
              <a:buNone/>
              <a:defRPr sz="3750" b="1">
                <a:solidFill>
                  <a:srgbClr val="FFFFFF"/>
                </a:solidFill>
              </a:defRPr>
            </a:pPr>
            <a:r>
              <a:rPr sz="3750" b="1">
                <a:solidFill>
                  <a:srgbClr val="FFFFFF"/>
                </a:solidFill>
              </a:rPr>
              <a:t>Bring us your idea</a:t>
            </a:r>
          </a:p>
        </p:txBody>
      </p:sp>
      <p:sp>
        <p:nvSpPr>
          <p:cNvPr id="5" name="">
            <a:extLst xmlns:a="http://schemas.openxmlformats.org/drawingml/2006/main">
              <a:ext uri="{FF2B5EF4-FFF2-40B4-BE49-F238E27FC236}">
                <a16:creationId xmlns:a16="http://schemas.microsoft.com/office/drawing/2014/main" id="{BE0E36E1-5465-4CD0-8749-A5E0F0A81A7F}"/>
              </a:ext>
            </a:extLst>
          </p:cNvPr>
          <p:cNvSpPr>
            <a:spLocks xmlns:a="http://schemas.openxmlformats.org/drawingml/2006/main" noGrp="1"/>
          </p:cNvSpPr>
          <p:nvPr/>
        </p:nvSpPr>
        <p:spPr>
          <a:xfrm xmlns:a="http://schemas.openxmlformats.org/drawingml/2006/main">
            <a:off x="762000" y="1895475"/>
            <a:ext cx="10668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725" b="1">
                <a:solidFill>
                  <a:srgbClr val="B89B68"/>
                </a:solidFill>
              </a:defRPr>
            </a:defPPr>
            <a:lvl1pPr algn="l">
              <a:buNone/>
              <a:defRPr sz="1725" b="1">
                <a:solidFill>
                  <a:srgbClr val="B89B68"/>
                </a:solidFill>
              </a:defRPr>
            </a:lvl1pPr>
            <a:lvl2pPr algn="l">
              <a:buNone/>
              <a:defRPr sz="1725" b="1">
                <a:solidFill>
                  <a:srgbClr val="B89B68"/>
                </a:solidFill>
              </a:defRPr>
            </a:lvl2pPr>
            <a:lvl3pPr algn="l">
              <a:buNone/>
              <a:defRPr sz="1725" b="1">
                <a:solidFill>
                  <a:srgbClr val="B89B68"/>
                </a:solidFill>
              </a:defRPr>
            </a:lvl3pPr>
            <a:lvl4pPr algn="l">
              <a:buNone/>
              <a:defRPr sz="1725" b="1">
                <a:solidFill>
                  <a:srgbClr val="B89B68"/>
                </a:solidFill>
              </a:defRPr>
            </a:lvl4pPr>
            <a:lvl5pPr algn="l">
              <a:buNone/>
              <a:defRPr sz="1725" b="1">
                <a:solidFill>
                  <a:srgbClr val="B89B68"/>
                </a:solidFill>
              </a:defRPr>
            </a:lvl5pPr>
            <a:lvl6pPr algn="l">
              <a:buNone/>
              <a:defRPr sz="1725" b="1">
                <a:solidFill>
                  <a:srgbClr val="B89B68"/>
                </a:solidFill>
              </a:defRPr>
            </a:lvl6pPr>
            <a:lvl7pPr algn="l">
              <a:buNone/>
              <a:defRPr sz="1725" b="1">
                <a:solidFill>
                  <a:srgbClr val="B89B68"/>
                </a:solidFill>
              </a:defRPr>
            </a:lvl7pPr>
            <a:lvl8pPr algn="l">
              <a:buNone/>
              <a:defRPr sz="1725" b="1">
                <a:solidFill>
                  <a:srgbClr val="B89B68"/>
                </a:solidFill>
              </a:defRPr>
            </a:lvl8pPr>
            <a:lvl9pPr algn="l">
              <a:buNone/>
              <a:defRPr sz="1725" b="1">
                <a:solidFill>
                  <a:srgbClr val="B89B68"/>
                </a:solidFill>
              </a:defRPr>
            </a:lvl9pPr>
          </a:lstStyle>
          <a:p xmlns:a="http://schemas.openxmlformats.org/drawingml/2006/main">
            <a:pPr algn="l">
              <a:buNone/>
              <a:defRPr sz="1725" b="1">
                <a:solidFill>
                  <a:srgbClr val="B89B68"/>
                </a:solidFill>
              </a:defRPr>
            </a:pPr>
            <a:r>
              <a:rPr sz="1725" b="1">
                <a:solidFill>
                  <a:srgbClr val="B89B68"/>
                </a:solidFill>
              </a:rPr>
              <a:t>BEYOND THE ROLES YOU’VE SEEN</a:t>
            </a:r>
          </a:p>
        </p:txBody>
      </p:sp>
      <p:sp>
        <p:nvSpPr>
          <p:cNvPr id="6" name="">
            <a:extLst xmlns:a="http://schemas.openxmlformats.org/drawingml/2006/main">
              <a:ext uri="{FF2B5EF4-FFF2-40B4-BE49-F238E27FC236}">
                <a16:creationId xmlns:a16="http://schemas.microsoft.com/office/drawing/2014/main" id="{8BCF010B-6530-44E4-B0CD-570273B723CE}"/>
              </a:ext>
            </a:extLst>
          </p:cNvPr>
          <p:cNvSpPr>
            <a:spLocks xmlns:a="http://schemas.openxmlformats.org/drawingml/2006/main" noGrp="1"/>
          </p:cNvSpPr>
          <p:nvPr/>
        </p:nvSpPr>
        <p:spPr>
          <a:xfrm xmlns:a="http://schemas.openxmlformats.org/drawingml/2006/main">
            <a:off x="762000" y="2590800"/>
            <a:ext cx="10668000" cy="866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200" b="1">
                <a:solidFill>
                  <a:srgbClr val="FFFFFF"/>
                </a:solidFill>
              </a:defRPr>
            </a:defPPr>
            <a:lvl1pPr algn="l">
              <a:buNone/>
              <a:defRPr sz="4200" b="1">
                <a:solidFill>
                  <a:srgbClr val="FFFFFF"/>
                </a:solidFill>
              </a:defRPr>
            </a:lvl1pPr>
            <a:lvl2pPr algn="l">
              <a:buNone/>
              <a:defRPr sz="4200" b="1">
                <a:solidFill>
                  <a:srgbClr val="FFFFFF"/>
                </a:solidFill>
              </a:defRPr>
            </a:lvl2pPr>
            <a:lvl3pPr algn="l">
              <a:buNone/>
              <a:defRPr sz="4200" b="1">
                <a:solidFill>
                  <a:srgbClr val="FFFFFF"/>
                </a:solidFill>
              </a:defRPr>
            </a:lvl3pPr>
            <a:lvl4pPr algn="l">
              <a:buNone/>
              <a:defRPr sz="4200" b="1">
                <a:solidFill>
                  <a:srgbClr val="FFFFFF"/>
                </a:solidFill>
              </a:defRPr>
            </a:lvl4pPr>
            <a:lvl5pPr algn="l">
              <a:buNone/>
              <a:defRPr sz="4200" b="1">
                <a:solidFill>
                  <a:srgbClr val="FFFFFF"/>
                </a:solidFill>
              </a:defRPr>
            </a:lvl5pPr>
            <a:lvl6pPr algn="l">
              <a:buNone/>
              <a:defRPr sz="4200" b="1">
                <a:solidFill>
                  <a:srgbClr val="FFFFFF"/>
                </a:solidFill>
              </a:defRPr>
            </a:lvl6pPr>
            <a:lvl7pPr algn="l">
              <a:buNone/>
              <a:defRPr sz="4200" b="1">
                <a:solidFill>
                  <a:srgbClr val="FFFFFF"/>
                </a:solidFill>
              </a:defRPr>
            </a:lvl7pPr>
            <a:lvl8pPr algn="l">
              <a:buNone/>
              <a:defRPr sz="4200" b="1">
                <a:solidFill>
                  <a:srgbClr val="FFFFFF"/>
                </a:solidFill>
              </a:defRPr>
            </a:lvl8pPr>
            <a:lvl9pPr algn="l">
              <a:buNone/>
              <a:defRPr sz="4200" b="1">
                <a:solidFill>
                  <a:srgbClr val="FFFFFF"/>
                </a:solidFill>
              </a:defRPr>
            </a:lvl9pPr>
          </a:lstStyle>
          <a:p xmlns:a="http://schemas.openxmlformats.org/drawingml/2006/main">
            <a:pPr algn="l">
              <a:buNone/>
              <a:defRPr sz="4200" b="1">
                <a:solidFill>
                  <a:srgbClr val="FFFFFF"/>
                </a:solidFill>
              </a:defRPr>
            </a:pPr>
            <a:r>
              <a:rPr sz="4200" b="1">
                <a:solidFill>
                  <a:srgbClr val="FFFFFF"/>
                </a:solidFill>
              </a:rPr>
              <a:t>What do you want to pursue?</a:t>
            </a:r>
          </a:p>
        </p:txBody>
      </p:sp>
      <p:sp>
        <p:nvSpPr>
          <p:cNvPr id="7" name="">
            <a:extLst xmlns:a="http://schemas.openxmlformats.org/drawingml/2006/main">
              <a:ext uri="{FF2B5EF4-FFF2-40B4-BE49-F238E27FC236}">
                <a16:creationId xmlns:a16="http://schemas.microsoft.com/office/drawing/2014/main" id="{E9F47B79-DDEE-46EB-98D3-FAAB5A015F4B}"/>
              </a:ext>
            </a:extLst>
          </p:cNvPr>
          <p:cNvSpPr>
            <a:spLocks xmlns:a="http://schemas.openxmlformats.org/drawingml/2006/main" noGrp="1"/>
          </p:cNvSpPr>
          <p:nvPr/>
        </p:nvSpPr>
        <p:spPr>
          <a:xfrm xmlns:a="http://schemas.openxmlformats.org/drawingml/2006/main">
            <a:off x="762000" y="3743325"/>
            <a:ext cx="10668000"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CE308AD-66F5-493E-AD04-7700F42A7EEB}"/>
              </a:ext>
            </a:extLst>
          </p:cNvPr>
          <p:cNvSpPr>
            <a:spLocks xmlns:a="http://schemas.openxmlformats.org/drawingml/2006/main" noGrp="1"/>
          </p:cNvSpPr>
          <p:nvPr/>
        </p:nvSpPr>
        <p:spPr>
          <a:xfrm xmlns:a="http://schemas.openxmlformats.org/drawingml/2006/main">
            <a:off x="762000" y="4219575"/>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475" b="0">
                <a:solidFill>
                  <a:srgbClr val="D7D3CC"/>
                </a:solidFill>
              </a:defRPr>
            </a:defPPr>
            <a:lvl1pPr algn="l">
              <a:buNone/>
              <a:defRPr sz="2475" b="0">
                <a:solidFill>
                  <a:srgbClr val="D7D3CC"/>
                </a:solidFill>
              </a:defRPr>
            </a:lvl1pPr>
            <a:lvl2pPr algn="l">
              <a:buNone/>
              <a:defRPr sz="2475" b="0">
                <a:solidFill>
                  <a:srgbClr val="D7D3CC"/>
                </a:solidFill>
              </a:defRPr>
            </a:lvl2pPr>
            <a:lvl3pPr algn="l">
              <a:buNone/>
              <a:defRPr sz="2475" b="0">
                <a:solidFill>
                  <a:srgbClr val="D7D3CC"/>
                </a:solidFill>
              </a:defRPr>
            </a:lvl3pPr>
            <a:lvl4pPr algn="l">
              <a:buNone/>
              <a:defRPr sz="2475" b="0">
                <a:solidFill>
                  <a:srgbClr val="D7D3CC"/>
                </a:solidFill>
              </a:defRPr>
            </a:lvl4pPr>
            <a:lvl5pPr algn="l">
              <a:buNone/>
              <a:defRPr sz="2475" b="0">
                <a:solidFill>
                  <a:srgbClr val="D7D3CC"/>
                </a:solidFill>
              </a:defRPr>
            </a:lvl5pPr>
            <a:lvl6pPr algn="l">
              <a:buNone/>
              <a:defRPr sz="2475" b="0">
                <a:solidFill>
                  <a:srgbClr val="D7D3CC"/>
                </a:solidFill>
              </a:defRPr>
            </a:lvl6pPr>
            <a:lvl7pPr algn="l">
              <a:buNone/>
              <a:defRPr sz="2475" b="0">
                <a:solidFill>
                  <a:srgbClr val="D7D3CC"/>
                </a:solidFill>
              </a:defRPr>
            </a:lvl7pPr>
            <a:lvl8pPr algn="l">
              <a:buNone/>
              <a:defRPr sz="2475" b="0">
                <a:solidFill>
                  <a:srgbClr val="D7D3CC"/>
                </a:solidFill>
              </a:defRPr>
            </a:lvl8pPr>
            <a:lvl9pPr algn="l">
              <a:buNone/>
              <a:defRPr sz="2475" b="0">
                <a:solidFill>
                  <a:srgbClr val="D7D3CC"/>
                </a:solidFill>
              </a:defRPr>
            </a:lvl9pPr>
          </a:lstStyle>
          <a:p xmlns:a="http://schemas.openxmlformats.org/drawingml/2006/main">
            <a:pPr algn="l">
              <a:buNone/>
              <a:defRPr sz="2475" b="0">
                <a:solidFill>
                  <a:srgbClr val="D7D3CC"/>
                </a:solidFill>
              </a:defRPr>
            </a:pPr>
            <a:r>
              <a:rPr sz="2475" b="0">
                <a:solidFill>
                  <a:srgbClr val="D7D3CC"/>
                </a:solidFill>
              </a:rPr>
              <a:t>If there’s a fit, let’s explore it together.</a:t>
            </a:r>
          </a:p>
        </p:txBody>
      </p:sp>
      <p:sp>
        <p:nvSpPr>
          <p:cNvPr id="9" name="">
            <a:extLst xmlns:a="http://schemas.openxmlformats.org/drawingml/2006/main">
              <a:ext uri="{FF2B5EF4-FFF2-40B4-BE49-F238E27FC236}">
                <a16:creationId xmlns:a16="http://schemas.microsoft.com/office/drawing/2014/main" id="{5DC12E1D-48FD-4BB6-96D1-A472A347531E}"/>
              </a:ext>
            </a:extLst>
          </p:cNvPr>
          <p:cNvSpPr>
            <a:spLocks xmlns:a="http://schemas.openxmlformats.org/drawingml/2006/main" noGrp="1"/>
          </p:cNvSpPr>
          <p:nvPr/>
        </p:nvSpPr>
        <p:spPr>
          <a:xfrm xmlns:a="http://schemas.openxmlformats.org/drawingml/2006/main">
            <a:off x="762000" y="5219700"/>
            <a:ext cx="10668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550" b="1">
                <a:solidFill>
                  <a:srgbClr val="B89B68"/>
                </a:solidFill>
              </a:defRPr>
            </a:defPPr>
            <a:lvl1pPr algn="l">
              <a:buNone/>
              <a:defRPr sz="2550" b="1">
                <a:solidFill>
                  <a:srgbClr val="B89B68"/>
                </a:solidFill>
              </a:defRPr>
            </a:lvl1pPr>
            <a:lvl2pPr algn="l">
              <a:buNone/>
              <a:defRPr sz="2550" b="1">
                <a:solidFill>
                  <a:srgbClr val="B89B68"/>
                </a:solidFill>
              </a:defRPr>
            </a:lvl2pPr>
            <a:lvl3pPr algn="l">
              <a:buNone/>
              <a:defRPr sz="2550" b="1">
                <a:solidFill>
                  <a:srgbClr val="B89B68"/>
                </a:solidFill>
              </a:defRPr>
            </a:lvl3pPr>
            <a:lvl4pPr algn="l">
              <a:buNone/>
              <a:defRPr sz="2550" b="1">
                <a:solidFill>
                  <a:srgbClr val="B89B68"/>
                </a:solidFill>
              </a:defRPr>
            </a:lvl4pPr>
            <a:lvl5pPr algn="l">
              <a:buNone/>
              <a:defRPr sz="2550" b="1">
                <a:solidFill>
                  <a:srgbClr val="B89B68"/>
                </a:solidFill>
              </a:defRPr>
            </a:lvl5pPr>
            <a:lvl6pPr algn="l">
              <a:buNone/>
              <a:defRPr sz="2550" b="1">
                <a:solidFill>
                  <a:srgbClr val="B89B68"/>
                </a:solidFill>
              </a:defRPr>
            </a:lvl6pPr>
            <a:lvl7pPr algn="l">
              <a:buNone/>
              <a:defRPr sz="2550" b="1">
                <a:solidFill>
                  <a:srgbClr val="B89B68"/>
                </a:solidFill>
              </a:defRPr>
            </a:lvl7pPr>
            <a:lvl8pPr algn="l">
              <a:buNone/>
              <a:defRPr sz="2550" b="1">
                <a:solidFill>
                  <a:srgbClr val="B89B68"/>
                </a:solidFill>
              </a:defRPr>
            </a:lvl8pPr>
            <a:lvl9pPr algn="l">
              <a:buNone/>
              <a:defRPr sz="2550" b="1">
                <a:solidFill>
                  <a:srgbClr val="B89B68"/>
                </a:solidFill>
              </a:defRPr>
            </a:lvl9pPr>
          </a:lstStyle>
          <a:p xmlns:a="http://schemas.openxmlformats.org/drawingml/2006/main">
            <a:pPr algn="l">
              <a:buNone/>
              <a:defRPr sz="2550" b="1">
                <a:solidFill>
                  <a:srgbClr val="B89B68"/>
                </a:solidFill>
              </a:defRPr>
            </a:pPr>
            <a:r>
              <a:rPr sz="2550" b="1">
                <a:solidFill>
                  <a:srgbClr val="B89B68"/>
                </a:solidFill>
              </a:rPr>
              <a:t>We could even become your first customer.</a:t>
            </a:r>
          </a:p>
        </p:txBody>
      </p:sp>
    </p:spTree>
    <p:extLst>
      <p:ext uri="{BB962C8B-B14F-4D97-AF65-F5344CB8AC3E}">
        <p14:creationId xmlns:p14="http://schemas.microsoft.com/office/powerpoint/2010/main" val="1919598051"/>
      </p:ext>
    </p:extLst>
  </p:cSld>
</p:sld>
</file>

<file path=ppt/slides/slide10.xml><?xml version="1.0" encoding="utf-8"?>
<p:sld xmlns:p="http://schemas.openxmlformats.org/presentationml/2006/main">
  <p:cSld>
    <p:bg>
      <p:bgPr>
        <a:solidFill xmlns:a="http://schemas.openxmlformats.org/drawingml/2006/main">
          <a:srgbClr val="231F20"/>
        </a:solidFill>
      </p:bgPr>
    </p:bg>
    <p:spTree>
      <p:nvGrpSpPr>
        <p:cNvPr id="1" name=""/>
        <p:cNvGrpSpPr/>
        <p:nvPr/>
      </p:nvGrpSpPr>
      <p:grpSpPr>
        <a:xfrm xmlns:a="http://schemas.openxmlformats.org/drawingml/2006/main"/>
      </p:grpSpPr>
      <p:pic>
        <p:nvPicPr>
          <p:cNvPr id="3" name="">
            <a:extLst xmlns:a="http://schemas.openxmlformats.org/drawingml/2006/main">
              <a:ext uri="{FF2B5EF4-FFF2-40B4-BE49-F238E27FC236}">
                <a16:creationId xmlns:a16="http://schemas.microsoft.com/office/drawing/2014/main" id="{3A7C3DCF-42B3-4A82-B664-AC415410E601}"/>
              </a:ext>
            </a:extLst>
          </p:cNvPr>
          <p:cNvPicPr>
            <a:picLocks xmlns:a="http://schemas.openxmlformats.org/drawingml/2006/main" noChangeAspect="1"/>
          </p:cNvPicPr>
          <p:nvPr/>
        </p:nvPicPr>
        <p:blipFill>
          <a:blip xmlns:r="http://schemas.openxmlformats.org/officeDocument/2006/relationships" xmlns:a="http://schemas.openxmlformats.org/drawingml/2006/main" r:embed="R024061993de54301"/>
          <a:stretch xmlns:a="http://schemas.openxmlformats.org/drawingml/2006/main"/>
        </p:blipFill>
        <p:spPr>
          <a:xfrm xmlns:a="http://schemas.openxmlformats.org/drawingml/2006/main">
            <a:off x="817033" y="6515100"/>
            <a:ext cx="918633" cy="295275"/>
          </a:xfrm>
          <a:prstGeom xmlns:a="http://schemas.openxmlformats.org/drawingml/2006/main" prst="rect">
            <a:avLst/>
          </a:prstGeom>
        </p:spPr>
      </p:pic>
      <p:pic>
        <p:nvPicPr>
          <p:cNvPr id="16" name="">
            <a:extLst xmlns:a="http://schemas.openxmlformats.org/drawingml/2006/main">
              <a:ext uri="{FF2B5EF4-FFF2-40B4-BE49-F238E27FC236}">
                <a16:creationId xmlns:a16="http://schemas.microsoft.com/office/drawing/2014/main" id="{00A30058-B682-4C71-A4C5-98F624D2D354}"/>
              </a:ext>
            </a:extLst>
          </p:cNvPr>
          <p:cNvPicPr>
            <a:picLocks xmlns:a="http://schemas.openxmlformats.org/drawingml/2006/main" noChangeAspect="1"/>
          </p:cNvPicPr>
          <p:nvPr/>
        </p:nvPicPr>
        <p:blipFill>
          <a:blip xmlns:r="http://schemas.openxmlformats.org/officeDocument/2006/relationships" xmlns:a="http://schemas.openxmlformats.org/drawingml/2006/main" r:embed="Rbc97134d1c9548f8"/>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
        <p:nvSpPr>
          <p:cNvPr id="17" name="">
            <a:extLst xmlns:a="http://schemas.openxmlformats.org/drawingml/2006/main">
              <a:ext uri="{FF2B5EF4-FFF2-40B4-BE49-F238E27FC236}">
                <a16:creationId xmlns:a16="http://schemas.microsoft.com/office/drawing/2014/main" id="{507C87FD-7CE1-42AE-BE28-6924B2D1F0B8}"/>
              </a:ext>
            </a:extLst>
          </p:cNvPr>
          <p:cNvSpPr>
            <a:spLocks xmlns:a="http://schemas.openxmlformats.org/drawingml/2006/main" noGrp="1"/>
          </p:cNvSpPr>
          <p:nvPr/>
        </p:nvSpPr>
        <p:spPr>
          <a:xfrm xmlns:a="http://schemas.openxmlformats.org/drawingml/2006/main">
            <a:off x="0" y="6477000"/>
            <a:ext cx="12192000" cy="381000"/>
          </a:xfrm>
          <a:prstGeom xmlns:a="http://schemas.openxmlformats.org/drawingml/2006/main" prst="rect">
            <a:avLst/>
          </a:prstGeom>
          <a:solidFill xmlns:a="http://schemas.openxmlformats.org/drawingml/2006/main">
            <a:srgbClr val="231F2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0A31E03-671A-4B28-9DD1-DBB60193B5AA}"/>
              </a:ext>
            </a:extLst>
          </p:cNvPr>
          <p:cNvSpPr>
            <a:spLocks xmlns:a="http://schemas.openxmlformats.org/drawingml/2006/main" noGrp="1"/>
          </p:cNvSpPr>
          <p:nvPr/>
        </p:nvSpPr>
        <p:spPr>
          <a:xfrm xmlns:a="http://schemas.openxmlformats.org/drawingml/2006/main">
            <a:off x="11334750" y="65341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0">
                <a:solidFill>
                  <a:srgbClr val="FFFFFF"/>
                </a:solidFill>
              </a:defRPr>
            </a:defPPr>
            <a:lvl1pPr algn="l">
              <a:buNone/>
              <a:defRPr sz="1125" b="0">
                <a:solidFill>
                  <a:srgbClr val="FFFFFF"/>
                </a:solidFill>
              </a:defRPr>
            </a:lvl1pPr>
            <a:lvl2pPr algn="l">
              <a:buNone/>
              <a:defRPr sz="1125" b="0">
                <a:solidFill>
                  <a:srgbClr val="FFFFFF"/>
                </a:solidFill>
              </a:defRPr>
            </a:lvl2pPr>
            <a:lvl3pPr algn="l">
              <a:buNone/>
              <a:defRPr sz="1125" b="0">
                <a:solidFill>
                  <a:srgbClr val="FFFFFF"/>
                </a:solidFill>
              </a:defRPr>
            </a:lvl3pPr>
            <a:lvl4pPr algn="l">
              <a:buNone/>
              <a:defRPr sz="1125" b="0">
                <a:solidFill>
                  <a:srgbClr val="FFFFFF"/>
                </a:solidFill>
              </a:defRPr>
            </a:lvl4pPr>
            <a:lvl5pPr algn="l">
              <a:buNone/>
              <a:defRPr sz="1125" b="0">
                <a:solidFill>
                  <a:srgbClr val="FFFFFF"/>
                </a:solidFill>
              </a:defRPr>
            </a:lvl5pPr>
            <a:lvl6pPr algn="l">
              <a:buNone/>
              <a:defRPr sz="1125" b="0">
                <a:solidFill>
                  <a:srgbClr val="FFFFFF"/>
                </a:solidFill>
              </a:defRPr>
            </a:lvl6pPr>
            <a:lvl7pPr algn="l">
              <a:buNone/>
              <a:defRPr sz="1125" b="0">
                <a:solidFill>
                  <a:srgbClr val="FFFFFF"/>
                </a:solidFill>
              </a:defRPr>
            </a:lvl7pPr>
            <a:lvl8pPr algn="l">
              <a:buNone/>
              <a:defRPr sz="1125" b="0">
                <a:solidFill>
                  <a:srgbClr val="FFFFFF"/>
                </a:solidFill>
              </a:defRPr>
            </a:lvl8pPr>
            <a:lvl9pPr algn="l">
              <a:buNone/>
              <a:defRPr sz="1125" b="0">
                <a:solidFill>
                  <a:srgbClr val="FFFFFF"/>
                </a:solidFill>
              </a:defRPr>
            </a:lvl9pPr>
          </a:lstStyle>
          <a:p xmlns:a="http://schemas.openxmlformats.org/drawingml/2006/main">
            <a:pPr algn="l">
              <a:buNone/>
              <a:defRPr sz="1125" b="0">
                <a:solidFill>
                  <a:srgbClr val="FFFFFF"/>
                </a:solidFill>
              </a:defRPr>
            </a:pPr>
            <a:r>
              <a:rPr sz="1125" b="0">
                <a:solidFill>
                  <a:srgbClr val="FFFFFF"/>
                </a:solidFill>
              </a:rPr>
              <a:t>10</a:t>
            </a:r>
          </a:p>
        </p:txBody>
      </p:sp>
      <p:sp>
        <p:nvSpPr>
          <p:cNvPr id="19" name="">
            <a:extLst xmlns:a="http://schemas.openxmlformats.org/drawingml/2006/main">
              <a:ext uri="{FF2B5EF4-FFF2-40B4-BE49-F238E27FC236}">
                <a16:creationId xmlns:a16="http://schemas.microsoft.com/office/drawing/2014/main" id="{ADE316D5-7B33-45C7-9B42-D6AF34214426}"/>
              </a:ext>
            </a:extLst>
          </p:cNvPr>
          <p:cNvSpPr>
            <a:spLocks xmlns:a="http://schemas.openxmlformats.org/drawingml/2006/main" noGrp="1"/>
          </p:cNvSpPr>
          <p:nvPr/>
        </p:nvSpPr>
        <p:spPr>
          <a:xfrm xmlns:a="http://schemas.openxmlformats.org/drawingml/2006/main">
            <a:off x="685800" y="590550"/>
            <a:ext cx="10820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750" b="1">
                <a:solidFill>
                  <a:srgbClr val="FFFFFF"/>
                </a:solidFill>
              </a:defRPr>
            </a:defPPr>
            <a:lvl1pPr algn="l">
              <a:buNone/>
              <a:defRPr sz="3750" b="1">
                <a:solidFill>
                  <a:srgbClr val="FFFFFF"/>
                </a:solidFill>
              </a:defRPr>
            </a:lvl1pPr>
            <a:lvl2pPr algn="l">
              <a:buNone/>
              <a:defRPr sz="3750" b="1">
                <a:solidFill>
                  <a:srgbClr val="FFFFFF"/>
                </a:solidFill>
              </a:defRPr>
            </a:lvl2pPr>
            <a:lvl3pPr algn="l">
              <a:buNone/>
              <a:defRPr sz="3750" b="1">
                <a:solidFill>
                  <a:srgbClr val="FFFFFF"/>
                </a:solidFill>
              </a:defRPr>
            </a:lvl3pPr>
            <a:lvl4pPr algn="l">
              <a:buNone/>
              <a:defRPr sz="3750" b="1">
                <a:solidFill>
                  <a:srgbClr val="FFFFFF"/>
                </a:solidFill>
              </a:defRPr>
            </a:lvl4pPr>
            <a:lvl5pPr algn="l">
              <a:buNone/>
              <a:defRPr sz="3750" b="1">
                <a:solidFill>
                  <a:srgbClr val="FFFFFF"/>
                </a:solidFill>
              </a:defRPr>
            </a:lvl5pPr>
            <a:lvl6pPr algn="l">
              <a:buNone/>
              <a:defRPr sz="3750" b="1">
                <a:solidFill>
                  <a:srgbClr val="FFFFFF"/>
                </a:solidFill>
              </a:defRPr>
            </a:lvl6pPr>
            <a:lvl7pPr algn="l">
              <a:buNone/>
              <a:defRPr sz="3750" b="1">
                <a:solidFill>
                  <a:srgbClr val="FFFFFF"/>
                </a:solidFill>
              </a:defRPr>
            </a:lvl7pPr>
            <a:lvl8pPr algn="l">
              <a:buNone/>
              <a:defRPr sz="3750" b="1">
                <a:solidFill>
                  <a:srgbClr val="FFFFFF"/>
                </a:solidFill>
              </a:defRPr>
            </a:lvl8pPr>
            <a:lvl9pPr algn="l">
              <a:buNone/>
              <a:defRPr sz="3750" b="1">
                <a:solidFill>
                  <a:srgbClr val="FFFFFF"/>
                </a:solidFill>
              </a:defRPr>
            </a:lvl9pPr>
          </a:lstStyle>
          <a:p xmlns:a="http://schemas.openxmlformats.org/drawingml/2006/main">
            <a:pPr algn="l">
              <a:buNone/>
              <a:defRPr sz="3750" b="1">
                <a:solidFill>
                  <a:srgbClr val="FFFFFF"/>
                </a:solidFill>
              </a:defRPr>
            </a:pPr>
            <a:r>
              <a:rPr sz="3750" b="1">
                <a:solidFill>
                  <a:srgbClr val="FFFFFF"/>
                </a:solidFill>
              </a:rPr>
              <a:t>Let’s connect</a:t>
            </a:r>
          </a:p>
        </p:txBody>
      </p:sp>
      <p:sp>
        <p:nvSpPr>
          <p:cNvPr id="20" name="">
            <a:extLst xmlns:a="http://schemas.openxmlformats.org/drawingml/2006/main">
              <a:ext uri="{FF2B5EF4-FFF2-40B4-BE49-F238E27FC236}">
                <a16:creationId xmlns:a16="http://schemas.microsoft.com/office/drawing/2014/main" id="{C3B2AC67-CB3C-4713-84BC-B785662B4534}"/>
              </a:ext>
            </a:extLst>
          </p:cNvPr>
          <p:cNvSpPr>
            <a:spLocks xmlns:a="http://schemas.openxmlformats.org/drawingml/2006/main" noGrp="1"/>
          </p:cNvSpPr>
          <p:nvPr/>
        </p:nvSpPr>
        <p:spPr>
          <a:xfrm xmlns:a="http://schemas.openxmlformats.org/drawingml/2006/main">
            <a:off x="762000" y="1914525"/>
            <a:ext cx="106680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275" b="1">
                <a:solidFill>
                  <a:srgbClr val="FFFFFF"/>
                </a:solidFill>
              </a:defRPr>
            </a:defPPr>
            <a:lvl1pPr algn="l">
              <a:buNone/>
              <a:defRPr sz="4275" b="1">
                <a:solidFill>
                  <a:srgbClr val="FFFFFF"/>
                </a:solidFill>
              </a:defRPr>
            </a:lvl1pPr>
            <a:lvl2pPr algn="l">
              <a:buNone/>
              <a:defRPr sz="4275" b="1">
                <a:solidFill>
                  <a:srgbClr val="FFFFFF"/>
                </a:solidFill>
              </a:defRPr>
            </a:lvl2pPr>
            <a:lvl3pPr algn="l">
              <a:buNone/>
              <a:defRPr sz="4275" b="1">
                <a:solidFill>
                  <a:srgbClr val="FFFFFF"/>
                </a:solidFill>
              </a:defRPr>
            </a:lvl3pPr>
            <a:lvl4pPr algn="l">
              <a:buNone/>
              <a:defRPr sz="4275" b="1">
                <a:solidFill>
                  <a:srgbClr val="FFFFFF"/>
                </a:solidFill>
              </a:defRPr>
            </a:lvl4pPr>
            <a:lvl5pPr algn="l">
              <a:buNone/>
              <a:defRPr sz="4275" b="1">
                <a:solidFill>
                  <a:srgbClr val="FFFFFF"/>
                </a:solidFill>
              </a:defRPr>
            </a:lvl5pPr>
            <a:lvl6pPr algn="l">
              <a:buNone/>
              <a:defRPr sz="4275" b="1">
                <a:solidFill>
                  <a:srgbClr val="FFFFFF"/>
                </a:solidFill>
              </a:defRPr>
            </a:lvl6pPr>
            <a:lvl7pPr algn="l">
              <a:buNone/>
              <a:defRPr sz="4275" b="1">
                <a:solidFill>
                  <a:srgbClr val="FFFFFF"/>
                </a:solidFill>
              </a:defRPr>
            </a:lvl7pPr>
            <a:lvl8pPr algn="l">
              <a:buNone/>
              <a:defRPr sz="4275" b="1">
                <a:solidFill>
                  <a:srgbClr val="FFFFFF"/>
                </a:solidFill>
              </a:defRPr>
            </a:lvl8pPr>
            <a:lvl9pPr algn="l">
              <a:buNone/>
              <a:defRPr sz="4275" b="1">
                <a:solidFill>
                  <a:srgbClr val="FFFFFF"/>
                </a:solidFill>
              </a:defRPr>
            </a:lvl9pPr>
          </a:lstStyle>
          <a:p xmlns:a="http://schemas.openxmlformats.org/drawingml/2006/main">
            <a:pPr algn="l">
              <a:buNone/>
              <a:defRPr sz="4275" b="1">
                <a:solidFill>
                  <a:srgbClr val="FFFFFF"/>
                </a:solidFill>
              </a:defRPr>
            </a:pPr>
            <a:r>
              <a:rPr sz="4275" b="1">
                <a:solidFill>
                  <a:srgbClr val="FFFFFF"/>
                </a:solidFill>
              </a:rPr>
              <a:t/>
            </a:r>
          </a:p>
        </p:txBody>
      </p:sp>
      <p:sp>
        <p:nvSpPr>
          <p:cNvPr id="21" name="">
            <a:extLst xmlns:a="http://schemas.openxmlformats.org/drawingml/2006/main">
              <a:ext uri="{FF2B5EF4-FFF2-40B4-BE49-F238E27FC236}">
                <a16:creationId xmlns:a16="http://schemas.microsoft.com/office/drawing/2014/main" id="{015A9DDD-BF86-4430-A032-42089584A93B}"/>
              </a:ext>
            </a:extLst>
          </p:cNvPr>
          <p:cNvSpPr>
            <a:spLocks xmlns:a="http://schemas.openxmlformats.org/drawingml/2006/main" noGrp="1"/>
          </p:cNvSpPr>
          <p:nvPr/>
        </p:nvSpPr>
        <p:spPr>
          <a:xfrm xmlns:a="http://schemas.openxmlformats.org/drawingml/2006/main">
            <a:off x="762000" y="3800475"/>
            <a:ext cx="10668000"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FF6202A-0862-4112-B3B4-7D0A221EF371}"/>
              </a:ext>
            </a:extLst>
          </p:cNvPr>
          <p:cNvSpPr>
            <a:spLocks xmlns:a="http://schemas.openxmlformats.org/drawingml/2006/main" noGrp="1"/>
          </p:cNvSpPr>
          <p:nvPr/>
        </p:nvSpPr>
        <p:spPr>
          <a:xfrm xmlns:a="http://schemas.openxmlformats.org/drawingml/2006/main">
            <a:off x="762000" y="4076700"/>
            <a:ext cx="60483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1">
                <a:solidFill>
                  <a:srgbClr val="B89B68"/>
                </a:solidFill>
              </a:defRPr>
            </a:defPPr>
            <a:lvl1pPr algn="l">
              <a:buNone/>
              <a:defRPr sz="1650" b="1">
                <a:solidFill>
                  <a:srgbClr val="B89B68"/>
                </a:solidFill>
              </a:defRPr>
            </a:lvl1pPr>
            <a:lvl2pPr algn="l">
              <a:buNone/>
              <a:defRPr sz="1650" b="1">
                <a:solidFill>
                  <a:srgbClr val="B89B68"/>
                </a:solidFill>
              </a:defRPr>
            </a:lvl2pPr>
            <a:lvl3pPr algn="l">
              <a:buNone/>
              <a:defRPr sz="1650" b="1">
                <a:solidFill>
                  <a:srgbClr val="B89B68"/>
                </a:solidFill>
              </a:defRPr>
            </a:lvl3pPr>
            <a:lvl4pPr algn="l">
              <a:buNone/>
              <a:defRPr sz="1650" b="1">
                <a:solidFill>
                  <a:srgbClr val="B89B68"/>
                </a:solidFill>
              </a:defRPr>
            </a:lvl4pPr>
            <a:lvl5pPr algn="l">
              <a:buNone/>
              <a:defRPr sz="1650" b="1">
                <a:solidFill>
                  <a:srgbClr val="B89B68"/>
                </a:solidFill>
              </a:defRPr>
            </a:lvl5pPr>
            <a:lvl6pPr algn="l">
              <a:buNone/>
              <a:defRPr sz="1650" b="1">
                <a:solidFill>
                  <a:srgbClr val="B89B68"/>
                </a:solidFill>
              </a:defRPr>
            </a:lvl6pPr>
            <a:lvl7pPr algn="l">
              <a:buNone/>
              <a:defRPr sz="1650" b="1">
                <a:solidFill>
                  <a:srgbClr val="B89B68"/>
                </a:solidFill>
              </a:defRPr>
            </a:lvl7pPr>
            <a:lvl8pPr algn="l">
              <a:buNone/>
              <a:defRPr sz="1650" b="1">
                <a:solidFill>
                  <a:srgbClr val="B89B68"/>
                </a:solidFill>
              </a:defRPr>
            </a:lvl8pPr>
            <a:lvl9pPr algn="l">
              <a:buNone/>
              <a:defRPr sz="1650" b="1">
                <a:solidFill>
                  <a:srgbClr val="B89B68"/>
                </a:solidFill>
              </a:defRPr>
            </a:lvl9pPr>
          </a:lstStyle>
          <a:p xmlns:a="http://schemas.openxmlformats.org/drawingml/2006/main">
            <a:pPr algn="l">
              <a:buNone/>
              <a:defRPr sz="1650" b="1">
                <a:solidFill>
                  <a:srgbClr val="B89B68"/>
                </a:solidFill>
              </a:defRPr>
            </a:pPr>
            <a:r>
              <a:rPr sz="1650" b="1">
                <a:solidFill>
                  <a:srgbClr val="B89B68"/>
                </a:solidFill>
              </a:rPr>
              <a:t>BRAD</a:t>
            </a:r>
          </a:p>
        </p:txBody>
      </p:sp>
      <p:sp>
        <p:nvSpPr>
          <p:cNvPr id="23" name="">
            <a:extLst xmlns:a="http://schemas.openxmlformats.org/drawingml/2006/main">
              <a:ext uri="{FF2B5EF4-FFF2-40B4-BE49-F238E27FC236}">
                <a16:creationId xmlns:a16="http://schemas.microsoft.com/office/drawing/2014/main" id="{6E7EB7A2-57F3-464B-BC16-63FC788DBC1F}"/>
              </a:ext>
            </a:extLst>
          </p:cNvPr>
          <p:cNvSpPr>
            <a:spLocks xmlns:a="http://schemas.openxmlformats.org/drawingml/2006/main" noGrp="1"/>
          </p:cNvSpPr>
          <p:nvPr/>
        </p:nvSpPr>
        <p:spPr>
          <a:xfrm xmlns:a="http://schemas.openxmlformats.org/drawingml/2006/main">
            <a:off x="762000" y="4400550"/>
            <a:ext cx="657225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625" b="1">
                <a:solidFill>
                  <a:srgbClr val="FFFFFF"/>
                </a:solidFill>
              </a:defRPr>
            </a:defPPr>
            <a:lvl1pPr algn="l">
              <a:buNone/>
              <a:defRPr sz="2625" b="1">
                <a:solidFill>
                  <a:srgbClr val="FFFFFF"/>
                </a:solidFill>
              </a:defRPr>
            </a:lvl1pPr>
            <a:lvl2pPr algn="l">
              <a:buNone/>
              <a:defRPr sz="2625" b="1">
                <a:solidFill>
                  <a:srgbClr val="FFFFFF"/>
                </a:solidFill>
              </a:defRPr>
            </a:lvl2pPr>
            <a:lvl3pPr algn="l">
              <a:buNone/>
              <a:defRPr sz="2625" b="1">
                <a:solidFill>
                  <a:srgbClr val="FFFFFF"/>
                </a:solidFill>
              </a:defRPr>
            </a:lvl3pPr>
            <a:lvl4pPr algn="l">
              <a:buNone/>
              <a:defRPr sz="2625" b="1">
                <a:solidFill>
                  <a:srgbClr val="FFFFFF"/>
                </a:solidFill>
              </a:defRPr>
            </a:lvl4pPr>
            <a:lvl5pPr algn="l">
              <a:buNone/>
              <a:defRPr sz="2625" b="1">
                <a:solidFill>
                  <a:srgbClr val="FFFFFF"/>
                </a:solidFill>
              </a:defRPr>
            </a:lvl5pPr>
            <a:lvl6pPr algn="l">
              <a:buNone/>
              <a:defRPr sz="2625" b="1">
                <a:solidFill>
                  <a:srgbClr val="FFFFFF"/>
                </a:solidFill>
              </a:defRPr>
            </a:lvl6pPr>
            <a:lvl7pPr algn="l">
              <a:buNone/>
              <a:defRPr sz="2625" b="1">
                <a:solidFill>
                  <a:srgbClr val="FFFFFF"/>
                </a:solidFill>
              </a:defRPr>
            </a:lvl7pPr>
            <a:lvl8pPr algn="l">
              <a:buNone/>
              <a:defRPr sz="2625" b="1">
                <a:solidFill>
                  <a:srgbClr val="FFFFFF"/>
                </a:solidFill>
              </a:defRPr>
            </a:lvl8pPr>
            <a:lvl9pPr algn="l">
              <a:buNone/>
              <a:defRPr sz="2625" b="1">
                <a:solidFill>
                  <a:srgbClr val="FFFFFF"/>
                </a:solidFill>
              </a:defRPr>
            </a:lvl9pPr>
          </a:lstStyle>
          <a:p xmlns:a="http://schemas.openxmlformats.org/drawingml/2006/main">
            <a:pPr algn="l">
              <a:buNone/>
              <a:defRPr sz="2625" b="1">
                <a:solidFill>
                  <a:srgbClr val="FFFFFF"/>
                </a:solidFill>
              </a:defRPr>
            </a:pPr>
            <a:r>
              <a:rPr sz="2625" b="1">
                <a:solidFill>
                  <a:srgbClr val="FFFFFF"/>
                </a:solidFill>
              </a:rPr>
              <a:t>bdaugherty@tkghunt.com</a:t>
            </a:r>
          </a:p>
        </p:txBody>
      </p:sp>
      <p:sp>
        <p:nvSpPr>
          <p:cNvPr id="24" name="">
            <a:extLst xmlns:a="http://schemas.openxmlformats.org/drawingml/2006/main">
              <a:ext uri="{FF2B5EF4-FFF2-40B4-BE49-F238E27FC236}">
                <a16:creationId xmlns:a16="http://schemas.microsoft.com/office/drawing/2014/main" id="{253FD5B6-8460-461B-9E61-63487238924F}"/>
              </a:ext>
            </a:extLst>
          </p:cNvPr>
          <p:cNvSpPr>
            <a:spLocks xmlns:a="http://schemas.openxmlformats.org/drawingml/2006/main" noGrp="1"/>
          </p:cNvSpPr>
          <p:nvPr/>
        </p:nvSpPr>
        <p:spPr>
          <a:xfrm xmlns:a="http://schemas.openxmlformats.org/drawingml/2006/main">
            <a:off x="762000" y="5153025"/>
            <a:ext cx="60483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1">
                <a:solidFill>
                  <a:srgbClr val="B89B68"/>
                </a:solidFill>
              </a:defRPr>
            </a:defPPr>
            <a:lvl1pPr algn="l">
              <a:buNone/>
              <a:defRPr sz="1650" b="1">
                <a:solidFill>
                  <a:srgbClr val="B89B68"/>
                </a:solidFill>
              </a:defRPr>
            </a:lvl1pPr>
            <a:lvl2pPr algn="l">
              <a:buNone/>
              <a:defRPr sz="1650" b="1">
                <a:solidFill>
                  <a:srgbClr val="B89B68"/>
                </a:solidFill>
              </a:defRPr>
            </a:lvl2pPr>
            <a:lvl3pPr algn="l">
              <a:buNone/>
              <a:defRPr sz="1650" b="1">
                <a:solidFill>
                  <a:srgbClr val="B89B68"/>
                </a:solidFill>
              </a:defRPr>
            </a:lvl3pPr>
            <a:lvl4pPr algn="l">
              <a:buNone/>
              <a:defRPr sz="1650" b="1">
                <a:solidFill>
                  <a:srgbClr val="B89B68"/>
                </a:solidFill>
              </a:defRPr>
            </a:lvl4pPr>
            <a:lvl5pPr algn="l">
              <a:buNone/>
              <a:defRPr sz="1650" b="1">
                <a:solidFill>
                  <a:srgbClr val="B89B68"/>
                </a:solidFill>
              </a:defRPr>
            </a:lvl5pPr>
            <a:lvl6pPr algn="l">
              <a:buNone/>
              <a:defRPr sz="1650" b="1">
                <a:solidFill>
                  <a:srgbClr val="B89B68"/>
                </a:solidFill>
              </a:defRPr>
            </a:lvl6pPr>
            <a:lvl7pPr algn="l">
              <a:buNone/>
              <a:defRPr sz="1650" b="1">
                <a:solidFill>
                  <a:srgbClr val="B89B68"/>
                </a:solidFill>
              </a:defRPr>
            </a:lvl7pPr>
            <a:lvl8pPr algn="l">
              <a:buNone/>
              <a:defRPr sz="1650" b="1">
                <a:solidFill>
                  <a:srgbClr val="B89B68"/>
                </a:solidFill>
              </a:defRPr>
            </a:lvl8pPr>
            <a:lvl9pPr algn="l">
              <a:buNone/>
              <a:defRPr sz="1650" b="1">
                <a:solidFill>
                  <a:srgbClr val="B89B68"/>
                </a:solidFill>
              </a:defRPr>
            </a:lvl9pPr>
          </a:lstStyle>
          <a:p xmlns:a="http://schemas.openxmlformats.org/drawingml/2006/main">
            <a:pPr algn="l">
              <a:buNone/>
              <a:defRPr sz="1650" b="1">
                <a:solidFill>
                  <a:srgbClr val="B89B68"/>
                </a:solidFill>
              </a:defRPr>
            </a:pPr>
            <a:r>
              <a:rPr sz="1650" b="1">
                <a:solidFill>
                  <a:srgbClr val="B89B68"/>
                </a:solidFill>
              </a:rPr>
              <a:t>CAREERS</a:t>
            </a:r>
          </a:p>
        </p:txBody>
      </p:sp>
      <p:sp>
        <p:nvSpPr>
          <p:cNvPr id="25" name="">
            <a:extLst xmlns:a="http://schemas.openxmlformats.org/drawingml/2006/main">
              <a:ext uri="{FF2B5EF4-FFF2-40B4-BE49-F238E27FC236}">
                <a16:creationId xmlns:a16="http://schemas.microsoft.com/office/drawing/2014/main" id="{4604021E-BC58-4EF9-8048-574E7058BA96}"/>
              </a:ext>
            </a:extLst>
          </p:cNvPr>
          <p:cNvSpPr>
            <a:spLocks xmlns:a="http://schemas.openxmlformats.org/drawingml/2006/main" noGrp="1"/>
          </p:cNvSpPr>
          <p:nvPr/>
        </p:nvSpPr>
        <p:spPr>
          <a:xfrm xmlns:a="http://schemas.openxmlformats.org/drawingml/2006/main">
            <a:off x="762000" y="5476875"/>
            <a:ext cx="6715125"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0">
                <a:solidFill>
                  <a:srgbClr val="FFFFFF"/>
                </a:solidFill>
              </a:defRPr>
            </a:defPPr>
            <a:lvl1pPr algn="l">
              <a:buNone/>
              <a:defRPr sz="2175" b="0">
                <a:solidFill>
                  <a:srgbClr val="FFFFFF"/>
                </a:solidFill>
              </a:defRPr>
            </a:lvl1pPr>
            <a:lvl2pPr algn="l">
              <a:buNone/>
              <a:defRPr sz="2175" b="0">
                <a:solidFill>
                  <a:srgbClr val="FFFFFF"/>
                </a:solidFill>
              </a:defRPr>
            </a:lvl2pPr>
            <a:lvl3pPr algn="l">
              <a:buNone/>
              <a:defRPr sz="2175" b="0">
                <a:solidFill>
                  <a:srgbClr val="FFFFFF"/>
                </a:solidFill>
              </a:defRPr>
            </a:lvl3pPr>
            <a:lvl4pPr algn="l">
              <a:buNone/>
              <a:defRPr sz="2175" b="0">
                <a:solidFill>
                  <a:srgbClr val="FFFFFF"/>
                </a:solidFill>
              </a:defRPr>
            </a:lvl4pPr>
            <a:lvl5pPr algn="l">
              <a:buNone/>
              <a:defRPr sz="2175" b="0">
                <a:solidFill>
                  <a:srgbClr val="FFFFFF"/>
                </a:solidFill>
              </a:defRPr>
            </a:lvl5pPr>
            <a:lvl6pPr algn="l">
              <a:buNone/>
              <a:defRPr sz="2175" b="0">
                <a:solidFill>
                  <a:srgbClr val="FFFFFF"/>
                </a:solidFill>
              </a:defRPr>
            </a:lvl6pPr>
            <a:lvl7pPr algn="l">
              <a:buNone/>
              <a:defRPr sz="2175" b="0">
                <a:solidFill>
                  <a:srgbClr val="FFFFFF"/>
                </a:solidFill>
              </a:defRPr>
            </a:lvl7pPr>
            <a:lvl8pPr algn="l">
              <a:buNone/>
              <a:defRPr sz="2175" b="0">
                <a:solidFill>
                  <a:srgbClr val="FFFFFF"/>
                </a:solidFill>
              </a:defRPr>
            </a:lvl8pPr>
            <a:lvl9pPr algn="l">
              <a:buNone/>
              <a:defRPr sz="2175" b="0">
                <a:solidFill>
                  <a:srgbClr val="FFFFFF"/>
                </a:solidFill>
              </a:defRPr>
            </a:lvl9pPr>
          </a:lstStyle>
          <a:p xmlns:a="http://schemas.openxmlformats.org/drawingml/2006/main">
            <a:pPr algn="l">
              <a:buNone/>
              <a:defRPr sz="2175" b="0">
                <a:solidFill>
                  <a:srgbClr val="FFFFFF"/>
                </a:solidFill>
              </a:defRPr>
            </a:pPr>
            <a:r>
              <a:rPr sz="2175" b="0">
                <a:solidFill>
                  <a:srgbClr val="FFFFFF"/>
                </a:solidFill>
              </a:rPr>
              <a:t>thekineticgroup.com/careers.html</a:t>
            </a:r>
          </a:p>
        </p:txBody>
      </p:sp>
      <p:sp>
        <p:nvSpPr>
          <p:cNvPr id="26" name="">
            <a:extLst xmlns:a="http://schemas.openxmlformats.org/drawingml/2006/main">
              <a:ext uri="{FF2B5EF4-FFF2-40B4-BE49-F238E27FC236}">
                <a16:creationId xmlns:a16="http://schemas.microsoft.com/office/drawing/2014/main" id="{A942469C-4372-4CA2-9C63-FC31461D39A2}"/>
              </a:ext>
            </a:extLst>
          </p:cNvPr>
          <p:cNvSpPr>
            <a:spLocks xmlns:a="http://schemas.openxmlformats.org/drawingml/2006/main" noGrp="1"/>
          </p:cNvSpPr>
          <p:nvPr/>
        </p:nvSpPr>
        <p:spPr>
          <a:xfrm xmlns:a="http://schemas.openxmlformats.org/drawingml/2006/main">
            <a:off x="7667625" y="4076700"/>
            <a:ext cx="3714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1">
                <a:solidFill>
                  <a:srgbClr val="B89B68"/>
                </a:solidFill>
              </a:defRPr>
            </a:defPPr>
            <a:lvl1pPr algn="l">
              <a:buNone/>
              <a:defRPr sz="1650" b="1">
                <a:solidFill>
                  <a:srgbClr val="B89B68"/>
                </a:solidFill>
              </a:defRPr>
            </a:lvl1pPr>
            <a:lvl2pPr algn="l">
              <a:buNone/>
              <a:defRPr sz="1650" b="1">
                <a:solidFill>
                  <a:srgbClr val="B89B68"/>
                </a:solidFill>
              </a:defRPr>
            </a:lvl2pPr>
            <a:lvl3pPr algn="l">
              <a:buNone/>
              <a:defRPr sz="1650" b="1">
                <a:solidFill>
                  <a:srgbClr val="B89B68"/>
                </a:solidFill>
              </a:defRPr>
            </a:lvl3pPr>
            <a:lvl4pPr algn="l">
              <a:buNone/>
              <a:defRPr sz="1650" b="1">
                <a:solidFill>
                  <a:srgbClr val="B89B68"/>
                </a:solidFill>
              </a:defRPr>
            </a:lvl4pPr>
            <a:lvl5pPr algn="l">
              <a:buNone/>
              <a:defRPr sz="1650" b="1">
                <a:solidFill>
                  <a:srgbClr val="B89B68"/>
                </a:solidFill>
              </a:defRPr>
            </a:lvl5pPr>
            <a:lvl6pPr algn="l">
              <a:buNone/>
              <a:defRPr sz="1650" b="1">
                <a:solidFill>
                  <a:srgbClr val="B89B68"/>
                </a:solidFill>
              </a:defRPr>
            </a:lvl6pPr>
            <a:lvl7pPr algn="l">
              <a:buNone/>
              <a:defRPr sz="1650" b="1">
                <a:solidFill>
                  <a:srgbClr val="B89B68"/>
                </a:solidFill>
              </a:defRPr>
            </a:lvl7pPr>
            <a:lvl8pPr algn="l">
              <a:buNone/>
              <a:defRPr sz="1650" b="1">
                <a:solidFill>
                  <a:srgbClr val="B89B68"/>
                </a:solidFill>
              </a:defRPr>
            </a:lvl8pPr>
            <a:lvl9pPr algn="l">
              <a:buNone/>
              <a:defRPr sz="1650" b="1">
                <a:solidFill>
                  <a:srgbClr val="B89B68"/>
                </a:solidFill>
              </a:defRPr>
            </a:lvl9pPr>
          </a:lstStyle>
          <a:p xmlns:a="http://schemas.openxmlformats.org/drawingml/2006/main">
            <a:pPr algn="l">
              <a:buNone/>
              <a:defRPr sz="1650" b="1">
                <a:solidFill>
                  <a:srgbClr val="B89B68"/>
                </a:solidFill>
              </a:defRPr>
            </a:pPr>
            <a:r>
              <a:rPr sz="1650" b="1">
                <a:solidFill>
                  <a:srgbClr val="B89B68"/>
                </a:solidFill>
              </a:rPr>
              <a:t>4FOUNDERS</a:t>
            </a:r>
          </a:p>
        </p:txBody>
      </p:sp>
      <p:sp>
        <p:nvSpPr>
          <p:cNvPr id="27" name="">
            <a:extLst xmlns:a="http://schemas.openxmlformats.org/drawingml/2006/main">
              <a:ext uri="{FF2B5EF4-FFF2-40B4-BE49-F238E27FC236}">
                <a16:creationId xmlns:a16="http://schemas.microsoft.com/office/drawing/2014/main" id="{E4B48B17-1633-4EBB-B73A-6B45B9CE4B01}"/>
              </a:ext>
            </a:extLst>
          </p:cNvPr>
          <p:cNvSpPr>
            <a:spLocks xmlns:a="http://schemas.openxmlformats.org/drawingml/2006/main" noGrp="1"/>
          </p:cNvSpPr>
          <p:nvPr/>
        </p:nvSpPr>
        <p:spPr>
          <a:xfrm xmlns:a="http://schemas.openxmlformats.org/drawingml/2006/main">
            <a:off x="7667625" y="4400550"/>
            <a:ext cx="371475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700" b="1">
                <a:solidFill>
                  <a:srgbClr val="FFFFFF"/>
                </a:solidFill>
              </a:defRPr>
            </a:defPPr>
            <a:lvl1pPr algn="l">
              <a:buNone/>
              <a:defRPr sz="2700" b="1">
                <a:solidFill>
                  <a:srgbClr val="FFFFFF"/>
                </a:solidFill>
              </a:defRPr>
            </a:lvl1pPr>
            <a:lvl2pPr algn="l">
              <a:buNone/>
              <a:defRPr sz="2700" b="1">
                <a:solidFill>
                  <a:srgbClr val="FFFFFF"/>
                </a:solidFill>
              </a:defRPr>
            </a:lvl2pPr>
            <a:lvl3pPr algn="l">
              <a:buNone/>
              <a:defRPr sz="2700" b="1">
                <a:solidFill>
                  <a:srgbClr val="FFFFFF"/>
                </a:solidFill>
              </a:defRPr>
            </a:lvl3pPr>
            <a:lvl4pPr algn="l">
              <a:buNone/>
              <a:defRPr sz="2700" b="1">
                <a:solidFill>
                  <a:srgbClr val="FFFFFF"/>
                </a:solidFill>
              </a:defRPr>
            </a:lvl4pPr>
            <a:lvl5pPr algn="l">
              <a:buNone/>
              <a:defRPr sz="2700" b="1">
                <a:solidFill>
                  <a:srgbClr val="FFFFFF"/>
                </a:solidFill>
              </a:defRPr>
            </a:lvl5pPr>
            <a:lvl6pPr algn="l">
              <a:buNone/>
              <a:defRPr sz="2700" b="1">
                <a:solidFill>
                  <a:srgbClr val="FFFFFF"/>
                </a:solidFill>
              </a:defRPr>
            </a:lvl6pPr>
            <a:lvl7pPr algn="l">
              <a:buNone/>
              <a:defRPr sz="2700" b="1">
                <a:solidFill>
                  <a:srgbClr val="FFFFFF"/>
                </a:solidFill>
              </a:defRPr>
            </a:lvl7pPr>
            <a:lvl8pPr algn="l">
              <a:buNone/>
              <a:defRPr sz="2700" b="1">
                <a:solidFill>
                  <a:srgbClr val="FFFFFF"/>
                </a:solidFill>
              </a:defRPr>
            </a:lvl8pPr>
            <a:lvl9pPr algn="l">
              <a:buNone/>
              <a:defRPr sz="2700" b="1">
                <a:solidFill>
                  <a:srgbClr val="FFFFFF"/>
                </a:solidFill>
              </a:defRPr>
            </a:lvl9pPr>
          </a:lstStyle>
          <a:p xmlns:a="http://schemas.openxmlformats.org/drawingml/2006/main">
            <a:pPr algn="l">
              <a:buNone/>
              <a:defRPr sz="2700" b="1">
                <a:solidFill>
                  <a:srgbClr val="FFFFFF"/>
                </a:solidFill>
              </a:defRPr>
            </a:pPr>
            <a:r>
              <a:rPr sz="2700" b="1">
                <a:solidFill>
                  <a:srgbClr val="FFFFFF"/>
                </a:solidFill>
              </a:rPr>
              <a:t>4founders.dev</a:t>
            </a:r>
          </a:p>
        </p:txBody>
      </p:sp>
      <p:sp>
        <p:nvSpPr>
          <p:cNvPr id="28" name="">
            <a:extLst xmlns:a="http://schemas.openxmlformats.org/drawingml/2006/main">
              <a:ext uri="{FF2B5EF4-FFF2-40B4-BE49-F238E27FC236}">
                <a16:creationId xmlns:a16="http://schemas.microsoft.com/office/drawing/2014/main" id="{45968E78-20E0-4B2B-8042-D68405F1CFDB}"/>
              </a:ext>
            </a:extLst>
          </p:cNvPr>
          <p:cNvSpPr>
            <a:spLocks xmlns:a="http://schemas.openxmlformats.org/drawingml/2006/main" noGrp="1"/>
          </p:cNvSpPr>
          <p:nvPr/>
        </p:nvSpPr>
        <p:spPr>
          <a:xfrm xmlns:a="http://schemas.openxmlformats.org/drawingml/2006/main">
            <a:off x="7667625" y="4914900"/>
            <a:ext cx="3714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a:solidFill>
                  <a:srgbClr val="D7D3CC"/>
                </a:solidFill>
              </a:defRPr>
            </a:defPPr>
            <a:lvl1pPr algn="l">
              <a:buNone/>
              <a:defRPr sz="1650" b="0">
                <a:solidFill>
                  <a:srgbClr val="D7D3CC"/>
                </a:solidFill>
              </a:defRPr>
            </a:lvl1pPr>
            <a:lvl2pPr algn="l">
              <a:buNone/>
              <a:defRPr sz="1650" b="0">
                <a:solidFill>
                  <a:srgbClr val="D7D3CC"/>
                </a:solidFill>
              </a:defRPr>
            </a:lvl2pPr>
            <a:lvl3pPr algn="l">
              <a:buNone/>
              <a:defRPr sz="1650" b="0">
                <a:solidFill>
                  <a:srgbClr val="D7D3CC"/>
                </a:solidFill>
              </a:defRPr>
            </a:lvl3pPr>
            <a:lvl4pPr algn="l">
              <a:buNone/>
              <a:defRPr sz="1650" b="0">
                <a:solidFill>
                  <a:srgbClr val="D7D3CC"/>
                </a:solidFill>
              </a:defRPr>
            </a:lvl4pPr>
            <a:lvl5pPr algn="l">
              <a:buNone/>
              <a:defRPr sz="1650" b="0">
                <a:solidFill>
                  <a:srgbClr val="D7D3CC"/>
                </a:solidFill>
              </a:defRPr>
            </a:lvl5pPr>
            <a:lvl6pPr algn="l">
              <a:buNone/>
              <a:defRPr sz="1650" b="0">
                <a:solidFill>
                  <a:srgbClr val="D7D3CC"/>
                </a:solidFill>
              </a:defRPr>
            </a:lvl6pPr>
            <a:lvl7pPr algn="l">
              <a:buNone/>
              <a:defRPr sz="1650" b="0">
                <a:solidFill>
                  <a:srgbClr val="D7D3CC"/>
                </a:solidFill>
              </a:defRPr>
            </a:lvl7pPr>
            <a:lvl8pPr algn="l">
              <a:buNone/>
              <a:defRPr sz="1650" b="0">
                <a:solidFill>
                  <a:srgbClr val="D7D3CC"/>
                </a:solidFill>
              </a:defRPr>
            </a:lvl8pPr>
            <a:lvl9pPr algn="l">
              <a:buNone/>
              <a:defRPr sz="1650" b="0">
                <a:solidFill>
                  <a:srgbClr val="D7D3CC"/>
                </a:solidFill>
              </a:defRPr>
            </a:lvl9pPr>
          </a:lstStyle>
          <a:p xmlns:a="http://schemas.openxmlformats.org/drawingml/2006/main">
            <a:pPr algn="l">
              <a:buNone/>
              <a:defRPr sz="1650" b="0">
                <a:solidFill>
                  <a:srgbClr val="D7D3CC"/>
                </a:solidFill>
              </a:defRPr>
            </a:pPr>
            <a:r>
              <a:rPr sz="1650" b="0">
                <a:solidFill>
                  <a:srgbClr val="D7D3CC"/>
                </a:solidFill>
              </a:rPr>
              <a:t>Independent project platform</a:t>
            </a:r>
          </a:p>
        </p:txBody>
      </p:sp>
      <p:pic>
        <p:nvPicPr>
          <p:cNvPr id="29" name="">
            <a:extLst xmlns:a="http://schemas.openxmlformats.org/drawingml/2006/main">
              <a:ext uri="{FF2B5EF4-FFF2-40B4-BE49-F238E27FC236}">
                <a16:creationId xmlns:a16="http://schemas.microsoft.com/office/drawing/2014/main" id="{AF8ACA16-8410-4525-B628-39C534502201}"/>
              </a:ext>
            </a:extLst>
          </p:cNvPr>
          <p:cNvPicPr>
            <a:picLocks xmlns:a="http://schemas.openxmlformats.org/drawingml/2006/main" noChangeAspect="1"/>
          </p:cNvPicPr>
          <p:nvPr/>
        </p:nvPicPr>
        <p:blipFill>
          <a:blip xmlns:r="http://schemas.openxmlformats.org/officeDocument/2006/relationships" xmlns:a="http://schemas.openxmlformats.org/drawingml/2006/main" r:embed="Rdec198fc6a2540c4"/>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
        <p:nvSpPr>
          <p:cNvPr id="30" name="">
            <a:extLst xmlns:a="http://schemas.openxmlformats.org/drawingml/2006/main">
              <a:ext uri="{FF2B5EF4-FFF2-40B4-BE49-F238E27FC236}">
                <a16:creationId xmlns:a16="http://schemas.microsoft.com/office/drawing/2014/main" id="{3034B426-27C1-4BD2-9D16-E8163B48D137}"/>
              </a:ext>
            </a:extLst>
          </p:cNvPr>
          <p:cNvSpPr>
            <a:spLocks xmlns:a="http://schemas.openxmlformats.org/drawingml/2006/main" noGrp="1"/>
          </p:cNvSpPr>
          <p:nvPr/>
        </p:nvSpPr>
        <p:spPr>
          <a:xfrm xmlns:a="http://schemas.openxmlformats.org/drawingml/2006/main">
            <a:off x="762000" y="1657350"/>
            <a:ext cx="10668000" cy="1343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375" b="1">
                <a:solidFill>
                  <a:srgbClr val="FFFFFF"/>
                </a:solidFill>
              </a:defRPr>
            </a:defPPr>
            <a:lvl1pPr algn="l">
              <a:defRPr sz="3375" b="1">
                <a:solidFill>
                  <a:srgbClr val="FFFFFF"/>
                </a:solidFill>
              </a:defRPr>
            </a:lvl1pPr>
            <a:lvl2pPr algn="l">
              <a:defRPr sz="3375" b="1">
                <a:solidFill>
                  <a:srgbClr val="FFFFFF"/>
                </a:solidFill>
              </a:defRPr>
            </a:lvl2pPr>
            <a:lvl3pPr algn="l">
              <a:defRPr sz="3375" b="1">
                <a:solidFill>
                  <a:srgbClr val="FFFFFF"/>
                </a:solidFill>
              </a:defRPr>
            </a:lvl3pPr>
            <a:lvl4pPr algn="l">
              <a:defRPr sz="3375" b="1">
                <a:solidFill>
                  <a:srgbClr val="FFFFFF"/>
                </a:solidFill>
              </a:defRPr>
            </a:lvl4pPr>
            <a:lvl5pPr algn="l">
              <a:defRPr sz="3375" b="1">
                <a:solidFill>
                  <a:srgbClr val="FFFFFF"/>
                </a:solidFill>
              </a:defRPr>
            </a:lvl5pPr>
            <a:lvl6pPr algn="l">
              <a:defRPr sz="3375" b="1">
                <a:solidFill>
                  <a:srgbClr val="FFFFFF"/>
                </a:solidFill>
              </a:defRPr>
            </a:lvl6pPr>
            <a:lvl7pPr algn="l">
              <a:defRPr sz="3375" b="1">
                <a:solidFill>
                  <a:srgbClr val="FFFFFF"/>
                </a:solidFill>
              </a:defRPr>
            </a:lvl7pPr>
            <a:lvl8pPr algn="l">
              <a:defRPr sz="3375" b="1">
                <a:solidFill>
                  <a:srgbClr val="FFFFFF"/>
                </a:solidFill>
              </a:defRPr>
            </a:lvl8pPr>
            <a:lvl9pPr algn="l">
              <a:defRPr sz="3375" b="1">
                <a:solidFill>
                  <a:srgbClr val="FFFFFF"/>
                </a:solidFill>
              </a:defRPr>
            </a:lvl9pPr>
          </a:lstStyle>
          <a:p xmlns:a="http://schemas.openxmlformats.org/drawingml/2006/main">
            <a:pPr algn="l">
              <a:defRPr sz="3375" b="1">
                <a:solidFill>
                  <a:srgbClr val="FFFFFF"/>
                </a:solidFill>
              </a:defRPr>
            </a:pPr>
            <a:r>
              <a:rPr sz="3375" b="1">
                <a:solidFill>
                  <a:srgbClr val="FFFFFF"/>
                </a:solidFill>
              </a:rPr>
              <a:t>Our history was made on the factory floor.</a:t>
            </a:r>
          </a:p>
          <a:p xmlns:a="http://schemas.openxmlformats.org/drawingml/2006/main">
            <a:pPr algn="l">
              <a:defRPr sz="3375" b="1">
                <a:solidFill>
                  <a:srgbClr val="FFFFFF"/>
                </a:solidFill>
              </a:defRPr>
            </a:pPr>
            <a:r>
              <a:rPr sz="3375" b="1">
                <a:solidFill>
                  <a:srgbClr val="FFFFFF"/>
                </a:solidFill>
              </a:rPr>
              <a:t>The future will be, too.</a:t>
            </a:r>
          </a:p>
        </p:txBody>
      </p:sp>
      <p:sp>
        <p:nvSpPr>
          <p:cNvPr id="31" name="">
            <a:extLst xmlns:a="http://schemas.openxmlformats.org/drawingml/2006/main">
              <a:ext uri="{FF2B5EF4-FFF2-40B4-BE49-F238E27FC236}">
                <a16:creationId xmlns:a16="http://schemas.microsoft.com/office/drawing/2014/main" id="{75E10C55-1489-4D4E-9126-FB8BDCEF3E3A}"/>
              </a:ext>
            </a:extLst>
          </p:cNvPr>
          <p:cNvSpPr>
            <a:spLocks xmlns:a="http://schemas.openxmlformats.org/drawingml/2006/main" noGrp="1"/>
          </p:cNvSpPr>
          <p:nvPr/>
        </p:nvSpPr>
        <p:spPr>
          <a:xfrm xmlns:a="http://schemas.openxmlformats.org/drawingml/2006/main">
            <a:off x="762000" y="31051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325" b="1">
                <a:solidFill>
                  <a:srgbClr val="B89B68"/>
                </a:solidFill>
              </a:defRPr>
            </a:defPPr>
            <a:lvl1pPr algn="l">
              <a:defRPr sz="2325" b="1">
                <a:solidFill>
                  <a:srgbClr val="B89B68"/>
                </a:solidFill>
              </a:defRPr>
            </a:lvl1pPr>
            <a:lvl2pPr algn="l">
              <a:defRPr sz="2325" b="1">
                <a:solidFill>
                  <a:srgbClr val="B89B68"/>
                </a:solidFill>
              </a:defRPr>
            </a:lvl2pPr>
            <a:lvl3pPr algn="l">
              <a:defRPr sz="2325" b="1">
                <a:solidFill>
                  <a:srgbClr val="B89B68"/>
                </a:solidFill>
              </a:defRPr>
            </a:lvl3pPr>
            <a:lvl4pPr algn="l">
              <a:defRPr sz="2325" b="1">
                <a:solidFill>
                  <a:srgbClr val="B89B68"/>
                </a:solidFill>
              </a:defRPr>
            </a:lvl4pPr>
            <a:lvl5pPr algn="l">
              <a:defRPr sz="2325" b="1">
                <a:solidFill>
                  <a:srgbClr val="B89B68"/>
                </a:solidFill>
              </a:defRPr>
            </a:lvl5pPr>
            <a:lvl6pPr algn="l">
              <a:defRPr sz="2325" b="1">
                <a:solidFill>
                  <a:srgbClr val="B89B68"/>
                </a:solidFill>
              </a:defRPr>
            </a:lvl6pPr>
            <a:lvl7pPr algn="l">
              <a:defRPr sz="2325" b="1">
                <a:solidFill>
                  <a:srgbClr val="B89B68"/>
                </a:solidFill>
              </a:defRPr>
            </a:lvl7pPr>
            <a:lvl8pPr algn="l">
              <a:defRPr sz="2325" b="1">
                <a:solidFill>
                  <a:srgbClr val="B89B68"/>
                </a:solidFill>
              </a:defRPr>
            </a:lvl8pPr>
            <a:lvl9pPr algn="l">
              <a:defRPr sz="2325" b="1">
                <a:solidFill>
                  <a:srgbClr val="B89B68"/>
                </a:solidFill>
              </a:defRPr>
            </a:lvl9pPr>
          </a:lstStyle>
          <a:p xmlns:a="http://schemas.openxmlformats.org/drawingml/2006/main">
            <a:pPr algn="l">
              <a:defRPr sz="2325" b="1">
                <a:solidFill>
                  <a:srgbClr val="B89B68"/>
                </a:solidFill>
              </a:defRPr>
            </a:pPr>
            <a:r>
              <a:rPr sz="2325" b="1">
                <a:solidFill>
                  <a:srgbClr val="B89B68"/>
                </a:solidFill>
              </a:rPr>
              <a:t>Come build and fight with us. Turn AI into action.</a:t>
            </a:r>
          </a:p>
        </p:txBody>
      </p:sp>
    </p:spTree>
    <p:extLst>
      <p:ext uri="{BB962C8B-B14F-4D97-AF65-F5344CB8AC3E}">
        <p14:creationId xmlns:p14="http://schemas.microsoft.com/office/powerpoint/2010/main" val="195901122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2026-10-22T17:59:21.6280000Z</dcterms:created>
  <dcterms:modified xsi:type="dcterms:W3CDTF">2026-10-22T17:59:21.6280000Z</dcterms:modified>
</coreProperties>
</file>