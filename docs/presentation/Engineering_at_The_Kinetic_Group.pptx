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d037770d1d40ca" /><Relationship Type="http://schemas.openxmlformats.org/officeDocument/2006/relationships/extended-properties" Target="/docProps/app.xml" Id="R825602b2d9814aa6" /><Relationship Type="http://schemas.openxmlformats.org/officeDocument/2006/relationships/officeDocument" Target="/ppt/presentation.xml" Id="R807290aca0cd4025"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458ea20d47bb429a"/>
  </p:sldMasterIdLst>
  <p:notesMasterIdLst>
    <p:notesMasterId xmlns:r="http://schemas.openxmlformats.org/officeDocument/2006/relationships" r:id="R8edc1dd62e714ddf"/>
  </p:notesMasterIdLst>
  <p:sldIdLst>
    <p:sldId xmlns:r="http://schemas.openxmlformats.org/officeDocument/2006/relationships" id="256" r:id="R5f9a10d8581c400a"/>
    <p:sldId xmlns:r="http://schemas.openxmlformats.org/officeDocument/2006/relationships" id="257" r:id="R47fe067f3f86499c"/>
    <p:sldId xmlns:r="http://schemas.openxmlformats.org/officeDocument/2006/relationships" id="258" r:id="R25e96af159ce4d7f"/>
    <p:sldId xmlns:r="http://schemas.openxmlformats.org/officeDocument/2006/relationships" id="259" r:id="R41ab393a9faf4961"/>
    <p:sldId xmlns:r="http://schemas.openxmlformats.org/officeDocument/2006/relationships" id="260" r:id="Ra0f5b0bce1084f61"/>
    <p:sldId xmlns:r="http://schemas.openxmlformats.org/officeDocument/2006/relationships" id="261" r:id="R7cd919a4504e4fec"/>
    <p:sldId xmlns:r="http://schemas.openxmlformats.org/officeDocument/2006/relationships" id="262" r:id="R7b86181877224eea"/>
    <p:sldId xmlns:r="http://schemas.openxmlformats.org/officeDocument/2006/relationships" id="263" r:id="R1ce90dea5fd34bee"/>
    <p:sldId xmlns:r="http://schemas.openxmlformats.org/officeDocument/2006/relationships" id="264" r:id="R67b53c751a5d470e"/>
    <p:sldId xmlns:r="http://schemas.openxmlformats.org/officeDocument/2006/relationships" id="265" r:id="R79087e6113da4c00"/>
  </p:sldIdLst>
  <p:sldSz cx="9144000" cy="6858000"/>
  <p:notesSz cx="6858000" cy="9144000"/>
  <p:embeddedFontLst>
    <p:embeddedFont>
      <p:font typeface="Libre Franklin"/>
      <p:regular xmlns:r="http://schemas.openxmlformats.org/officeDocument/2006/relationships" r:id="Rff2f83cf375d404e"/>
      <p:bold xmlns:r="http://schemas.openxmlformats.org/officeDocument/2006/relationships" r:id="Rc16f73817d524833"/>
      <p:italic xmlns:r="http://schemas.openxmlformats.org/officeDocument/2006/relationships" r:id="R1098ca54bd6a4f01"/>
      <p:boldItalic xmlns:r="http://schemas.openxmlformats.org/officeDocument/2006/relationships" r:id="R2ea4fdca8e464d55"/>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253f6d17f394d54" /><Relationship Type="http://schemas.openxmlformats.org/officeDocument/2006/relationships/slideMaster" Target="/ppt/slideMasters/slideMaster1.xml" Id="R458ea20d47bb429a" /><Relationship Type="http://schemas.openxmlformats.org/officeDocument/2006/relationships/notesMaster" Target="/ppt/notesMasters/notesMaster1.xml" Id="R8edc1dd62e714ddf" /><Relationship Type="http://schemas.openxmlformats.org/officeDocument/2006/relationships/presProps" Target="/ppt/presProps.xml" Id="Rd41c3806944b4660" /><Relationship Type="http://schemas.openxmlformats.org/officeDocument/2006/relationships/viewProps" Target="/ppt/viewProps.xml" Id="R6c3549d79ba14d6e" /><Relationship Type="http://schemas.openxmlformats.org/officeDocument/2006/relationships/tableStyles" Target="/ppt/tableStyles.xml" Id="R0f578a2fdb404789" /><Relationship Type="http://schemas.openxmlformats.org/officeDocument/2006/relationships/font" Target="/ppt/fonts/font.dat" Id="Rff2f83cf375d404e" /><Relationship Type="http://schemas.openxmlformats.org/officeDocument/2006/relationships/font" Target="/ppt/fonts/font2.dat" Id="Rc16f73817d524833" /><Relationship Type="http://schemas.openxmlformats.org/officeDocument/2006/relationships/font" Target="/ppt/fonts/font3.dat" Id="R1098ca54bd6a4f01" /><Relationship Type="http://schemas.openxmlformats.org/officeDocument/2006/relationships/font" Target="/ppt/fonts/font4.dat" Id="R2ea4fdca8e464d55" /><Relationship Type="http://schemas.openxmlformats.org/officeDocument/2006/relationships/slide" Target="/ppt/slides/slide1.xml" Id="R5f9a10d8581c400a" /><Relationship Type="http://schemas.openxmlformats.org/officeDocument/2006/relationships/slide" Target="/ppt/slides/slide2.xml" Id="R47fe067f3f86499c" /><Relationship Type="http://schemas.openxmlformats.org/officeDocument/2006/relationships/slide" Target="/ppt/slides/slide3.xml" Id="R25e96af159ce4d7f" /><Relationship Type="http://schemas.openxmlformats.org/officeDocument/2006/relationships/slide" Target="/ppt/slides/slide4.xml" Id="R41ab393a9faf4961" /><Relationship Type="http://schemas.openxmlformats.org/officeDocument/2006/relationships/slide" Target="/ppt/slides/slide5.xml" Id="Ra0f5b0bce1084f61" /><Relationship Type="http://schemas.openxmlformats.org/officeDocument/2006/relationships/slide" Target="/ppt/slides/slide6.xml" Id="R7cd919a4504e4fec" /><Relationship Type="http://schemas.openxmlformats.org/officeDocument/2006/relationships/slide" Target="/ppt/slides/slide7.xml" Id="R7b86181877224eea" /><Relationship Type="http://schemas.openxmlformats.org/officeDocument/2006/relationships/slide" Target="/ppt/slides/slide8.xml" Id="R1ce90dea5fd34bee" /><Relationship Type="http://schemas.openxmlformats.org/officeDocument/2006/relationships/slide" Target="/ppt/slides/slide9.xml" Id="R67b53c751a5d470e" /><Relationship Type="http://schemas.openxmlformats.org/officeDocument/2006/relationships/slide" Target="/ppt/slides/slide10.xml" Id="R79087e6113da4c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fbcabc5b5a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1d851dda654336" /><Relationship Type="http://schemas.openxmlformats.org/officeDocument/2006/relationships/notesMaster" Target="/ppt/notesMasters/notesMaster1.xml" Id="Rb2abbf82e21b43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05734738594b07" /><Relationship Type="http://schemas.openxmlformats.org/officeDocument/2006/relationships/notesMaster" Target="/ppt/notesMasters/notesMaster1.xml" Id="Rfdd4a70976d644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1f6be1343f4416" /><Relationship Type="http://schemas.openxmlformats.org/officeDocument/2006/relationships/notesMaster" Target="/ppt/notesMasters/notesMaster1.xml" Id="R5c26d910ac504b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dfe56c811b4bd4" /><Relationship Type="http://schemas.openxmlformats.org/officeDocument/2006/relationships/notesMaster" Target="/ppt/notesMasters/notesMaster1.xml" Id="R1c5fd73b8a67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465c6b12e54116" /><Relationship Type="http://schemas.openxmlformats.org/officeDocument/2006/relationships/notesMaster" Target="/ppt/notesMasters/notesMaster1.xml" Id="R9a604d82cfa846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9a5344822c4500" /><Relationship Type="http://schemas.openxmlformats.org/officeDocument/2006/relationships/notesMaster" Target="/ppt/notesMasters/notesMaster1.xml" Id="Rf5fa0ad9d2a14a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28b00b6f4c4ba1" /><Relationship Type="http://schemas.openxmlformats.org/officeDocument/2006/relationships/notesMaster" Target="/ppt/notesMasters/notesMaster1.xml" Id="Ra4d8ebe3fd0246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ba00ca72f64d08" /><Relationship Type="http://schemas.openxmlformats.org/officeDocument/2006/relationships/notesMaster" Target="/ppt/notesMasters/notesMaster1.xml" Id="R9a2e05e2b01f4e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259f148e9c4f60" /><Relationship Type="http://schemas.openxmlformats.org/officeDocument/2006/relationships/notesMaster" Target="/ppt/notesMasters/notesMaster1.xml" Id="Rc09260bf5f424b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19950a42a947a6" /><Relationship Type="http://schemas.openxmlformats.org/officeDocument/2006/relationships/notesMaster" Target="/ppt/notesMasters/notesMaster1.xml" Id="R1708cc3cea7d49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opens: introduce yourself and your small engineering teams across TKG, mainly at Remington in Lonoke. Introduce Wesley by name, then invite him to introduce himself. WESLEY introduces himself in his own words: his path, current work, and what drew him in. BRAD frames the talk: engineering that reaches the floor, a shared live demo, and an invitation to people who want to build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Remington’s history and Lonoke’s place in it. The world of manufacturing has changed. State the ambition clearly: Remington and The Kinetic Group intend to write the rules for the future of manufacturing for decades to come by building capabilities that work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 the system simply: machines sense what is happening; software turns signals into a decision; people or equipment act. Explain that the full chain must work with the people on the floor. Keep details for questions. Hand off by asking Wesley what makes the work exciting for him.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speaks in his own words. Optional anchors from his planned remarks: one of the first software interns; work with AI and different machines; variety; freedom to explore; ownership; unexpected opportunities. Choose one concrete public example of a problem, what you tried, and what you learned. Finish with why you love the work, then move with Brad to the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 WESLEY lead the live demonstration together. Brad introduces the camera-to-decision flow and shows the first Gatorade bottle. Wesley chooses the next bottle or feature and narrates what matters in his own words. Brad may ask the audience to predict the result and closes with sense, decide, act. The sorting decision is on screen; this setup does not control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 BRAD: Wesley chooses the hard problems that best connect to what the audience saw. Possible anchors: variation, timing, uncertainty, reliability, and one concrete challenge or test. He speaks in his own words and can go deeper if asked. Brad explains why the result must keep working in real manufacturing conditions and ties the challenge to writing the rules for the future of manufacturing.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 email, official careers page, and independent 4Founders path. WESLEY: In your own words, invite engineering questions and ideas people are building. BRAD: Close with the on-screen line: “Our history was made on the factory floor. The future will be, too. Come build and fight with us. Turn AI into action.” Hold this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29844aaffe47ca" /><Relationship Type="http://schemas.openxmlformats.org/officeDocument/2006/relationships/image" Target="/ppt/media/image.jpeg" Id="R7850a1a2361d4977" /><Relationship Type="http://schemas.openxmlformats.org/officeDocument/2006/relationships/image" Target="/ppt/media/image2.jpeg" Id="Rc20e8fea47a949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ee97048a345dd" /><Relationship Type="http://schemas.openxmlformats.org/officeDocument/2006/relationships/image" Target="/ppt/media/image.jpeg" Id="Rb9c9ac1ff134468d" /><Relationship Type="http://schemas.openxmlformats.org/officeDocument/2006/relationships/image" Target="/ppt/media/image3.jpeg" Id="Re86002d6618f4b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7af1dedc504361" /><Relationship Type="http://schemas.openxmlformats.org/officeDocument/2006/relationships/image" Target="/ppt/media/image4.jpeg" Id="R5ed239c0771e40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78dcb521a24894" /><Relationship Type="http://schemas.openxmlformats.org/officeDocument/2006/relationships/image" Target="/ppt/media/image5.jpeg" Id="R70496f4e96874b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37f5212dc2479e" /><Relationship Type="http://schemas.openxmlformats.org/officeDocument/2006/relationships/image" Target="/ppt/media/image6.jpeg" Id="Rd4d01e86f7ab464d"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EAE8A3-004D-4795-825B-C88C8018D96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850a1a2361d4977">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25586D5E-CFD7-471D-8786-A5BDD5636DC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20e8fea47a949d9">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20218C7A-614E-4070-B7A1-121E1140AA8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9c9ac1ff134468d">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9DCE2BD-EB95-4B05-966A-D6B5FBD250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86002d6618f4bd3">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5ed239c0771e401f">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29116B9-9B4E-4972-9AB4-D4ADDEBF76E3}"/>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70496f4e96874b78">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d4d01e86f7ab464d">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883f81285c443a" /><Relationship Type="http://schemas.openxmlformats.org/officeDocument/2006/relationships/slideLayout" Target="/ppt/slideLayouts/slideLayout1.xml" Id="R00cf53ddc9394f8f" /><Relationship Type="http://schemas.openxmlformats.org/officeDocument/2006/relationships/slideLayout" Target="/ppt/slideLayouts/slideLayout2.xml" Id="R5edc0bc1e6c94d9c" /><Relationship Type="http://schemas.openxmlformats.org/officeDocument/2006/relationships/slideLayout" Target="/ppt/slideLayouts/slideLayout3.xml" Id="Re5689a3dd50342cf" /><Relationship Type="http://schemas.openxmlformats.org/officeDocument/2006/relationships/slideLayout" Target="/ppt/slideLayouts/slideLayout4.xml" Id="R79ee15febe0148ba" /><Relationship Type="http://schemas.openxmlformats.org/officeDocument/2006/relationships/slideLayout" Target="/ppt/slideLayouts/slideLayout5.xml" Id="R9948e70101564c11"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0cf53ddc9394f8f"/>
    <p:sldLayoutId xmlns:r="http://schemas.openxmlformats.org/officeDocument/2006/relationships" id="2147483650" r:id="R5edc0bc1e6c94d9c"/>
    <p:sldLayoutId xmlns:r="http://schemas.openxmlformats.org/officeDocument/2006/relationships" id="2147483651" r:id="Re5689a3dd50342cf"/>
    <p:sldLayoutId xmlns:r="http://schemas.openxmlformats.org/officeDocument/2006/relationships" id="2147483652" r:id="R79ee15febe0148ba"/>
    <p:sldLayoutId xmlns:r="http://schemas.openxmlformats.org/officeDocument/2006/relationships" id="2147483653" r:id="R9948e70101564c11"/>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55b421e2270741b9" /><Relationship Type="http://schemas.openxmlformats.org/officeDocument/2006/relationships/notesSlide" Target="/ppt/notesSlides/notesSlide1.xml" Id="R8d64dccdad084b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3391afe8c21a4f22" /><Relationship Type="http://schemas.openxmlformats.org/officeDocument/2006/relationships/notesSlide" Target="/ppt/notesSlides/notesSlide2.xml" Id="R48b4a4b82f714d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0e2111c193f42a8" /><Relationship Type="http://schemas.openxmlformats.org/officeDocument/2006/relationships/notesSlide" Target="/ppt/notesSlides/notesSlide3.xml" Id="R52bb3a3d1e8344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c0ae8f07d2748be" /><Relationship Type="http://schemas.openxmlformats.org/officeDocument/2006/relationships/notesSlide" Target="/ppt/notesSlides/notesSlide4.xml" Id="Ra462d4ee00914e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bb4bfc8f7eae47d5" /><Relationship Type="http://schemas.openxmlformats.org/officeDocument/2006/relationships/notesSlide" Target="/ppt/notesSlides/notesSlide5.xml" Id="R288134a4e29349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75e435fce5e6465c" /><Relationship Type="http://schemas.openxmlformats.org/officeDocument/2006/relationships/notesSlide" Target="/ppt/notesSlides/notesSlide6.xml" Id="Re87d46b97f614a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5cbdf0d131bf40e4" /><Relationship Type="http://schemas.openxmlformats.org/officeDocument/2006/relationships/notesSlide" Target="/ppt/notesSlides/notesSlide7.xml" Id="R12be16ee13db43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7a00056589f2473a" /><Relationship Type="http://schemas.openxmlformats.org/officeDocument/2006/relationships/image" Target="/ppt/media/image.png" Id="Rf8a64b07a55347e6" /><Relationship Type="http://schemas.openxmlformats.org/officeDocument/2006/relationships/notesSlide" Target="/ppt/notesSlides/notesSlide8.xml" Id="Rb70d8e79a94a41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4783984905fd428d" /><Relationship Type="http://schemas.openxmlformats.org/officeDocument/2006/relationships/notesSlide" Target="/ppt/notesSlides/notesSlide9.xml" Id="Rc5de7439f77344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73cb0f02d334036" /><Relationship Type="http://schemas.openxmlformats.org/officeDocument/2006/relationships/notesSlide" Target="/ppt/notesSlides/notesSlide10.xml" Id="Ra19505841421438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defRPr sz="4125" b="0" i="0">
                <a:solidFill>
                  <a:srgbClr val="FFFFFF"/>
                </a:solidFill>
              </a:defRPr>
            </a:lvl1pPr>
            <a:lvl2pPr algn="ctr">
              <a:defRPr sz="4125" b="0" i="0">
                <a:solidFill>
                  <a:srgbClr val="FFFFFF"/>
                </a:solidFill>
              </a:defRPr>
            </a:lvl2pPr>
            <a:lvl3pPr algn="ctr">
              <a:defRPr sz="4125" b="0" i="0">
                <a:solidFill>
                  <a:srgbClr val="FFFFFF"/>
                </a:solidFill>
              </a:defRPr>
            </a:lvl3pPr>
            <a:lvl4pPr algn="ctr">
              <a:defRPr sz="4125" b="0" i="0">
                <a:solidFill>
                  <a:srgbClr val="FFFFFF"/>
                </a:solidFill>
              </a:defRPr>
            </a:lvl4pPr>
            <a:lvl5pPr algn="ctr">
              <a:defRPr sz="4125" b="0" i="0">
                <a:solidFill>
                  <a:srgbClr val="FFFFFF"/>
                </a:solidFill>
              </a:defRPr>
            </a:lvl5pPr>
            <a:lvl6pPr algn="ctr">
              <a:defRPr sz="4125" b="0" i="0">
                <a:solidFill>
                  <a:srgbClr val="FFFFFF"/>
                </a:solidFill>
              </a:defRPr>
            </a:lvl6pPr>
            <a:lvl7pPr algn="ctr">
              <a:defRPr sz="4125" b="0" i="0">
                <a:solidFill>
                  <a:srgbClr val="FFFFFF"/>
                </a:solidFill>
              </a:defRPr>
            </a:lvl7pPr>
            <a:lvl8pPr algn="ctr">
              <a:defRPr sz="4125" b="0" i="0">
                <a:solidFill>
                  <a:srgbClr val="FFFFFF"/>
                </a:solidFill>
              </a:defRPr>
            </a:lvl8pPr>
            <a:lvl9pPr algn="ctr">
              <a:defRPr sz="4125" b="0" i="0">
                <a:solidFill>
                  <a:srgbClr val="FFFFFF"/>
                </a:solidFill>
              </a:defRPr>
            </a:lvl9pPr>
          </a:lstStyle>
          <a:p xmlns:a="http://schemas.openxmlformats.org/drawingml/2006/main">
            <a:pPr algn="ctr">
              <a:defRPr sz="4125" b="0" i="0">
                <a:solidFill>
                  <a:srgbClr val="FFFFFF"/>
                </a:solidFill>
              </a:defRPr>
            </a:pPr>
            <a:r>
              <a:rPr sz="4125" b="0" i="0">
                <a:solidFill>
                  <a:srgbClr val="FFFFFF"/>
                </a:solidFill>
              </a:rPr>
              <a:t>Engineering at</a:t>
            </a:r>
          </a:p>
          <a:p xmlns:a="http://schemas.openxmlformats.org/drawingml/2006/main">
            <a:pPr algn="ctr">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defRPr sz="2250" b="0" i="0">
                <a:solidFill>
                  <a:srgbClr val="FFFFFF"/>
                </a:solidFill>
              </a:defRPr>
            </a:lvl1pPr>
            <a:lvl2pPr algn="ctr">
              <a:defRPr sz="2250" b="0" i="0">
                <a:solidFill>
                  <a:srgbClr val="FFFFFF"/>
                </a:solidFill>
              </a:defRPr>
            </a:lvl2pPr>
            <a:lvl3pPr algn="ctr">
              <a:defRPr sz="2250" b="0" i="0">
                <a:solidFill>
                  <a:srgbClr val="FFFFFF"/>
                </a:solidFill>
              </a:defRPr>
            </a:lvl3pPr>
            <a:lvl4pPr algn="ctr">
              <a:defRPr sz="2250" b="0" i="0">
                <a:solidFill>
                  <a:srgbClr val="FFFFFF"/>
                </a:solidFill>
              </a:defRPr>
            </a:lvl4pPr>
            <a:lvl5pPr algn="ctr">
              <a:defRPr sz="2250" b="0" i="0">
                <a:solidFill>
                  <a:srgbClr val="FFFFFF"/>
                </a:solidFill>
              </a:defRPr>
            </a:lvl5pPr>
            <a:lvl6pPr algn="ctr">
              <a:defRPr sz="2250" b="0" i="0">
                <a:solidFill>
                  <a:srgbClr val="FFFFFF"/>
                </a:solidFill>
              </a:defRPr>
            </a:lvl6pPr>
            <a:lvl7pPr algn="ctr">
              <a:defRPr sz="2250" b="0" i="0">
                <a:solidFill>
                  <a:srgbClr val="FFFFFF"/>
                </a:solidFill>
              </a:defRPr>
            </a:lvl7pPr>
            <a:lvl8pPr algn="ctr">
              <a:defRPr sz="2250" b="0" i="0">
                <a:solidFill>
                  <a:srgbClr val="FFFFFF"/>
                </a:solidFill>
              </a:defRPr>
            </a:lvl8pPr>
            <a:lvl9pPr algn="ctr">
              <a:defRPr sz="2250" b="0" i="0">
                <a:solidFill>
                  <a:srgbClr val="FFFFFF"/>
                </a:solidFill>
              </a:defRPr>
            </a:lvl9pPr>
          </a:lstStyle>
          <a:p xmlns:a="http://schemas.openxmlformats.org/drawingml/2006/main">
            <a:pPr algn="ctr">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defRPr sz="1650" b="0" i="0">
                <a:solidFill>
                  <a:srgbClr val="D5D8DA"/>
                </a:solidFill>
              </a:defRPr>
            </a:lvl1pPr>
            <a:lvl2pPr algn="ctr">
              <a:defRPr sz="1650" b="0" i="0">
                <a:solidFill>
                  <a:srgbClr val="D5D8DA"/>
                </a:solidFill>
              </a:defRPr>
            </a:lvl2pPr>
            <a:lvl3pPr algn="ctr">
              <a:defRPr sz="1650" b="0" i="0">
                <a:solidFill>
                  <a:srgbClr val="D5D8DA"/>
                </a:solidFill>
              </a:defRPr>
            </a:lvl3pPr>
            <a:lvl4pPr algn="ctr">
              <a:defRPr sz="1650" b="0" i="0">
                <a:solidFill>
                  <a:srgbClr val="D5D8DA"/>
                </a:solidFill>
              </a:defRPr>
            </a:lvl4pPr>
            <a:lvl5pPr algn="ctr">
              <a:defRPr sz="1650" b="0" i="0">
                <a:solidFill>
                  <a:srgbClr val="D5D8DA"/>
                </a:solidFill>
              </a:defRPr>
            </a:lvl5pPr>
            <a:lvl6pPr algn="ctr">
              <a:defRPr sz="1650" b="0" i="0">
                <a:solidFill>
                  <a:srgbClr val="D5D8DA"/>
                </a:solidFill>
              </a:defRPr>
            </a:lvl6pPr>
            <a:lvl7pPr algn="ctr">
              <a:defRPr sz="1650" b="0" i="0">
                <a:solidFill>
                  <a:srgbClr val="D5D8DA"/>
                </a:solidFill>
              </a:defRPr>
            </a:lvl7pPr>
            <a:lvl8pPr algn="ctr">
              <a:defRPr sz="1650" b="0" i="0">
                <a:solidFill>
                  <a:srgbClr val="D5D8DA"/>
                </a:solidFill>
              </a:defRPr>
            </a:lvl8pPr>
            <a:lvl9pPr algn="ctr">
              <a:defRPr sz="1650" b="0" i="0">
                <a:solidFill>
                  <a:srgbClr val="D5D8DA"/>
                </a:solidFill>
              </a:defRPr>
            </a:lvl9pPr>
          </a:lstStyle>
          <a:p xmlns:a="http://schemas.openxmlformats.org/drawingml/2006/main">
            <a:pPr algn="ctr">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Keep writing the rules for decades to come.</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Machines capture</a:t>
            </a:r>
          </a:p>
          <a:p xmlns:a="http://schemas.openxmlformats.org/drawingml/2006/main">
            <a:pPr algn="l">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Software turns signals</a:t>
            </a:r>
          </a:p>
          <a:p xmlns:a="http://schemas.openxmlformats.org/drawingml/2006/main">
            <a:pPr algn="l">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People and equipment</a:t>
            </a:r>
          </a:p>
          <a:p xmlns:a="http://schemas.openxmlformats.org/drawingml/2006/main">
            <a:pPr algn="l">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Build. Test. Improve.</a:t>
            </a:r>
          </a:p>
        </p:txBody>
      </p:sp>
    </p:spTree>
    <p:extLst>
      <p:ext uri="{BB962C8B-B14F-4D97-AF65-F5344CB8AC3E}">
        <p14:creationId xmlns:p14="http://schemas.microsoft.com/office/powerpoint/2010/main" val="10226466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defRPr sz="3600" b="1" i="0">
                <a:solidFill>
                  <a:srgbClr val="FFFFFF"/>
                </a:solidFill>
              </a:defRPr>
            </a:lvl1pPr>
            <a:lvl2pPr algn="l">
              <a:defRPr sz="3600" b="1" i="0">
                <a:solidFill>
                  <a:srgbClr val="FFFFFF"/>
                </a:solidFill>
              </a:defRPr>
            </a:lvl2pPr>
            <a:lvl3pPr algn="l">
              <a:defRPr sz="3600" b="1" i="0">
                <a:solidFill>
                  <a:srgbClr val="FFFFFF"/>
                </a:solidFill>
              </a:defRPr>
            </a:lvl3pPr>
            <a:lvl4pPr algn="l">
              <a:defRPr sz="3600" b="1" i="0">
                <a:solidFill>
                  <a:srgbClr val="FFFFFF"/>
                </a:solidFill>
              </a:defRPr>
            </a:lvl4pPr>
            <a:lvl5pPr algn="l">
              <a:defRPr sz="3600" b="1" i="0">
                <a:solidFill>
                  <a:srgbClr val="FFFFFF"/>
                </a:solidFill>
              </a:defRPr>
            </a:lvl5pPr>
            <a:lvl6pPr algn="l">
              <a:defRPr sz="3600" b="1" i="0">
                <a:solidFill>
                  <a:srgbClr val="FFFFFF"/>
                </a:solidFill>
              </a:defRPr>
            </a:lvl6pPr>
            <a:lvl7pPr algn="l">
              <a:defRPr sz="3600" b="1" i="0">
                <a:solidFill>
                  <a:srgbClr val="FFFFFF"/>
                </a:solidFill>
              </a:defRPr>
            </a:lvl7pPr>
            <a:lvl8pPr algn="l">
              <a:defRPr sz="3600" b="1" i="0">
                <a:solidFill>
                  <a:srgbClr val="FFFFFF"/>
                </a:solidFill>
              </a:defRPr>
            </a:lvl8pPr>
            <a:lvl9pPr algn="l">
              <a:defRPr sz="3600" b="1" i="0">
                <a:solidFill>
                  <a:srgbClr val="FFFFFF"/>
                </a:solidFill>
              </a:defRPr>
            </a:lvl9pPr>
          </a:lstStyle>
          <a:p xmlns:a="http://schemas.openxmlformats.org/drawingml/2006/main">
            <a:pPr algn="l">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The next era has to work in real conditions.</a:t>
            </a:r>
          </a:p>
        </p:txBody>
      </p:sp>
    </p:spTree>
    <p:extLst>
      <p:ext uri="{BB962C8B-B14F-4D97-AF65-F5344CB8AC3E}">
        <p14:creationId xmlns:p14="http://schemas.microsoft.com/office/powerpoint/2010/main" val="2057940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Help write the next rules.</a:t>
            </a:r>
          </a:p>
        </p:txBody>
      </p:sp>
    </p:spTree>
    <p:extLst>
      <p:ext uri="{BB962C8B-B14F-4D97-AF65-F5344CB8AC3E}">
        <p14:creationId xmlns:p14="http://schemas.microsoft.com/office/powerpoint/2010/main" val="17040227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Try it yourself</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defRPr sz="3225" b="1" i="0">
                <a:solidFill>
                  <a:srgbClr val="FFFFFF"/>
                </a:solidFill>
              </a:defRPr>
            </a:lvl1pPr>
            <a:lvl2pPr algn="l">
              <a:defRPr sz="3225" b="1" i="0">
                <a:solidFill>
                  <a:srgbClr val="FFFFFF"/>
                </a:solidFill>
              </a:defRPr>
            </a:lvl2pPr>
            <a:lvl3pPr algn="l">
              <a:defRPr sz="3225" b="1" i="0">
                <a:solidFill>
                  <a:srgbClr val="FFFFFF"/>
                </a:solidFill>
              </a:defRPr>
            </a:lvl3pPr>
            <a:lvl4pPr algn="l">
              <a:defRPr sz="3225" b="1" i="0">
                <a:solidFill>
                  <a:srgbClr val="FFFFFF"/>
                </a:solidFill>
              </a:defRPr>
            </a:lvl4pPr>
            <a:lvl5pPr algn="l">
              <a:defRPr sz="3225" b="1" i="0">
                <a:solidFill>
                  <a:srgbClr val="FFFFFF"/>
                </a:solidFill>
              </a:defRPr>
            </a:lvl5pPr>
            <a:lvl6pPr algn="l">
              <a:defRPr sz="3225" b="1" i="0">
                <a:solidFill>
                  <a:srgbClr val="FFFFFF"/>
                </a:solidFill>
              </a:defRPr>
            </a:lvl6pPr>
            <a:lvl7pPr algn="l">
              <a:defRPr sz="3225" b="1" i="0">
                <a:solidFill>
                  <a:srgbClr val="FFFFFF"/>
                </a:solidFill>
              </a:defRPr>
            </a:lvl7pPr>
            <a:lvl8pPr algn="l">
              <a:defRPr sz="3225" b="1" i="0">
                <a:solidFill>
                  <a:srgbClr val="FFFFFF"/>
                </a:solidFill>
              </a:defRPr>
            </a:lvl8pPr>
            <a:lvl9pPr algn="l">
              <a:defRPr sz="3225" b="1" i="0">
                <a:solidFill>
                  <a:srgbClr val="FFFFFF"/>
                </a:solidFill>
              </a:defRPr>
            </a:lvl9pPr>
          </a:lstStyle>
          <a:p xmlns:a="http://schemas.openxmlformats.org/drawingml/2006/main">
            <a:pPr algn="l">
              <a:defRPr sz="3225" b="1" i="0">
                <a:solidFill>
                  <a:srgbClr val="FFFFFF"/>
                </a:solidFill>
              </a:defRPr>
            </a:pPr>
            <a:r>
              <a:rPr sz="3225" b="1" i="0">
                <a:solidFill>
                  <a:srgbClr val="FFFFFF"/>
                </a:solidFill>
              </a:rPr>
              <a:t>Draw. Test. Change.</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defRPr sz="1875" b="0" i="0">
                <a:solidFill>
                  <a:srgbClr val="BEA06A"/>
                </a:solidFill>
              </a:defRPr>
            </a:lvl1pPr>
            <a:lvl2pPr algn="l">
              <a:defRPr sz="1875" b="0" i="0">
                <a:solidFill>
                  <a:srgbClr val="BEA06A"/>
                </a:solidFill>
              </a:defRPr>
            </a:lvl2pPr>
            <a:lvl3pPr algn="l">
              <a:defRPr sz="1875" b="0" i="0">
                <a:solidFill>
                  <a:srgbClr val="BEA06A"/>
                </a:solidFill>
              </a:defRPr>
            </a:lvl3pPr>
            <a:lvl4pPr algn="l">
              <a:defRPr sz="1875" b="0" i="0">
                <a:solidFill>
                  <a:srgbClr val="BEA06A"/>
                </a:solidFill>
              </a:defRPr>
            </a:lvl4pPr>
            <a:lvl5pPr algn="l">
              <a:defRPr sz="1875" b="0" i="0">
                <a:solidFill>
                  <a:srgbClr val="BEA06A"/>
                </a:solidFill>
              </a:defRPr>
            </a:lvl5pPr>
            <a:lvl6pPr algn="l">
              <a:defRPr sz="1875" b="0" i="0">
                <a:solidFill>
                  <a:srgbClr val="BEA06A"/>
                </a:solidFill>
              </a:defRPr>
            </a:lvl6pPr>
            <a:lvl7pPr algn="l">
              <a:defRPr sz="1875" b="0" i="0">
                <a:solidFill>
                  <a:srgbClr val="BEA06A"/>
                </a:solidFill>
              </a:defRPr>
            </a:lvl7pPr>
            <a:lvl8pPr algn="l">
              <a:defRPr sz="1875" b="0" i="0">
                <a:solidFill>
                  <a:srgbClr val="BEA06A"/>
                </a:solidFill>
              </a:defRPr>
            </a:lvl8pPr>
            <a:lvl9pPr algn="l">
              <a:defRPr sz="1875" b="0" i="0">
                <a:solidFill>
                  <a:srgbClr val="BEA06A"/>
                </a:solidFill>
              </a:defRPr>
            </a:lvl9pPr>
          </a:lstStyle>
          <a:p xmlns:a="http://schemas.openxmlformats.org/drawingml/2006/main">
            <a:pPr algn="l">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5A3499DA-0F39-4AFB-A990-48A5E9B42E35}"/>
              </a:ext>
            </a:extLst>
          </p:cNvPr>
          <p:cNvPicPr>
            <a:picLocks xmlns:a="http://schemas.openxmlformats.org/drawingml/2006/main" noChangeAspect="1"/>
          </p:cNvPicPr>
          <p:nvPr/>
        </p:nvPicPr>
        <p:blipFill>
          <a:blip xmlns:r="http://schemas.openxmlformats.org/officeDocument/2006/relationships" xmlns:a="http://schemas.openxmlformats.org/drawingml/2006/main" r:embed="Rf8a64b07a55347e6"/>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3149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1" i="0">
                <a:solidFill>
                  <a:srgbClr val="FFFFFF"/>
                </a:solidFill>
              </a:defRPr>
            </a:defPPr>
            <a:lvl1pPr algn="l">
              <a:defRPr sz="2025" b="1" i="0">
                <a:solidFill>
                  <a:srgbClr val="FFFFFF"/>
                </a:solidFill>
              </a:defRPr>
            </a:lvl1pPr>
            <a:lvl2pPr algn="l">
              <a:defRPr sz="2025" b="1" i="0">
                <a:solidFill>
                  <a:srgbClr val="FFFFFF"/>
                </a:solidFill>
              </a:defRPr>
            </a:lvl2pPr>
            <a:lvl3pPr algn="l">
              <a:defRPr sz="2025" b="1" i="0">
                <a:solidFill>
                  <a:srgbClr val="FFFFFF"/>
                </a:solidFill>
              </a:defRPr>
            </a:lvl3pPr>
            <a:lvl4pPr algn="l">
              <a:defRPr sz="2025" b="1" i="0">
                <a:solidFill>
                  <a:srgbClr val="FFFFFF"/>
                </a:solidFill>
              </a:defRPr>
            </a:lvl4pPr>
            <a:lvl5pPr algn="l">
              <a:defRPr sz="2025" b="1" i="0">
                <a:solidFill>
                  <a:srgbClr val="FFFFFF"/>
                </a:solidFill>
              </a:defRPr>
            </a:lvl5pPr>
            <a:lvl6pPr algn="l">
              <a:defRPr sz="2025" b="1" i="0">
                <a:solidFill>
                  <a:srgbClr val="FFFFFF"/>
                </a:solidFill>
              </a:defRPr>
            </a:lvl6pPr>
            <a:lvl7pPr algn="l">
              <a:defRPr sz="2025" b="1" i="0">
                <a:solidFill>
                  <a:srgbClr val="FFFFFF"/>
                </a:solidFill>
              </a:defRPr>
            </a:lvl7pPr>
            <a:lvl8pPr algn="l">
              <a:defRPr sz="2025" b="1" i="0">
                <a:solidFill>
                  <a:srgbClr val="FFFFFF"/>
                </a:solidFill>
              </a:defRPr>
            </a:lvl8pPr>
            <a:lvl9pPr algn="l">
              <a:defRPr sz="2025" b="1" i="0">
                <a:solidFill>
                  <a:srgbClr val="FFFFFF"/>
                </a:solidFill>
              </a:defRPr>
            </a:lvl9pPr>
          </a:lstStyle>
          <a:p xmlns:a="http://schemas.openxmlformats.org/drawingml/2006/main">
            <a:pPr algn="l">
              <a:defRPr sz="2025" b="1" i="0">
                <a:solidFill>
                  <a:srgbClr val="FFFFFF"/>
                </a:solidFill>
              </a:defRPr>
            </a:pPr>
            <a:r>
              <a:rPr sz="2025" b="1" i="0">
                <a:solidFill>
                  <a:srgbClr val="FFFFFF"/>
                </a:solidFill>
              </a:rPr>
              <a:t>EVENT PIN  877262</a:t>
            </a:r>
          </a:p>
        </p:txBody>
      </p:sp>
    </p:spTree>
    <p:extLst>
      <p:ext uri="{BB962C8B-B14F-4D97-AF65-F5344CB8AC3E}">
        <p14:creationId xmlns:p14="http://schemas.microsoft.com/office/powerpoint/2010/main" val="2365625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defRPr sz="3450" b="1" i="0">
                <a:solidFill>
                  <a:srgbClr val="FFFFFF"/>
                </a:solidFill>
              </a:defRPr>
            </a:lvl1pPr>
            <a:lvl2pPr algn="l">
              <a:defRPr sz="3450" b="1" i="0">
                <a:solidFill>
                  <a:srgbClr val="FFFFFF"/>
                </a:solidFill>
              </a:defRPr>
            </a:lvl2pPr>
            <a:lvl3pPr algn="l">
              <a:defRPr sz="3450" b="1" i="0">
                <a:solidFill>
                  <a:srgbClr val="FFFFFF"/>
                </a:solidFill>
              </a:defRPr>
            </a:lvl3pPr>
            <a:lvl4pPr algn="l">
              <a:defRPr sz="3450" b="1" i="0">
                <a:solidFill>
                  <a:srgbClr val="FFFFFF"/>
                </a:solidFill>
              </a:defRPr>
            </a:lvl4pPr>
            <a:lvl5pPr algn="l">
              <a:defRPr sz="3450" b="1" i="0">
                <a:solidFill>
                  <a:srgbClr val="FFFFFF"/>
                </a:solidFill>
              </a:defRPr>
            </a:lvl5pPr>
            <a:lvl6pPr algn="l">
              <a:defRPr sz="3450" b="1" i="0">
                <a:solidFill>
                  <a:srgbClr val="FFFFFF"/>
                </a:solidFill>
              </a:defRPr>
            </a:lvl6pPr>
            <a:lvl7pPr algn="l">
              <a:defRPr sz="3450" b="1" i="0">
                <a:solidFill>
                  <a:srgbClr val="FFFFFF"/>
                </a:solidFill>
              </a:defRPr>
            </a:lvl7pPr>
            <a:lvl8pPr algn="l">
              <a:defRPr sz="3450" b="1" i="0">
                <a:solidFill>
                  <a:srgbClr val="FFFFFF"/>
                </a:solidFill>
              </a:defRPr>
            </a:lvl8pPr>
            <a:lvl9pPr algn="l">
              <a:defRPr sz="3450" b="1" i="0">
                <a:solidFill>
                  <a:srgbClr val="FFFFFF"/>
                </a:solidFill>
              </a:defRPr>
            </a:lvl9pPr>
          </a:lstStyle>
          <a:p xmlns:a="http://schemas.openxmlformats.org/drawingml/2006/main">
            <a:pPr algn="l">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defRPr sz="2100" b="0" i="0">
                <a:solidFill>
                  <a:srgbClr val="D5D8DA"/>
                </a:solidFill>
              </a:defRPr>
            </a:lvl1pPr>
            <a:lvl2pPr algn="l">
              <a:defRPr sz="2100" b="0" i="0">
                <a:solidFill>
                  <a:srgbClr val="D5D8DA"/>
                </a:solidFill>
              </a:defRPr>
            </a:lvl2pPr>
            <a:lvl3pPr algn="l">
              <a:defRPr sz="2100" b="0" i="0">
                <a:solidFill>
                  <a:srgbClr val="D5D8DA"/>
                </a:solidFill>
              </a:defRPr>
            </a:lvl3pPr>
            <a:lvl4pPr algn="l">
              <a:defRPr sz="2100" b="0" i="0">
                <a:solidFill>
                  <a:srgbClr val="D5D8DA"/>
                </a:solidFill>
              </a:defRPr>
            </a:lvl4pPr>
            <a:lvl5pPr algn="l">
              <a:defRPr sz="2100" b="0" i="0">
                <a:solidFill>
                  <a:srgbClr val="D5D8DA"/>
                </a:solidFill>
              </a:defRPr>
            </a:lvl5pPr>
            <a:lvl6pPr algn="l">
              <a:defRPr sz="2100" b="0" i="0">
                <a:solidFill>
                  <a:srgbClr val="D5D8DA"/>
                </a:solidFill>
              </a:defRPr>
            </a:lvl6pPr>
            <a:lvl7pPr algn="l">
              <a:defRPr sz="2100" b="0" i="0">
                <a:solidFill>
                  <a:srgbClr val="D5D8DA"/>
                </a:solidFill>
              </a:defRPr>
            </a:lvl7pPr>
            <a:lvl8pPr algn="l">
              <a:defRPr sz="2100" b="0" i="0">
                <a:solidFill>
                  <a:srgbClr val="D5D8DA"/>
                </a:solidFill>
              </a:defRPr>
            </a:lvl8pPr>
            <a:lvl9pPr algn="l">
              <a:defRPr sz="2100" b="0" i="0">
                <a:solidFill>
                  <a:srgbClr val="D5D8DA"/>
                </a:solidFill>
              </a:defRPr>
            </a:lvl9pPr>
          </a:lstStyle>
          <a:p xmlns:a="http://schemas.openxmlformats.org/drawingml/2006/main">
            <a:pPr algn="l">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We could even become your first customer.</a:t>
            </a:r>
          </a:p>
        </p:txBody>
      </p:sp>
    </p:spTree>
    <p:extLst>
      <p:ext uri="{BB962C8B-B14F-4D97-AF65-F5344CB8AC3E}">
        <p14:creationId xmlns:p14="http://schemas.microsoft.com/office/powerpoint/2010/main" val="5065774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10</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defRPr sz="2775" b="1" i="1">
                <a:solidFill>
                  <a:srgbClr val="FFFFFF"/>
                </a:solidFill>
              </a:defRPr>
            </a:lvl1pPr>
            <a:lvl2pPr algn="l">
              <a:defRPr sz="2775" b="1" i="1">
                <a:solidFill>
                  <a:srgbClr val="FFFFFF"/>
                </a:solidFill>
              </a:defRPr>
            </a:lvl2pPr>
            <a:lvl3pPr algn="l">
              <a:defRPr sz="2775" b="1" i="1">
                <a:solidFill>
                  <a:srgbClr val="FFFFFF"/>
                </a:solidFill>
              </a:defRPr>
            </a:lvl3pPr>
            <a:lvl4pPr algn="l">
              <a:defRPr sz="2775" b="1" i="1">
                <a:solidFill>
                  <a:srgbClr val="FFFFFF"/>
                </a:solidFill>
              </a:defRPr>
            </a:lvl4pPr>
            <a:lvl5pPr algn="l">
              <a:defRPr sz="2775" b="1" i="1">
                <a:solidFill>
                  <a:srgbClr val="FFFFFF"/>
                </a:solidFill>
              </a:defRPr>
            </a:lvl5pPr>
            <a:lvl6pPr algn="l">
              <a:defRPr sz="2775" b="1" i="1">
                <a:solidFill>
                  <a:srgbClr val="FFFFFF"/>
                </a:solidFill>
              </a:defRPr>
            </a:lvl6pPr>
            <a:lvl7pPr algn="l">
              <a:defRPr sz="2775" b="1" i="1">
                <a:solidFill>
                  <a:srgbClr val="FFFFFF"/>
                </a:solidFill>
              </a:defRPr>
            </a:lvl7pPr>
            <a:lvl8pPr algn="l">
              <a:defRPr sz="2775" b="1" i="1">
                <a:solidFill>
                  <a:srgbClr val="FFFFFF"/>
                </a:solidFill>
              </a:defRPr>
            </a:lvl8pPr>
            <a:lvl9pPr algn="l">
              <a:defRPr sz="2775" b="1" i="1">
                <a:solidFill>
                  <a:srgbClr val="FFFFFF"/>
                </a:solidFill>
              </a:defRPr>
            </a:lvl9pPr>
          </a:lstStyle>
          <a:p xmlns:a="http://schemas.openxmlformats.org/drawingml/2006/main">
            <a:pPr algn="l">
              <a:defRPr sz="2775" b="1" i="1">
                <a:solidFill>
                  <a:srgbClr val="FFFFFF"/>
                </a:solidFill>
              </a:defRPr>
            </a:pPr>
            <a:r>
              <a:rPr sz="2775" b="1" i="1">
                <a:solidFill>
                  <a:srgbClr val="FFFFFF"/>
                </a:solidFill>
              </a:rPr>
              <a:t>Our history was made on the factory floor.</a:t>
            </a:r>
          </a:p>
          <a:p xmlns:a="http://schemas.openxmlformats.org/drawingml/2006/main">
            <a:pPr algn="l">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defRPr sz="2100" b="1" i="0">
                <a:solidFill>
                  <a:srgbClr val="BEA06A"/>
                </a:solidFill>
              </a:defRPr>
            </a:lvl1pPr>
            <a:lvl2pPr algn="l">
              <a:defRPr sz="2100" b="1" i="0">
                <a:solidFill>
                  <a:srgbClr val="BEA06A"/>
                </a:solidFill>
              </a:defRPr>
            </a:lvl2pPr>
            <a:lvl3pPr algn="l">
              <a:defRPr sz="2100" b="1" i="0">
                <a:solidFill>
                  <a:srgbClr val="BEA06A"/>
                </a:solidFill>
              </a:defRPr>
            </a:lvl3pPr>
            <a:lvl4pPr algn="l">
              <a:defRPr sz="2100" b="1" i="0">
                <a:solidFill>
                  <a:srgbClr val="BEA06A"/>
                </a:solidFill>
              </a:defRPr>
            </a:lvl4pPr>
            <a:lvl5pPr algn="l">
              <a:defRPr sz="2100" b="1" i="0">
                <a:solidFill>
                  <a:srgbClr val="BEA06A"/>
                </a:solidFill>
              </a:defRPr>
            </a:lvl5pPr>
            <a:lvl6pPr algn="l">
              <a:defRPr sz="2100" b="1" i="0">
                <a:solidFill>
                  <a:srgbClr val="BEA06A"/>
                </a:solidFill>
              </a:defRPr>
            </a:lvl6pPr>
            <a:lvl7pPr algn="l">
              <a:defRPr sz="2100" b="1" i="0">
                <a:solidFill>
                  <a:srgbClr val="BEA06A"/>
                </a:solidFill>
              </a:defRPr>
            </a:lvl7pPr>
            <a:lvl8pPr algn="l">
              <a:defRPr sz="2100" b="1" i="0">
                <a:solidFill>
                  <a:srgbClr val="BEA06A"/>
                </a:solidFill>
              </a:defRPr>
            </a:lvl8pPr>
            <a:lvl9pPr algn="l">
              <a:defRPr sz="2100" b="1" i="0">
                <a:solidFill>
                  <a:srgbClr val="BEA06A"/>
                </a:solidFill>
              </a:defRPr>
            </a:lvl9pPr>
          </a:lstStyle>
          <a:p xmlns:a="http://schemas.openxmlformats.org/drawingml/2006/main">
            <a:pPr algn="l">
              <a:defRPr sz="2100" b="1" i="0">
                <a:solidFill>
                  <a:srgbClr val="BEA06A"/>
                </a:solidFill>
              </a:defRPr>
            </a:pPr>
            <a:r>
              <a:rPr sz="2100" b="1" i="0">
                <a:solidFill>
                  <a:srgbClr val="BEA06A"/>
                </a:solidFill>
              </a:rPr>
              <a:t>Come build and fight with us. Turn AI into action.</a:t>
            </a:r>
          </a:p>
        </p:txBody>
      </p:sp>
      <p:sp>
        <p:nvSpPr>
          <p:cNvPr id="5" name="">
            <a:extLst xmlns:a="http://schemas.openxmlformats.org/drawingml/2006/main">
              <a:ext uri="{FF2B5EF4-FFF2-40B4-BE49-F238E27FC236}">
                <a16:creationId xmlns:a16="http://schemas.microsoft.com/office/drawing/2014/main" id="{6BB4B1C2-72EC-4F8E-9B95-4A3FB2B2C252}"/>
              </a:ext>
            </a:extLst>
          </p:cNvPr>
          <p:cNvSpPr>
            <a:spLocks xmlns:a="http://schemas.openxmlformats.org/drawingml/2006/main" noGrp="1"/>
          </p:cNvSpPr>
          <p:nvPr/>
        </p:nvSpPr>
        <p:spPr>
          <a:xfrm xmlns:a="http://schemas.openxmlformats.org/drawingml/2006/main">
            <a:off x="723900" y="472440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BRAD</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723900" y="5038725"/>
            <a:ext cx="4667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bdaugherty@tkghunt.com</a:t>
            </a:r>
          </a:p>
        </p:txBody>
      </p:sp>
      <p:sp>
        <p:nvSpPr>
          <p:cNvPr id="7" name="">
            <a:extLst xmlns:a="http://schemas.openxmlformats.org/drawingml/2006/main">
              <a:ext uri="{FF2B5EF4-FFF2-40B4-BE49-F238E27FC236}">
                <a16:creationId xmlns:a16="http://schemas.microsoft.com/office/drawing/2014/main" id="{29D66A8B-01CA-46BD-87E6-D9B32A693B67}"/>
              </a:ext>
            </a:extLst>
          </p:cNvPr>
          <p:cNvSpPr>
            <a:spLocks xmlns:a="http://schemas.openxmlformats.org/drawingml/2006/main" noGrp="1"/>
          </p:cNvSpPr>
          <p:nvPr/>
        </p:nvSpPr>
        <p:spPr>
          <a:xfrm xmlns:a="http://schemas.openxmlformats.org/drawingml/2006/main">
            <a:off x="723900" y="5610225"/>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0" i="0">
                <a:solidFill>
                  <a:srgbClr val="D5D8DA"/>
                </a:solidFill>
              </a:defRPr>
            </a:defPPr>
            <a:lvl1pPr algn="l">
              <a:defRPr sz="1575" b="0" i="0">
                <a:solidFill>
                  <a:srgbClr val="D5D8DA"/>
                </a:solidFill>
              </a:defRPr>
            </a:lvl1pPr>
            <a:lvl2pPr algn="l">
              <a:defRPr sz="1575" b="0" i="0">
                <a:solidFill>
                  <a:srgbClr val="D5D8DA"/>
                </a:solidFill>
              </a:defRPr>
            </a:lvl2pPr>
            <a:lvl3pPr algn="l">
              <a:defRPr sz="1575" b="0" i="0">
                <a:solidFill>
                  <a:srgbClr val="D5D8DA"/>
                </a:solidFill>
              </a:defRPr>
            </a:lvl3pPr>
            <a:lvl4pPr algn="l">
              <a:defRPr sz="1575" b="0" i="0">
                <a:solidFill>
                  <a:srgbClr val="D5D8DA"/>
                </a:solidFill>
              </a:defRPr>
            </a:lvl4pPr>
            <a:lvl5pPr algn="l">
              <a:defRPr sz="1575" b="0" i="0">
                <a:solidFill>
                  <a:srgbClr val="D5D8DA"/>
                </a:solidFill>
              </a:defRPr>
            </a:lvl5pPr>
            <a:lvl6pPr algn="l">
              <a:defRPr sz="1575" b="0" i="0">
                <a:solidFill>
                  <a:srgbClr val="D5D8DA"/>
                </a:solidFill>
              </a:defRPr>
            </a:lvl6pPr>
            <a:lvl7pPr algn="l">
              <a:defRPr sz="1575" b="0" i="0">
                <a:solidFill>
                  <a:srgbClr val="D5D8DA"/>
                </a:solidFill>
              </a:defRPr>
            </a:lvl7pPr>
            <a:lvl8pPr algn="l">
              <a:defRPr sz="1575" b="0" i="0">
                <a:solidFill>
                  <a:srgbClr val="D5D8DA"/>
                </a:solidFill>
              </a:defRPr>
            </a:lvl8pPr>
            <a:lvl9pPr algn="l">
              <a:defRPr sz="1575" b="0" i="0">
                <a:solidFill>
                  <a:srgbClr val="D5D8DA"/>
                </a:solidFill>
              </a:defRPr>
            </a:lvl9pPr>
          </a:lstStyle>
          <a:p xmlns:a="http://schemas.openxmlformats.org/drawingml/2006/main">
            <a:pPr algn="l">
              <a:defRPr sz="1575" b="0" i="0">
                <a:solidFill>
                  <a:srgbClr val="D5D8DA"/>
                </a:solidFill>
              </a:defRPr>
            </a:pPr>
            <a:r>
              <a:rPr sz="1575" b="0" i="0">
                <a:solidFill>
                  <a:srgbClr val="D5D8DA"/>
                </a:solidFill>
              </a:rPr>
              <a:t>thekineticgroup.com/careers.html</a:t>
            </a:r>
          </a:p>
        </p:txBody>
      </p:sp>
      <p:sp>
        <p:nvSpPr>
          <p:cNvPr id="8" name="">
            <a:extLst xmlns:a="http://schemas.openxmlformats.org/drawingml/2006/main">
              <a:ext uri="{FF2B5EF4-FFF2-40B4-BE49-F238E27FC236}">
                <a16:creationId xmlns:a16="http://schemas.microsoft.com/office/drawing/2014/main" id="{590BD204-A6D7-45A7-9585-FD92F4A42AD4}"/>
              </a:ext>
            </a:extLst>
          </p:cNvPr>
          <p:cNvSpPr>
            <a:spLocks xmlns:a="http://schemas.openxmlformats.org/drawingml/2006/main" noGrp="1"/>
          </p:cNvSpPr>
          <p:nvPr/>
        </p:nvSpPr>
        <p:spPr>
          <a:xfrm xmlns:a="http://schemas.openxmlformats.org/drawingml/2006/main">
            <a:off x="5543550" y="4724400"/>
            <a:ext cx="2933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i="0">
                <a:solidFill>
                  <a:srgbClr val="BEA06A"/>
                </a:solidFill>
              </a:defRPr>
            </a:defPPr>
            <a:lvl1pPr algn="l">
              <a:defRPr sz="1650" b="1" i="0">
                <a:solidFill>
                  <a:srgbClr val="BEA06A"/>
                </a:solidFill>
              </a:defRPr>
            </a:lvl1pPr>
            <a:lvl2pPr algn="l">
              <a:defRPr sz="1650" b="1" i="0">
                <a:solidFill>
                  <a:srgbClr val="BEA06A"/>
                </a:solidFill>
              </a:defRPr>
            </a:lvl2pPr>
            <a:lvl3pPr algn="l">
              <a:defRPr sz="1650" b="1" i="0">
                <a:solidFill>
                  <a:srgbClr val="BEA06A"/>
                </a:solidFill>
              </a:defRPr>
            </a:lvl3pPr>
            <a:lvl4pPr algn="l">
              <a:defRPr sz="1650" b="1" i="0">
                <a:solidFill>
                  <a:srgbClr val="BEA06A"/>
                </a:solidFill>
              </a:defRPr>
            </a:lvl4pPr>
            <a:lvl5pPr algn="l">
              <a:defRPr sz="1650" b="1" i="0">
                <a:solidFill>
                  <a:srgbClr val="BEA06A"/>
                </a:solidFill>
              </a:defRPr>
            </a:lvl5pPr>
            <a:lvl6pPr algn="l">
              <a:defRPr sz="1650" b="1" i="0">
                <a:solidFill>
                  <a:srgbClr val="BEA06A"/>
                </a:solidFill>
              </a:defRPr>
            </a:lvl6pPr>
            <a:lvl7pPr algn="l">
              <a:defRPr sz="1650" b="1" i="0">
                <a:solidFill>
                  <a:srgbClr val="BEA06A"/>
                </a:solidFill>
              </a:defRPr>
            </a:lvl7pPr>
            <a:lvl8pPr algn="l">
              <a:defRPr sz="1650" b="1" i="0">
                <a:solidFill>
                  <a:srgbClr val="BEA06A"/>
                </a:solidFill>
              </a:defRPr>
            </a:lvl8pPr>
            <a:lvl9pPr algn="l">
              <a:defRPr sz="1650" b="1" i="0">
                <a:solidFill>
                  <a:srgbClr val="BEA06A"/>
                </a:solidFill>
              </a:defRPr>
            </a:lvl9pPr>
          </a:lstStyle>
          <a:p xmlns:a="http://schemas.openxmlformats.org/drawingml/2006/main">
            <a:pPr algn="l">
              <a:defRPr sz="1650" b="1" i="0">
                <a:solidFill>
                  <a:srgbClr val="BEA06A"/>
                </a:solidFill>
              </a:defRPr>
            </a:pPr>
            <a:r>
              <a:rPr sz="1650" b="1" i="0">
                <a:solidFill>
                  <a:srgbClr val="BEA06A"/>
                </a:solidFill>
              </a:rPr>
              <a:t>4FOUNDERS</a:t>
            </a:r>
          </a:p>
        </p:txBody>
      </p:sp>
      <p:sp>
        <p:nvSpPr>
          <p:cNvPr id="9" name="">
            <a:extLst xmlns:a="http://schemas.openxmlformats.org/drawingml/2006/main">
              <a:ext uri="{FF2B5EF4-FFF2-40B4-BE49-F238E27FC236}">
                <a16:creationId xmlns:a16="http://schemas.microsoft.com/office/drawing/2014/main" id="{0AD3077D-1780-44E0-8AE9-7FBE62174054}"/>
              </a:ext>
            </a:extLst>
          </p:cNvPr>
          <p:cNvSpPr>
            <a:spLocks xmlns:a="http://schemas.openxmlformats.org/drawingml/2006/main" noGrp="1"/>
          </p:cNvSpPr>
          <p:nvPr/>
        </p:nvSpPr>
        <p:spPr>
          <a:xfrm xmlns:a="http://schemas.openxmlformats.org/drawingml/2006/main">
            <a:off x="5543550" y="5038725"/>
            <a:ext cx="29241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4founders.dev</a:t>
            </a:r>
          </a:p>
        </p:txBody>
      </p:sp>
      <p:sp>
        <p:nvSpPr>
          <p:cNvPr id="10" name="">
            <a:extLst xmlns:a="http://schemas.openxmlformats.org/drawingml/2006/main">
              <a:ext uri="{FF2B5EF4-FFF2-40B4-BE49-F238E27FC236}">
                <a16:creationId xmlns:a16="http://schemas.microsoft.com/office/drawing/2014/main" id="{3512F6D4-7B37-4DE5-AE82-6E29C3AD8006}"/>
              </a:ext>
            </a:extLst>
          </p:cNvPr>
          <p:cNvSpPr>
            <a:spLocks xmlns:a="http://schemas.openxmlformats.org/drawingml/2006/main" noGrp="1"/>
          </p:cNvSpPr>
          <p:nvPr/>
        </p:nvSpPr>
        <p:spPr>
          <a:xfrm xmlns:a="http://schemas.openxmlformats.org/drawingml/2006/main">
            <a:off x="5543550" y="5524500"/>
            <a:ext cx="29813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425" b="0" i="0">
                <a:solidFill>
                  <a:srgbClr val="D5D8DA"/>
                </a:solidFill>
              </a:defRPr>
            </a:defPPr>
            <a:lvl1pPr algn="l">
              <a:defRPr sz="1425" b="0" i="0">
                <a:solidFill>
                  <a:srgbClr val="D5D8DA"/>
                </a:solidFill>
              </a:defRPr>
            </a:lvl1pPr>
            <a:lvl2pPr algn="l">
              <a:defRPr sz="1425" b="0" i="0">
                <a:solidFill>
                  <a:srgbClr val="D5D8DA"/>
                </a:solidFill>
              </a:defRPr>
            </a:lvl2pPr>
            <a:lvl3pPr algn="l">
              <a:defRPr sz="1425" b="0" i="0">
                <a:solidFill>
                  <a:srgbClr val="D5D8DA"/>
                </a:solidFill>
              </a:defRPr>
            </a:lvl3pPr>
            <a:lvl4pPr algn="l">
              <a:defRPr sz="1425" b="0" i="0">
                <a:solidFill>
                  <a:srgbClr val="D5D8DA"/>
                </a:solidFill>
              </a:defRPr>
            </a:lvl4pPr>
            <a:lvl5pPr algn="l">
              <a:defRPr sz="1425" b="0" i="0">
                <a:solidFill>
                  <a:srgbClr val="D5D8DA"/>
                </a:solidFill>
              </a:defRPr>
            </a:lvl5pPr>
            <a:lvl6pPr algn="l">
              <a:defRPr sz="1425" b="0" i="0">
                <a:solidFill>
                  <a:srgbClr val="D5D8DA"/>
                </a:solidFill>
              </a:defRPr>
            </a:lvl6pPr>
            <a:lvl7pPr algn="l">
              <a:defRPr sz="1425" b="0" i="0">
                <a:solidFill>
                  <a:srgbClr val="D5D8DA"/>
                </a:solidFill>
              </a:defRPr>
            </a:lvl7pPr>
            <a:lvl8pPr algn="l">
              <a:defRPr sz="1425" b="0" i="0">
                <a:solidFill>
                  <a:srgbClr val="D5D8DA"/>
                </a:solidFill>
              </a:defRPr>
            </a:lvl8pPr>
            <a:lvl9pPr algn="l">
              <a:defRPr sz="1425" b="0" i="0">
                <a:solidFill>
                  <a:srgbClr val="D5D8DA"/>
                </a:solidFill>
              </a:defRPr>
            </a:lvl9pPr>
          </a:lstStyle>
          <a:p xmlns:a="http://schemas.openxmlformats.org/drawingml/2006/main">
            <a:pPr algn="l">
              <a:defRPr sz="1425" b="0" i="0">
                <a:solidFill>
                  <a:srgbClr val="D5D8DA"/>
                </a:solidFill>
              </a:defRPr>
            </a:pPr>
            <a:r>
              <a:rPr sz="1425" b="0" i="0">
                <a:solidFill>
                  <a:srgbClr val="D5D8DA"/>
                </a:solidFill>
              </a:rPr>
              <a:t>Independent project platform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2026-10-22T18:15:00.1880000Z</dcterms:created>
  <dcterms:modified xsi:type="dcterms:W3CDTF">2026-10-22T18:15:00.1880000Z</dcterms:modified>
</coreProperties>
</file>