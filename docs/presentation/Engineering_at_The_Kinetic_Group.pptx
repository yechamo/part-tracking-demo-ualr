
<file path=[Content_Types].xml><?xml version="1.0" encoding="utf-8"?>
<Types xmlns="http://schemas.openxmlformats.org/package/2006/content-types">
  <Default Extension="xml" ContentType="application/vnd.openxmlformats-package.core-properties+xml"/>
  <Default Extension="jpeg" ContentType="image/jpeg"/>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2d037770d1d40ca" /><Relationship Type="http://schemas.openxmlformats.org/officeDocument/2006/relationships/extended-properties" Target="/docProps/app.xml" Id="R825602b2d9814aa6" /><Relationship Type="http://schemas.openxmlformats.org/officeDocument/2006/relationships/officeDocument" Target="/ppt/presentation.xml" Id="R807290aca0cd4025" /></Relationships>
</file>

<file path=ppt/presentation.xml><?xml version="1.0" encoding="utf-8"?>
<p:presentation xmlns:p="http://schemas.openxmlformats.org/presentationml/2006/main" embedTrueTypeFonts="1" saveSubsetFonts="1">
  <p:sldMasterIdLst>
    <p:sldMasterId xmlns:r="http://schemas.openxmlformats.org/officeDocument/2006/relationships" id="2147483648" r:id="R458ea20d47bb429a"/>
  </p:sldMasterIdLst>
  <p:notesMasterIdLst>
    <p:notesMasterId xmlns:r="http://schemas.openxmlformats.org/officeDocument/2006/relationships" r:id="R8edc1dd62e714ddf"/>
  </p:notesMasterIdLst>
  <p:sldIdLst>
    <p:sldId xmlns:r="http://schemas.openxmlformats.org/officeDocument/2006/relationships" id="256" r:id="R5f9a10d8581c400a"/>
    <p:sldId xmlns:r="http://schemas.openxmlformats.org/officeDocument/2006/relationships" id="257" r:id="R47fe067f3f86499c"/>
    <p:sldId xmlns:r="http://schemas.openxmlformats.org/officeDocument/2006/relationships" id="258" r:id="R25e96af159ce4d7f"/>
    <p:sldId xmlns:r="http://schemas.openxmlformats.org/officeDocument/2006/relationships" id="259" r:id="R41ab393a9faf4961"/>
    <p:sldId xmlns:r="http://schemas.openxmlformats.org/officeDocument/2006/relationships" id="260" r:id="Ra0f5b0bce1084f61"/>
    <p:sldId xmlns:r="http://schemas.openxmlformats.org/officeDocument/2006/relationships" id="261" r:id="R7cd919a4504e4fec"/>
    <p:sldId xmlns:r="http://schemas.openxmlformats.org/officeDocument/2006/relationships" id="262" r:id="R7b86181877224eea"/>
    <p:sldId xmlns:r="http://schemas.openxmlformats.org/officeDocument/2006/relationships" id="263" r:id="R1ce90dea5fd34bee"/>
    <p:sldId xmlns:r="http://schemas.openxmlformats.org/officeDocument/2006/relationships" id="264" r:id="R67b53c751a5d470e"/>
    <p:sldId xmlns:r="http://schemas.openxmlformats.org/officeDocument/2006/relationships" id="265" r:id="R79087e6113da4c00"/>
  </p:sldIdLst>
  <p:sldSz cx="9144000" cy="6858000"/>
  <p:notesSz cx="6858000" cy="9144000"/>
  <p:embeddedFontLst>
    <p:embeddedFont>
      <p:font typeface="Libre Franklin"/>
      <p:regular xmlns:r="http://schemas.openxmlformats.org/officeDocument/2006/relationships" r:id="Rff2f83cf375d404e"/>
      <p:bold xmlns:r="http://schemas.openxmlformats.org/officeDocument/2006/relationships" r:id="Rc16f73817d524833"/>
      <p:italic xmlns:r="http://schemas.openxmlformats.org/officeDocument/2006/relationships" r:id="R1098ca54bd6a4f01"/>
      <p:boldItalic xmlns:r="http://schemas.openxmlformats.org/officeDocument/2006/relationships" r:id="R2ea4fdca8e464d55"/>
    </p:embeddedFont>
  </p:embeddedFontLst>
  <p:defaultTextStyle>
    <a:defPPr xmlns:a="http://schemas.openxmlformats.org/drawingml/2006/main" marR="0" algn="l">
      <a:lnSpc>
        <a:spcPct val="100000"/>
      </a:lnSpc>
      <a:spcBef>
        <a:spcPts val="0"/>
      </a:spcBef>
      <a:spcAft>
        <a:spcPts val="0"/>
      </a:spcAft>
      <a:buNone/>
    </a:defPPr>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113EF894-9F77-477B-84B9-D12A6EE2603A}">
  <a:tblStyle styleId="{113EF894-9F77-477B-84B9-D12A6EE2603A}" styleName="Table_0">
    <a:wholeTbl>
      <a:tcTxStyle b="off" i="off">
        <a:font>
          <a:latin typeface="Franklin Gothic Book"/>
          <a:ea typeface="Franklin Gothic Book"/>
          <a:cs typeface="Franklin Gothic Book"/>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chemeClr val="accent5"/>
              </a:solidFill>
              <a:prstDash val="solid"/>
              <a:round/>
              <a:headEnd type="none" w="sm" len="sm"/>
              <a:tailEnd type="none" w="sm" len="sm"/>
            </a:ln>
          </a:top>
          <a:bottom>
            <a:ln w="12700" cap="flat" cmpd="sng">
              <a:solidFill>
                <a:schemeClr val="accent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chemeClr val="accent5">
              <a:alpha val="20000"/>
            </a:schemeClr>
          </a:solidFill>
        </a:fill>
      </a:tcStyle>
    </a:band1H>
    <a:band2H>
      <a:tcTxStyle b="off" i="off"/>
      <a:tcStyle>
        <a:tcBdr/>
      </a:tcStyle>
    </a:band2H>
    <a:band1V>
      <a:tcTxStyle b="off" i="off"/>
      <a:tcStyle>
        <a:tcBdr/>
        <a:fill>
          <a:solidFill>
            <a:schemeClr val="accent5">
              <a:alpha val="20000"/>
            </a:scheme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chemeClr val="accent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chemeClr val="accent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7253f6d17f394d54" /><Relationship Type="http://schemas.openxmlformats.org/officeDocument/2006/relationships/slideMaster" Target="/ppt/slideMasters/slideMaster1.xml" Id="R458ea20d47bb429a" /><Relationship Type="http://schemas.openxmlformats.org/officeDocument/2006/relationships/notesMaster" Target="/ppt/notesMasters/notesMaster1.xml" Id="R8edc1dd62e714ddf" /><Relationship Type="http://schemas.openxmlformats.org/officeDocument/2006/relationships/presProps" Target="/ppt/presProps.xml" Id="Rd41c3806944b4660" /><Relationship Type="http://schemas.openxmlformats.org/officeDocument/2006/relationships/viewProps" Target="/ppt/viewProps.xml" Id="R6c3549d79ba14d6e" /><Relationship Type="http://schemas.openxmlformats.org/officeDocument/2006/relationships/tableStyles" Target="/ppt/tableStyles.xml" Id="R0f578a2fdb404789" /><Relationship Type="http://schemas.openxmlformats.org/officeDocument/2006/relationships/font" Target="/ppt/fonts/font.dat" Id="Rff2f83cf375d404e" /><Relationship Type="http://schemas.openxmlformats.org/officeDocument/2006/relationships/font" Target="/ppt/fonts/font2.dat" Id="Rc16f73817d524833" /><Relationship Type="http://schemas.openxmlformats.org/officeDocument/2006/relationships/font" Target="/ppt/fonts/font3.dat" Id="R1098ca54bd6a4f01" /><Relationship Type="http://schemas.openxmlformats.org/officeDocument/2006/relationships/font" Target="/ppt/fonts/font4.dat" Id="R2ea4fdca8e464d55" /><Relationship Type="http://schemas.openxmlformats.org/officeDocument/2006/relationships/slide" Target="/ppt/slides/slide1.xml" Id="R5f9a10d8581c400a" /><Relationship Type="http://schemas.openxmlformats.org/officeDocument/2006/relationships/slide" Target="/ppt/slides/slide2.xml" Id="R47fe067f3f86499c" /><Relationship Type="http://schemas.openxmlformats.org/officeDocument/2006/relationships/slide" Target="/ppt/slides/slide3.xml" Id="R25e96af159ce4d7f" /><Relationship Type="http://schemas.openxmlformats.org/officeDocument/2006/relationships/slide" Target="/ppt/slides/slide4.xml" Id="R41ab393a9faf4961" /><Relationship Type="http://schemas.openxmlformats.org/officeDocument/2006/relationships/slide" Target="/ppt/slides/slide5.xml" Id="Ra0f5b0bce1084f61" /><Relationship Type="http://schemas.openxmlformats.org/officeDocument/2006/relationships/slide" Target="/ppt/slides/slide6.xml" Id="R7cd919a4504e4fec" /><Relationship Type="http://schemas.openxmlformats.org/officeDocument/2006/relationships/slide" Target="/ppt/slides/slide7.xml" Id="R7b86181877224eea" /><Relationship Type="http://schemas.openxmlformats.org/officeDocument/2006/relationships/slide" Target="/ppt/slides/slide8.xml" Id="R1ce90dea5fd34bee" /><Relationship Type="http://schemas.openxmlformats.org/officeDocument/2006/relationships/slide" Target="/ppt/slides/slide9.xml" Id="R67b53c751a5d470e" /><Relationship Type="http://schemas.openxmlformats.org/officeDocument/2006/relationships/slide" Target="/ppt/slides/slide10.xml" Id="R79087e6113da4c0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bfbcabc5b5a410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b1d851dda654336" /><Relationship Type="http://schemas.openxmlformats.org/officeDocument/2006/relationships/notesMaster" Target="/ppt/notesMasters/notesMaster1.xml" Id="Rb2abbf82e21b43d2" /></Relationships>
</file>

<file path=ppt/notesSlides/_rels/notesSlide2.xml.rels>&#65279;<?xml version="1.0" encoding="utf-8"?><Relationships xmlns="http://schemas.openxmlformats.org/package/2006/relationships"><Relationship Type="http://schemas.openxmlformats.org/officeDocument/2006/relationships/slide" Target="/ppt/slides/slide2.xml" Id="R1a05734738594b07" /><Relationship Type="http://schemas.openxmlformats.org/officeDocument/2006/relationships/notesMaster" Target="/ppt/notesMasters/notesMaster1.xml" Id="Rfdd4a70976d644f6" /></Relationships>
</file>

<file path=ppt/notesSlides/_rels/notesSlide3.xml.rels>&#65279;<?xml version="1.0" encoding="utf-8"?><Relationships xmlns="http://schemas.openxmlformats.org/package/2006/relationships"><Relationship Type="http://schemas.openxmlformats.org/officeDocument/2006/relationships/slide" Target="/ppt/slides/slide3.xml" Id="Ra81f6be1343f4416" /><Relationship Type="http://schemas.openxmlformats.org/officeDocument/2006/relationships/notesMaster" Target="/ppt/notesMasters/notesMaster1.xml" Id="R5c26d910ac504b7d" /></Relationships>
</file>

<file path=ppt/notesSlides/_rels/notesSlide4.xml.rels>&#65279;<?xml version="1.0" encoding="utf-8"?><Relationships xmlns="http://schemas.openxmlformats.org/package/2006/relationships"><Relationship Type="http://schemas.openxmlformats.org/officeDocument/2006/relationships/slide" Target="/ppt/slides/slide4.xml" Id="Rbcdfe56c811b4bd4" /><Relationship Type="http://schemas.openxmlformats.org/officeDocument/2006/relationships/notesMaster" Target="/ppt/notesMasters/notesMaster1.xml" Id="R1c5fd73b8a674fde" /></Relationships>
</file>

<file path=ppt/notesSlides/_rels/notesSlide5.xml.rels>&#65279;<?xml version="1.0" encoding="utf-8"?><Relationships xmlns="http://schemas.openxmlformats.org/package/2006/relationships"><Relationship Type="http://schemas.openxmlformats.org/officeDocument/2006/relationships/slide" Target="/ppt/slides/slide5.xml" Id="Rd6465c6b12e54116" /><Relationship Type="http://schemas.openxmlformats.org/officeDocument/2006/relationships/notesMaster" Target="/ppt/notesMasters/notesMaster1.xml" Id="R9a604d82cfa846c9" /></Relationships>
</file>

<file path=ppt/notesSlides/_rels/notesSlide6.xml.rels>&#65279;<?xml version="1.0" encoding="utf-8"?><Relationships xmlns="http://schemas.openxmlformats.org/package/2006/relationships"><Relationship Type="http://schemas.openxmlformats.org/officeDocument/2006/relationships/slide" Target="/ppt/slides/slide6.xml" Id="Rdd9a5344822c4500" /><Relationship Type="http://schemas.openxmlformats.org/officeDocument/2006/relationships/notesMaster" Target="/ppt/notesMasters/notesMaster1.xml" Id="Rf5fa0ad9d2a14a62" /></Relationships>
</file>

<file path=ppt/notesSlides/_rels/notesSlide7.xml.rels>&#65279;<?xml version="1.0" encoding="utf-8"?><Relationships xmlns="http://schemas.openxmlformats.org/package/2006/relationships"><Relationship Type="http://schemas.openxmlformats.org/officeDocument/2006/relationships/slide" Target="/ppt/slides/slide7.xml" Id="Rec28b00b6f4c4ba1" /><Relationship Type="http://schemas.openxmlformats.org/officeDocument/2006/relationships/notesMaster" Target="/ppt/notesMasters/notesMaster1.xml" Id="Ra4d8ebe3fd024694" /></Relationships>
</file>

<file path=ppt/notesSlides/_rels/notesSlide8.xml.rels>&#65279;<?xml version="1.0" encoding="utf-8"?><Relationships xmlns="http://schemas.openxmlformats.org/package/2006/relationships"><Relationship Type="http://schemas.openxmlformats.org/officeDocument/2006/relationships/slide" Target="/ppt/slides/slide8.xml" Id="R3cba00ca72f64d08" /><Relationship Type="http://schemas.openxmlformats.org/officeDocument/2006/relationships/notesMaster" Target="/ppt/notesMasters/notesMaster1.xml" Id="R9a2e05e2b01f4e92" /></Relationships>
</file>

<file path=ppt/notesSlides/_rels/notesSlide9.xml.rels>&#65279;<?xml version="1.0" encoding="utf-8"?><Relationships xmlns="http://schemas.openxmlformats.org/package/2006/relationships"><Relationship Type="http://schemas.openxmlformats.org/officeDocument/2006/relationships/slide" Target="/ppt/slides/slide9.xml" Id="Rb2259f148e9c4f60" /><Relationship Type="http://schemas.openxmlformats.org/officeDocument/2006/relationships/notesMaster" Target="/ppt/notesMasters/notesMaster1.xml" Id="Rc09260bf5f424b2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919950a42a947a6" /><Relationship Type="http://schemas.openxmlformats.org/officeDocument/2006/relationships/notesMaster" Target="/ppt/notesMasters/notesMaster1.xml" Id="R1708cc3cea7d498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Introduce yourself as lead of small engineering teams across TKG, mainly at Remington. Introduce Wesley. WESLEY: One of the first software interns; Remington Vision began with him as an intern and continues in his engineering role. WESLEY GAP (15–20 seconds): add a personal sentence. BRAD: state the purpose of the talk and invitation to connect.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Honor the manufacturing legacy and set the ambition to keep writing the rules for decades to come. Remington traces its history to 1816: https://www.remington.com/about-us.html . Remington says Lonoke operations began in 1969: https://www.remington.com/big-green-blog/labor-day-special.html . This is our ambition, not a claim that we already set a new industry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Explain the system simply: machines sense what is happening; software turns signals into a decision; people or equipment act. Small teams across TKG, primarily at Remington, build, test, and improve the full chain with the people who use it. Keep details for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Say why you love the variety and visible impact, then hand off. WESLEY: Use his own points—one of the first software interns; work with AI and different machines; freedom to explore; ownership; unexpected opportunities. WESLEY GAP (30–45 seconds): one concrete public example of a problem, what he explored, and what he learned.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WESLEY leads; BRAD operates slides. Show Gatorade bottles under the camera and the on-screen sorting decision. Pause after each result; invite a choice or another feature if the setup supports it. This is a demonstration setup and does not control a production sorting 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WESLEY: Explain variation, timing, and reliability using what the audience just saw. WESLEY GAP (20–30 seconds): a practical challenge solved to make one behavior repeatable; share only public details. BRAD: disciplined engineering is what makes a capability useful in real manufacturing conditions.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Invite talent across Remington and TKG. Mention mechanical engineering, controls, software, and testing as examples; curiosity and persistence matter too. Direct job applications to the official careers page. Ask students what they have built and want to try next.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Run the separate 4Founders interactive challenge. Ask audience to scan QR or use the URL and event PIN, then draw, test, and change. Allow about three minutes. 4Founders is an independent project platform; company job applications go through TKG careers.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Invite interests beyond the disciplines shown. Ask what students want to pursue. If a real fit emerges, explore a first step together; in the right situation the organization might become their first customer. This is a possibility, not a commitment.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Give email, official careers page, and independent 4Founders path. WESLEY: Invite engineering questions and student projects. BRAD: Close with the on-screen line: “Our history was made on the factory floor. The future will be, too. Come build and fight with us. Turn AI into action.” Hold this slide for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c29844aaffe47ca" /><Relationship Type="http://schemas.openxmlformats.org/officeDocument/2006/relationships/image" Target="/ppt/media/image.jpeg" Id="R7850a1a2361d4977" /><Relationship Type="http://schemas.openxmlformats.org/officeDocument/2006/relationships/image" Target="/ppt/media/image2.jpeg" Id="Rc20e8fea47a949d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44ee97048a345dd" /><Relationship Type="http://schemas.openxmlformats.org/officeDocument/2006/relationships/image" Target="/ppt/media/image.jpeg" Id="Rb9c9ac1ff134468d" /><Relationship Type="http://schemas.openxmlformats.org/officeDocument/2006/relationships/image" Target="/ppt/media/image3.jpeg" Id="Re86002d6618f4bd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27af1dedc504361" /><Relationship Type="http://schemas.openxmlformats.org/officeDocument/2006/relationships/image" Target="/ppt/media/image4.jpeg" Id="R5ed239c0771e401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a78dcb521a24894" /><Relationship Type="http://schemas.openxmlformats.org/officeDocument/2006/relationships/image" Target="/ppt/media/image5.jpeg" Id="R70496f4e96874b7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e37f5212dc2479e" /><Relationship Type="http://schemas.openxmlformats.org/officeDocument/2006/relationships/image" Target="/ppt/media/image6.jpeg" Id="Rd4d01e86f7ab464d" /></Relationships>
</file>

<file path=ppt/slideLayouts/slideLayout1.xml><?xml version="1.0" encoding="utf-8"?>
<p:sldLayout xmlns:p="http://schemas.openxmlformats.org/presentationml/2006/main" matchingName="2_Title Slide - Lifestyle">
  <p:cSld name="2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1" name="Google Shape;11;p14">
            <a:extLst xmlns:a="http://schemas.openxmlformats.org/drawingml/2006/main">
              <a:ext uri="{FF2B5EF4-FFF2-40B4-BE49-F238E27FC236}">
                <a16:creationId xmlns:a16="http://schemas.microsoft.com/office/drawing/2014/main" id="{13EAE8A3-004D-4795-825B-C88C8018D960}"/>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7850a1a2361d4977">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2" name="Google Shape;12;p14">
            <a:extLst xmlns:a="http://schemas.openxmlformats.org/drawingml/2006/main">
              <a:ext uri="{FF2B5EF4-FFF2-40B4-BE49-F238E27FC236}">
                <a16:creationId xmlns:a16="http://schemas.microsoft.com/office/drawing/2014/main" id="{25586D5E-CFD7-471D-8786-A5BDD5636DCA}"/>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c20e8fea47a949d9">
            <a:alphaModFix/>
          </a:blip>
          <a:srcRect xmlns:a="http://schemas.openxmlformats.org/drawingml/2006/main" l="159" t="0" r="169" b="0"/>
          <a:stretch xmlns:a="http://schemas.openxmlformats.org/drawingml/2006/main"/>
        </p:blipFill>
        <p:spPr>
          <a:xfrm xmlns:a="http://schemas.openxmlformats.org/drawingml/2006/main">
            <a:off x="0" y="9427"/>
            <a:ext cx="9143997" cy="6858000"/>
          </a:xfrm>
          <a:prstGeom xmlns:a="http://schemas.openxmlformats.org/drawingml/2006/main" prst="rect">
            <a:avLst/>
          </a:prstGeom>
          <a:ln xmlns:a="http://schemas.openxmlformats.org/drawingml/2006/main">
            <a:noFill/>
          </a:ln>
        </p:spPr>
      </p:pic>
      <p:sp>
        <p:nvSpPr>
          <p:cNvPr id="13" name="Google Shape;13;p14">
            <a:extLst xmlns:a="http://schemas.openxmlformats.org/drawingml/2006/main">
              <a:ext uri="{FF2B5EF4-FFF2-40B4-BE49-F238E27FC236}">
                <a16:creationId xmlns:a16="http://schemas.microsoft.com/office/drawing/2014/main" id="{C534555D-0BE6-439E-9D43-20F646697BF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Layouts/slideLayout2.xml><?xml version="1.0" encoding="utf-8"?>
<p:sldLayout xmlns:p="http://schemas.openxmlformats.org/presentationml/2006/main" matchingName="1_Title Slide - Lifestyle">
  <p:cSld name="1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5" name="Google Shape;15;p13">
            <a:extLst xmlns:a="http://schemas.openxmlformats.org/drawingml/2006/main">
              <a:ext uri="{FF2B5EF4-FFF2-40B4-BE49-F238E27FC236}">
                <a16:creationId xmlns:a16="http://schemas.microsoft.com/office/drawing/2014/main" id="{20218C7A-614E-4070-B7A1-121E1140AA8B}"/>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b9c9ac1ff134468d">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6" name="Google Shape;16;p13">
            <a:extLst xmlns:a="http://schemas.openxmlformats.org/drawingml/2006/main">
              <a:ext uri="{FF2B5EF4-FFF2-40B4-BE49-F238E27FC236}">
                <a16:creationId xmlns:a16="http://schemas.microsoft.com/office/drawing/2014/main" id="{69DCE2BD-EB95-4B05-966A-D6B5FBD2500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86002d6618f4bd3">
            <a:alphaModFix/>
          </a:blip>
          <a:srcRect xmlns:a="http://schemas.openxmlformats.org/drawingml/2006/main" l="159" t="0" r="169" b="0"/>
          <a:stretch xmlns:a="http://schemas.openxmlformats.org/drawingml/2006/main"/>
        </p:blipFill>
        <p:spPr>
          <a:xfrm xmlns:a="http://schemas.openxmlformats.org/drawingml/2006/main">
            <a:off x="0" y="0"/>
            <a:ext cx="9143997" cy="6858000"/>
          </a:xfrm>
          <a:prstGeom xmlns:a="http://schemas.openxmlformats.org/drawingml/2006/main" prst="rect">
            <a:avLst/>
          </a:prstGeom>
          <a:ln xmlns:a="http://schemas.openxmlformats.org/drawingml/2006/main">
            <a:noFill/>
          </a:ln>
        </p:spPr>
      </p:pic>
      <p:sp>
        <p:nvSpPr>
          <p:cNvPr id="17" name="Google Shape;17;p13">
            <a:extLst xmlns:a="http://schemas.openxmlformats.org/drawingml/2006/main">
              <a:ext uri="{FF2B5EF4-FFF2-40B4-BE49-F238E27FC236}">
                <a16:creationId xmlns:a16="http://schemas.microsoft.com/office/drawing/2014/main" id="{563D718D-5500-479B-BF78-E451A8DF4F4C}"/>
              </a:ext>
            </a:extLst>
          </p:cNvPr>
          <p:cNvSpPr>
            <a:spLocks xmlns:a="http://schemas.openxmlformats.org/drawingml/2006/main" noGrp="1"/>
          </p:cNvSpPr>
          <p:nvPr>
            <p:ph type="body" idx="1"/>
          </p:nvPr>
        </p:nvSpPr>
        <p:spPr>
          <a:xfrm xmlns:a="http://schemas.openxmlformats.org/drawingml/2006/main">
            <a:off x="711175" y="2660097"/>
            <a:ext cx="7721700" cy="868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ctr">
              <a:lnSpc>
                <a:spcPct val="110000"/>
              </a:lnSpc>
              <a:spcBef>
                <a:spcPts val="225"/>
              </a:spcBef>
              <a:spcAft>
                <a:spcPts val="0"/>
              </a:spcAft>
              <a:buClr>
                <a:srgbClr val="FFFFFF"/>
              </a:buClr>
              <a:buSzPts val="3443"/>
              <a:buFont typeface="Arial"/>
              <a:buNone/>
              <a:defRPr sz="4050" b="0" i="0" u="none" strike="noStrike" cap="none">
                <a:solidFill>
                  <a:srgbClr val="FFFFFF"/>
                </a:solidFill>
                <a:latin typeface="Arial"/>
                <a:ea typeface="Arial"/>
                <a:cs typeface="Arial"/>
              </a:defRPr>
            </a:lvl1pPr>
            <a:lvl2pPr marL="914400" marR="0" indent="-228600" algn="l">
              <a:lnSpc>
                <a:spcPct val="110000"/>
              </a:lnSpc>
              <a:spcBef>
                <a:spcPts val="225"/>
              </a:spcBef>
              <a:spcAft>
                <a:spcPts val="0"/>
              </a:spcAft>
              <a:buClr>
                <a:srgbClr val="FFFFFF"/>
              </a:buClr>
              <a:buSzPts val="1339"/>
              <a:buFont typeface="Arial"/>
              <a:buNone/>
              <a:defRPr sz="1575" b="0" i="0" u="none" strike="noStrike" cap="none">
                <a:solidFill>
                  <a:srgbClr val="FFFFFF"/>
                </a:solidFill>
                <a:latin typeface="Libre Franklin"/>
                <a:ea typeface="Libre Franklin"/>
                <a:cs typeface="Libre Franklin"/>
              </a:defRPr>
            </a:lvl2pPr>
            <a:lvl3pPr marL="1371600" marR="0" indent="-228600" algn="l">
              <a:lnSpc>
                <a:spcPct val="110000"/>
              </a:lnSpc>
              <a:spcBef>
                <a:spcPts val="225"/>
              </a:spcBef>
              <a:spcAft>
                <a:spcPts val="0"/>
              </a:spcAft>
              <a:buClr>
                <a:srgbClr val="FFFFFF"/>
              </a:buClr>
              <a:buSzPts val="1148"/>
              <a:buFont typeface="Arial"/>
              <a:buNone/>
              <a:defRPr sz="1350" b="0" i="0" u="none" strike="noStrike" cap="none">
                <a:solidFill>
                  <a:srgbClr val="FFFFFF"/>
                </a:solidFill>
                <a:latin typeface="Libre Franklin"/>
                <a:ea typeface="Libre Franklin"/>
                <a:cs typeface="Libre Franklin"/>
              </a:defRPr>
            </a:lvl3pPr>
            <a:lvl4pPr marL="18288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4pPr>
            <a:lvl5pPr marL="22860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5pPr>
            <a:lvl6pPr marL="27432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6pPr>
            <a:lvl7pPr marL="32004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7pPr>
            <a:lvl8pPr marL="36576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8pPr>
            <a:lvl9pPr marL="41148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9pPr>
          </a:lstStyle>
          <a:p xmlns:a="http://schemas.openxmlformats.org/drawingml/2006/main">
            <a:endParaRPr/>
          </a:p>
        </p:txBody>
      </p:sp>
      <p:sp>
        <p:nvSpPr>
          <p:cNvPr id="18" name="Google Shape;18;p13">
            <a:extLst xmlns:a="http://schemas.openxmlformats.org/drawingml/2006/main">
              <a:ext uri="{FF2B5EF4-FFF2-40B4-BE49-F238E27FC236}">
                <a16:creationId xmlns:a16="http://schemas.microsoft.com/office/drawing/2014/main" id="{1F967B58-207E-4CAF-9987-7B403E079CCE}"/>
              </a:ext>
            </a:extLst>
          </p:cNvPr>
          <p:cNvSpPr>
            <a:spLocks xmlns:a="http://schemas.openxmlformats.org/drawingml/2006/main" noGrp="1"/>
          </p:cNvSpPr>
          <p:nvPr>
            <p:ph type="sldNum" idx="12"/>
          </p:nvPr>
        </p:nvSpPr>
        <p:spPr>
          <a:xfrm xmlns:a="http://schemas.openxmlformats.org/drawingml/2006/main">
            <a:off x="59342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1pPr>
            <a:lvl2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2pPr>
            <a:lvl3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3pPr>
            <a:lvl4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4pPr>
            <a:lvl5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5pPr>
            <a:lvl6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6pPr>
            <a:lvl7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7pPr>
            <a:lvl8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8pPr>
            <a:lvl9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9pPr>
          </a:lstStyle>
          <a:p xmlns:a="http://schemas.openxmlformats.org/drawingml/2006/main">
            <a:pPr marL="0" lvl="0" indent="0" algn="r">
              <a:spcBef>
                <a:spcPts val="0"/>
              </a:spcBef>
              <a:spcAft>
                <a:spcPts val="0"/>
              </a:spcAft>
              <a:buNone/>
            </a:pPr>
            <a:fld id="{00000000-1234-1234-1234-123412341234}" type="slidenum">
              <a:t>‹#›</a:t>
            </a:fld>
            <a:endParaRPr/>
          </a:p>
        </p:txBody>
      </p:sp>
      <p:sp>
        <p:nvSpPr>
          <p:cNvPr id="19" name="Google Shape;19;p13">
            <a:extLst xmlns:a="http://schemas.openxmlformats.org/drawingml/2006/main">
              <a:ext uri="{FF2B5EF4-FFF2-40B4-BE49-F238E27FC236}">
                <a16:creationId xmlns:a16="http://schemas.microsoft.com/office/drawing/2014/main" id="{96E36342-DEC2-4516-8412-06DDB1DDDC3F}"/>
              </a:ext>
            </a:extLst>
          </p:cNvPr>
          <p:cNvSpPr>
            <a:spLocks xmlns:a="http://schemas.openxmlformats.org/drawingml/2006/main" noGrp="1"/>
          </p:cNvSpPr>
          <p:nvPr>
            <p:ph type="sldNum" idx="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Title Slide - Light">
  <p:cSld name="Title Slide - Light">
    <p:bg>
      <p:bgPr>
        <a:blipFill xmlns:a="http://schemas.openxmlformats.org/drawingml/2006/main">
          <a:blip xmlns:r="http://schemas.openxmlformats.org/officeDocument/2006/relationships" r:embed="R5ed239c0771e401f">
            <a:alphaModFix/>
          </a:blip>
          <a:stretch>
            <a:fillRect l="0" t="0" r="0" b="0"/>
          </a:stretch>
        </a:blipFill>
      </p:bgPr>
    </p:bg>
    <p:spTree>
      <p:nvGrpSpPr>
        <p:cNvPr id="1" name=""/>
        <p:cNvGrpSpPr/>
        <p:nvPr/>
      </p:nvGrpSpPr>
      <p:grpSpPr>
        <a:xfrm xmlns:a="http://schemas.openxmlformats.org/drawingml/2006/main"/>
      </p:grpSpPr>
      <p:cxnSp>
        <p:nvCxnSpPr>
          <p:cNvPr id="21" name="Google Shape;21;p18">
            <a:extLst xmlns:a="http://schemas.openxmlformats.org/drawingml/2006/main">
              <a:ext uri="{FF2B5EF4-FFF2-40B4-BE49-F238E27FC236}">
                <a16:creationId xmlns:a16="http://schemas.microsoft.com/office/drawing/2014/main" id="{729116B9-9B4E-4972-9AB4-D4ADDEBF76E3}"/>
              </a:ext>
            </a:extLst>
          </p:cNvPr>
          <p:cNvCxnSpPr/>
          <p:nvPr/>
        </p:nvCxnSpPr>
        <p:spPr>
          <a:xfrm xmlns:a="http://schemas.openxmlformats.org/drawingml/2006/main">
            <a:off x="676064" y="2229763"/>
            <a:ext cx="7713961" cy="0"/>
          </a:xfrm>
          <a:prstGeom xmlns:a="http://schemas.openxmlformats.org/drawingml/2006/main" prst="straightConnector1">
            <a:avLst/>
          </a:prstGeom>
          <a:ln xmlns:a="http://schemas.openxmlformats.org/drawingml/2006/main" w="9525" cap="flat">
            <a:solidFill>
              <a:srgbClr val="9D7C2F"/>
            </a:solidFill>
            <a:prstDash val="solid"/>
            <a:miter/>
            <a:headEnd type="none" w="sm" len="sm"/>
            <a:tailEnd type="none" w="sm" len="sm"/>
          </a:ln>
        </p:spPr>
      </p:cxnSp>
      <p:sp>
        <p:nvSpPr>
          <p:cNvPr id="22" name="Google Shape;22;p18">
            <a:extLst xmlns:a="http://schemas.openxmlformats.org/drawingml/2006/main">
              <a:ext uri="{FF2B5EF4-FFF2-40B4-BE49-F238E27FC236}">
                <a16:creationId xmlns:a16="http://schemas.microsoft.com/office/drawing/2014/main" id="{7129C11B-35BB-45DF-B0B0-ED8240199D70}"/>
              </a:ext>
            </a:extLst>
          </p:cNvPr>
          <p:cNvSpPr>
            <a:spLocks xmlns:a="http://schemas.openxmlformats.org/drawingml/2006/main" noGrp="1"/>
          </p:cNvSpPr>
          <p:nvPr>
            <p:ph type="body" idx="1"/>
          </p:nvPr>
        </p:nvSpPr>
        <p:spPr>
          <a:xfrm xmlns:a="http://schemas.openxmlformats.org/drawingml/2006/main">
            <a:off x="600437" y="1553047"/>
            <a:ext cx="7713961" cy="68396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l">
              <a:lnSpc>
                <a:spcPct val="110000"/>
              </a:lnSpc>
              <a:spcBef>
                <a:spcPts val="225"/>
              </a:spcBef>
              <a:spcAft>
                <a:spcPts val="0"/>
              </a:spcAft>
              <a:buClr>
                <a:schemeClr val="accent1"/>
              </a:buClr>
              <a:buSzPts val="2550"/>
              <a:buFont typeface="Arial"/>
              <a:buNone/>
              <a:defRPr sz="3000" b="0" i="0" u="none" strike="noStrike" cap="none">
                <a:solidFill>
                  <a:schemeClr val="lt1"/>
                </a:solidFill>
                <a:latin typeface="Arial"/>
                <a:ea typeface="Arial"/>
                <a:cs typeface="Arial"/>
              </a:defRPr>
            </a:lvl1pPr>
            <a:lvl2pPr marL="914400" marR="0" indent="-228600" algn="l">
              <a:lnSpc>
                <a:spcPct val="110000"/>
              </a:lnSpc>
              <a:spcBef>
                <a:spcPts val="225"/>
              </a:spcBef>
              <a:spcAft>
                <a:spcPts val="0"/>
              </a:spcAft>
              <a:buClr>
                <a:schemeClr val="accent1"/>
              </a:buClr>
              <a:buSzPts val="1339"/>
              <a:buFont typeface="Arial"/>
              <a:buNone/>
              <a:defRPr sz="1575" b="0" i="0" u="none" strike="noStrike" cap="none">
                <a:solidFill>
                  <a:srgbClr val="3F3F3F"/>
                </a:solidFill>
                <a:latin typeface="Libre Franklin"/>
                <a:ea typeface="Libre Franklin"/>
                <a:cs typeface="Libre Franklin"/>
              </a:defRPr>
            </a:lvl2pPr>
            <a:lvl3pPr marL="1371600" marR="0" indent="-228600" algn="l">
              <a:lnSpc>
                <a:spcPct val="110000"/>
              </a:lnSpc>
              <a:spcBef>
                <a:spcPts val="225"/>
              </a:spcBef>
              <a:spcAft>
                <a:spcPts val="0"/>
              </a:spcAft>
              <a:buClr>
                <a:schemeClr val="accent1"/>
              </a:buClr>
              <a:buSzPts val="1148"/>
              <a:buFont typeface="Arial"/>
              <a:buNone/>
              <a:defRPr sz="1350" b="0" i="0" u="none" strike="noStrike" cap="none">
                <a:solidFill>
                  <a:srgbClr val="3F3F3F"/>
                </a:solidFill>
                <a:latin typeface="Libre Franklin"/>
                <a:ea typeface="Libre Franklin"/>
                <a:cs typeface="Libre Franklin"/>
              </a:defRPr>
            </a:lvl3pPr>
            <a:lvl4pPr marL="18288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4pPr>
            <a:lvl5pPr marL="22860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3" name="Google Shape;23;p18">
            <a:extLst xmlns:a="http://schemas.openxmlformats.org/drawingml/2006/main">
              <a:ext uri="{FF2B5EF4-FFF2-40B4-BE49-F238E27FC236}">
                <a16:creationId xmlns:a16="http://schemas.microsoft.com/office/drawing/2014/main" id="{A48C26F2-D76D-4483-AE24-E5B0A2D93169}"/>
              </a:ext>
            </a:extLst>
          </p:cNvPr>
          <p:cNvSpPr>
            <a:spLocks xmlns:a="http://schemas.openxmlformats.org/drawingml/2006/main" noGrp="1"/>
          </p:cNvSpPr>
          <p:nvPr>
            <p:ph type="body" idx="2"/>
          </p:nvPr>
        </p:nvSpPr>
        <p:spPr>
          <a:xfrm xmlns:a="http://schemas.openxmlformats.org/drawingml/2006/main">
            <a:off x="711201" y="2459516"/>
            <a:ext cx="5995988" cy="1925601"/>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93370"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1pPr>
            <a:lvl2pPr marL="914400" marR="0" indent="-293369"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2pPr>
            <a:lvl3pPr marL="1371600" marR="0" indent="-277177" algn="l">
              <a:lnSpc>
                <a:spcPct val="110000"/>
              </a:lnSpc>
              <a:spcBef>
                <a:spcPts val="225"/>
              </a:spcBef>
              <a:spcAft>
                <a:spcPts val="0"/>
              </a:spcAft>
              <a:buClr>
                <a:srgbClr val="9D7C2F"/>
              </a:buClr>
              <a:buSzPts val="765"/>
              <a:buFont typeface="Arial"/>
              <a:buChar char="•"/>
              <a:defRPr sz="900" b="0" i="0" u="none" strike="noStrike" cap="none">
                <a:solidFill>
                  <a:schemeClr val="lt1"/>
                </a:solidFill>
                <a:latin typeface="Arial"/>
                <a:ea typeface="Arial"/>
                <a:cs typeface="Arial"/>
              </a:defRPr>
            </a:lvl3pPr>
            <a:lvl4pPr marL="18288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4pPr>
            <a:lvl5pPr marL="22860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4" name="Google Shape;24;p18">
            <a:extLst xmlns:a="http://schemas.openxmlformats.org/drawingml/2006/main">
              <a:ext uri="{FF2B5EF4-FFF2-40B4-BE49-F238E27FC236}">
                <a16:creationId xmlns:a16="http://schemas.microsoft.com/office/drawing/2014/main" id="{ADDBBC79-D57B-4D27-AA97-809BD180B626}"/>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8_Title Slide - Light">
  <p:cSld name="8_Title Slide - Light">
    <p:bg>
      <p:bgPr>
        <a:blipFill xmlns:a="http://schemas.openxmlformats.org/drawingml/2006/main">
          <a:blip xmlns:r="http://schemas.openxmlformats.org/officeDocument/2006/relationships" r:embed="R70496f4e96874b78">
            <a:alphaModFix/>
          </a:blip>
          <a:stretch>
            <a:fillRect l="0" t="0" r="0" b="0"/>
          </a:stretch>
        </a:blipFill>
      </p:bgPr>
    </p:bg>
    <p:spTree>
      <p:nvGrpSpPr>
        <p:cNvPr id="1" name=""/>
        <p:cNvGrpSpPr/>
        <p:nvPr/>
      </p:nvGrpSpPr>
      <p:grpSpPr>
        <a:xfrm xmlns:a="http://schemas.openxmlformats.org/drawingml/2006/main"/>
      </p:grpSpPr>
      <p:sp>
        <p:nvSpPr>
          <p:cNvPr id="62" name="Google Shape;62;p24">
            <a:extLst xmlns:a="http://schemas.openxmlformats.org/drawingml/2006/main">
              <a:ext uri="{FF2B5EF4-FFF2-40B4-BE49-F238E27FC236}">
                <a16:creationId xmlns:a16="http://schemas.microsoft.com/office/drawing/2014/main" id="{F686CD9C-EE87-4E4C-87CD-096DE578C56E}"/>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9_Title Slide - Light">
  <p:cSld name="9_Title Slide - Light">
    <p:bg>
      <p:bgPr>
        <a:blipFill xmlns:a="http://schemas.openxmlformats.org/drawingml/2006/main">
          <a:blip xmlns:r="http://schemas.openxmlformats.org/officeDocument/2006/relationships" r:embed="Rd4d01e86f7ab464d">
            <a:alphaModFix/>
          </a:blip>
          <a:stretch>
            <a:fillRect l="0" t="0" r="0" b="0"/>
          </a:stretch>
        </a:blipFill>
      </p:bgPr>
    </p:bg>
    <p:spTree>
      <p:nvGrpSpPr>
        <p:cNvPr id="1" name=""/>
        <p:cNvGrpSpPr/>
        <p:nvPr/>
      </p:nvGrpSpPr>
      <p:grpSpPr>
        <a:xfrm xmlns:a="http://schemas.openxmlformats.org/drawingml/2006/main"/>
      </p:grpSpPr>
      <p:sp>
        <p:nvSpPr>
          <p:cNvPr id="64" name="Google Shape;64;p25">
            <a:extLst xmlns:a="http://schemas.openxmlformats.org/drawingml/2006/main">
              <a:ext uri="{FF2B5EF4-FFF2-40B4-BE49-F238E27FC236}">
                <a16:creationId xmlns:a16="http://schemas.microsoft.com/office/drawing/2014/main" id="{05B34F6B-D3D8-489F-94DA-594A28D31DB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f883f81285c443a" /><Relationship Type="http://schemas.openxmlformats.org/officeDocument/2006/relationships/slideLayout" Target="/ppt/slideLayouts/slideLayout1.xml" Id="R00cf53ddc9394f8f" /><Relationship Type="http://schemas.openxmlformats.org/officeDocument/2006/relationships/slideLayout" Target="/ppt/slideLayouts/slideLayout2.xml" Id="R5edc0bc1e6c94d9c" /><Relationship Type="http://schemas.openxmlformats.org/officeDocument/2006/relationships/slideLayout" Target="/ppt/slideLayouts/slideLayout3.xml" Id="Re5689a3dd50342cf" /><Relationship Type="http://schemas.openxmlformats.org/officeDocument/2006/relationships/slideLayout" Target="/ppt/slideLayouts/slideLayout4.xml" Id="R79ee15febe0148ba" /><Relationship Type="http://schemas.openxmlformats.org/officeDocument/2006/relationships/slideLayout" Target="/ppt/slideLayouts/slideLayout5.xml" Id="R9948e70101564c11" /></Relationships>
</file>

<file path=ppt/slideMasters/slideMaster1.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00cf53ddc9394f8f"/>
    <p:sldLayoutId xmlns:r="http://schemas.openxmlformats.org/officeDocument/2006/relationships" id="2147483650" r:id="R5edc0bc1e6c94d9c"/>
    <p:sldLayoutId xmlns:r="http://schemas.openxmlformats.org/officeDocument/2006/relationships" id="2147483651" r:id="Re5689a3dd50342cf"/>
    <p:sldLayoutId xmlns:r="http://schemas.openxmlformats.org/officeDocument/2006/relationships" id="2147483652" r:id="R79ee15febe0148ba"/>
    <p:sldLayoutId xmlns:r="http://schemas.openxmlformats.org/officeDocument/2006/relationships" id="2147483653" r:id="R9948e70101564c11"/>
  </p:sldLayoutIdLst>
  <p:hf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55b421e2270741b9" /><Relationship Type="http://schemas.openxmlformats.org/officeDocument/2006/relationships/notesSlide" Target="/ppt/notesSlides/notesSlide1.xml" Id="R8d64dccdad084b94"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3391afe8c21a4f22" /><Relationship Type="http://schemas.openxmlformats.org/officeDocument/2006/relationships/notesSlide" Target="/ppt/notesSlides/notesSlide2.xml" Id="R48b4a4b82f714d99"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00e2111c193f42a8" /><Relationship Type="http://schemas.openxmlformats.org/officeDocument/2006/relationships/notesSlide" Target="/ppt/notesSlides/notesSlide3.xml" Id="R52bb3a3d1e83445f"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6c0ae8f07d2748be" /><Relationship Type="http://schemas.openxmlformats.org/officeDocument/2006/relationships/notesSlide" Target="/ppt/notesSlides/notesSlide4.xml" Id="Ra462d4ee00914e13"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bb4bfc8f7eae47d5" /><Relationship Type="http://schemas.openxmlformats.org/officeDocument/2006/relationships/notesSlide" Target="/ppt/notesSlides/notesSlide5.xml" Id="R288134a4e293490b" /></Relationships>
</file>

<file path=ppt/slides/_rels/slide6.xml.rels>&#65279;<?xml version="1.0" encoding="utf-8"?><Relationships xmlns="http://schemas.openxmlformats.org/package/2006/relationships"><Relationship Type="http://schemas.openxmlformats.org/officeDocument/2006/relationships/slideLayout" Target="/ppt/slideLayouts/slideLayout3.xml" Id="R75e435fce5e6465c" /><Relationship Type="http://schemas.openxmlformats.org/officeDocument/2006/relationships/notesSlide" Target="/ppt/notesSlides/notesSlide6.xml" Id="Re87d46b97f614a3d"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5cbdf0d131bf40e4" /><Relationship Type="http://schemas.openxmlformats.org/officeDocument/2006/relationships/notesSlide" Target="/ppt/notesSlides/notesSlide7.xml" Id="R12be16ee13db437c"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7a00056589f2473a" /><Relationship Type="http://schemas.openxmlformats.org/officeDocument/2006/relationships/image" Target="/ppt/media/image.png" Id="Rf8a64b07a55347e6" /><Relationship Type="http://schemas.openxmlformats.org/officeDocument/2006/relationships/notesSlide" Target="/ppt/notesSlides/notesSlide8.xml" Id="Rb70d8e79a94a41b7"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4783984905fd428d" /><Relationship Type="http://schemas.openxmlformats.org/officeDocument/2006/relationships/notesSlide" Target="/ppt/notesSlides/notesSlide9.xml" Id="Rc5de7439f773444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573cb0f02d334036" /><Relationship Type="http://schemas.openxmlformats.org/officeDocument/2006/relationships/notesSlide" Target="/ppt/notesSlides/notesSlide10.xml" Id="Ra195058414214386"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DE87B26-18C7-45F5-93FF-53ED48BFE142}"/>
              </a:ext>
            </a:extLst>
          </p:cNvPr>
          <p:cNvSpPr>
            <a:spLocks xmlns:a="http://schemas.openxmlformats.org/drawingml/2006/main" noGrp="1"/>
          </p:cNvSpPr>
          <p:nvPr/>
        </p:nvSpPr>
        <p:spPr>
          <a:xfrm xmlns:a="http://schemas.openxmlformats.org/drawingml/2006/main">
            <a:off x="904875" y="2247900"/>
            <a:ext cx="7334250" cy="1362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4125" b="0" i="0">
                <a:solidFill>
                  <a:srgbClr val="FFFFFF"/>
                </a:solidFill>
              </a:defRPr>
            </a:defPPr>
            <a:lvl1pPr algn="ctr">
              <a:defRPr sz="4125" b="0" i="0">
                <a:solidFill>
                  <a:srgbClr val="FFFFFF"/>
                </a:solidFill>
              </a:defRPr>
            </a:lvl1pPr>
            <a:lvl2pPr algn="ctr">
              <a:defRPr sz="4125" b="0" i="0">
                <a:solidFill>
                  <a:srgbClr val="FFFFFF"/>
                </a:solidFill>
              </a:defRPr>
            </a:lvl2pPr>
            <a:lvl3pPr algn="ctr">
              <a:defRPr sz="4125" b="0" i="0">
                <a:solidFill>
                  <a:srgbClr val="FFFFFF"/>
                </a:solidFill>
              </a:defRPr>
            </a:lvl3pPr>
            <a:lvl4pPr algn="ctr">
              <a:defRPr sz="4125" b="0" i="0">
                <a:solidFill>
                  <a:srgbClr val="FFFFFF"/>
                </a:solidFill>
              </a:defRPr>
            </a:lvl4pPr>
            <a:lvl5pPr algn="ctr">
              <a:defRPr sz="4125" b="0" i="0">
                <a:solidFill>
                  <a:srgbClr val="FFFFFF"/>
                </a:solidFill>
              </a:defRPr>
            </a:lvl5pPr>
            <a:lvl6pPr algn="ctr">
              <a:defRPr sz="4125" b="0" i="0">
                <a:solidFill>
                  <a:srgbClr val="FFFFFF"/>
                </a:solidFill>
              </a:defRPr>
            </a:lvl6pPr>
            <a:lvl7pPr algn="ctr">
              <a:defRPr sz="4125" b="0" i="0">
                <a:solidFill>
                  <a:srgbClr val="FFFFFF"/>
                </a:solidFill>
              </a:defRPr>
            </a:lvl7pPr>
            <a:lvl8pPr algn="ctr">
              <a:defRPr sz="4125" b="0" i="0">
                <a:solidFill>
                  <a:srgbClr val="FFFFFF"/>
                </a:solidFill>
              </a:defRPr>
            </a:lvl8pPr>
            <a:lvl9pPr algn="ctr">
              <a:defRPr sz="4125" b="0" i="0">
                <a:solidFill>
                  <a:srgbClr val="FFFFFF"/>
                </a:solidFill>
              </a:defRPr>
            </a:lvl9pPr>
          </a:lstStyle>
          <a:p xmlns:a="http://schemas.openxmlformats.org/drawingml/2006/main">
            <a:pPr algn="ctr">
              <a:defRPr sz="4125" b="0" i="0">
                <a:solidFill>
                  <a:srgbClr val="FFFFFF"/>
                </a:solidFill>
              </a:defRPr>
            </a:pPr>
            <a:r>
              <a:rPr sz="4125" b="0" i="0">
                <a:solidFill>
                  <a:srgbClr val="FFFFFF"/>
                </a:solidFill>
              </a:rPr>
              <a:t>Engineering at</a:t>
            </a:r>
          </a:p>
          <a:p xmlns:a="http://schemas.openxmlformats.org/drawingml/2006/main">
            <a:pPr algn="ctr">
              <a:defRPr sz="4125" b="0" i="0">
                <a:solidFill>
                  <a:srgbClr val="FFFFFF"/>
                </a:solidFill>
              </a:defRPr>
            </a:pPr>
            <a:r>
              <a:rPr sz="4125" b="0" i="0">
                <a:solidFill>
                  <a:srgbClr val="FFFFFF"/>
                </a:solidFill>
              </a:rPr>
              <a:t>The Kinetic Group</a:t>
            </a:r>
          </a:p>
        </p:txBody>
      </p:sp>
      <p:sp>
        <p:nvSpPr>
          <p:cNvPr id="2" name="">
            <a:extLst xmlns:a="http://schemas.openxmlformats.org/drawingml/2006/main">
              <a:ext uri="{FF2B5EF4-FFF2-40B4-BE49-F238E27FC236}">
                <a16:creationId xmlns:a16="http://schemas.microsoft.com/office/drawing/2014/main" id="{4ABA60F8-29B6-4B9A-85ED-6AC64EC1527C}"/>
              </a:ext>
            </a:extLst>
          </p:cNvPr>
          <p:cNvSpPr>
            <a:spLocks xmlns:a="http://schemas.openxmlformats.org/drawingml/2006/main" noGrp="1"/>
          </p:cNvSpPr>
          <p:nvPr/>
        </p:nvSpPr>
        <p:spPr>
          <a:xfrm xmlns:a="http://schemas.openxmlformats.org/drawingml/2006/main">
            <a:off x="952500" y="4286250"/>
            <a:ext cx="7239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2250" b="0" i="0">
                <a:solidFill>
                  <a:srgbClr val="FFFFFF"/>
                </a:solidFill>
              </a:defRPr>
            </a:defPPr>
            <a:lvl1pPr algn="ctr">
              <a:defRPr sz="2250" b="0" i="0">
                <a:solidFill>
                  <a:srgbClr val="FFFFFF"/>
                </a:solidFill>
              </a:defRPr>
            </a:lvl1pPr>
            <a:lvl2pPr algn="ctr">
              <a:defRPr sz="2250" b="0" i="0">
                <a:solidFill>
                  <a:srgbClr val="FFFFFF"/>
                </a:solidFill>
              </a:defRPr>
            </a:lvl2pPr>
            <a:lvl3pPr algn="ctr">
              <a:defRPr sz="2250" b="0" i="0">
                <a:solidFill>
                  <a:srgbClr val="FFFFFF"/>
                </a:solidFill>
              </a:defRPr>
            </a:lvl3pPr>
            <a:lvl4pPr algn="ctr">
              <a:defRPr sz="2250" b="0" i="0">
                <a:solidFill>
                  <a:srgbClr val="FFFFFF"/>
                </a:solidFill>
              </a:defRPr>
            </a:lvl4pPr>
            <a:lvl5pPr algn="ctr">
              <a:defRPr sz="2250" b="0" i="0">
                <a:solidFill>
                  <a:srgbClr val="FFFFFF"/>
                </a:solidFill>
              </a:defRPr>
            </a:lvl5pPr>
            <a:lvl6pPr algn="ctr">
              <a:defRPr sz="2250" b="0" i="0">
                <a:solidFill>
                  <a:srgbClr val="FFFFFF"/>
                </a:solidFill>
              </a:defRPr>
            </a:lvl6pPr>
            <a:lvl7pPr algn="ctr">
              <a:defRPr sz="2250" b="0" i="0">
                <a:solidFill>
                  <a:srgbClr val="FFFFFF"/>
                </a:solidFill>
              </a:defRPr>
            </a:lvl7pPr>
            <a:lvl8pPr algn="ctr">
              <a:defRPr sz="2250" b="0" i="0">
                <a:solidFill>
                  <a:srgbClr val="FFFFFF"/>
                </a:solidFill>
              </a:defRPr>
            </a:lvl8pPr>
            <a:lvl9pPr algn="ctr">
              <a:defRPr sz="2250" b="0" i="0">
                <a:solidFill>
                  <a:srgbClr val="FFFFFF"/>
                </a:solidFill>
              </a:defRPr>
            </a:lvl9pPr>
          </a:lstStyle>
          <a:p xmlns:a="http://schemas.openxmlformats.org/drawingml/2006/main">
            <a:pPr algn="ctr">
              <a:defRPr sz="2250" b="0" i="0">
                <a:solidFill>
                  <a:srgbClr val="FFFFFF"/>
                </a:solidFill>
              </a:defRPr>
            </a:pPr>
            <a:r>
              <a:rPr sz="2250" b="0" i="0">
                <a:solidFill>
                  <a:srgbClr val="FFFFFF"/>
                </a:solidFill>
              </a:rPr>
              <a:t>Brad Daugherty  •  Wesley Siharath</a:t>
            </a:r>
          </a:p>
        </p:txBody>
      </p:sp>
      <p:sp>
        <p:nvSpPr>
          <p:cNvPr id="3" name="">
            <a:extLst xmlns:a="http://schemas.openxmlformats.org/drawingml/2006/main">
              <a:ext uri="{FF2B5EF4-FFF2-40B4-BE49-F238E27FC236}">
                <a16:creationId xmlns:a16="http://schemas.microsoft.com/office/drawing/2014/main" id="{7B96AC22-F9C7-4365-8E03-CDD4D7110DBE}"/>
              </a:ext>
            </a:extLst>
          </p:cNvPr>
          <p:cNvSpPr>
            <a:spLocks xmlns:a="http://schemas.openxmlformats.org/drawingml/2006/main" noGrp="1"/>
          </p:cNvSpPr>
          <p:nvPr/>
        </p:nvSpPr>
        <p:spPr>
          <a:xfrm xmlns:a="http://schemas.openxmlformats.org/drawingml/2006/main">
            <a:off x="1238250" y="5019675"/>
            <a:ext cx="666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650" b="0" i="0">
                <a:solidFill>
                  <a:srgbClr val="D5D8DA"/>
                </a:solidFill>
              </a:defRPr>
            </a:defPPr>
            <a:lvl1pPr algn="ctr">
              <a:defRPr sz="1650" b="0" i="0">
                <a:solidFill>
                  <a:srgbClr val="D5D8DA"/>
                </a:solidFill>
              </a:defRPr>
            </a:lvl1pPr>
            <a:lvl2pPr algn="ctr">
              <a:defRPr sz="1650" b="0" i="0">
                <a:solidFill>
                  <a:srgbClr val="D5D8DA"/>
                </a:solidFill>
              </a:defRPr>
            </a:lvl2pPr>
            <a:lvl3pPr algn="ctr">
              <a:defRPr sz="1650" b="0" i="0">
                <a:solidFill>
                  <a:srgbClr val="D5D8DA"/>
                </a:solidFill>
              </a:defRPr>
            </a:lvl3pPr>
            <a:lvl4pPr algn="ctr">
              <a:defRPr sz="1650" b="0" i="0">
                <a:solidFill>
                  <a:srgbClr val="D5D8DA"/>
                </a:solidFill>
              </a:defRPr>
            </a:lvl4pPr>
            <a:lvl5pPr algn="ctr">
              <a:defRPr sz="1650" b="0" i="0">
                <a:solidFill>
                  <a:srgbClr val="D5D8DA"/>
                </a:solidFill>
              </a:defRPr>
            </a:lvl5pPr>
            <a:lvl6pPr algn="ctr">
              <a:defRPr sz="1650" b="0" i="0">
                <a:solidFill>
                  <a:srgbClr val="D5D8DA"/>
                </a:solidFill>
              </a:defRPr>
            </a:lvl6pPr>
            <a:lvl7pPr algn="ctr">
              <a:defRPr sz="1650" b="0" i="0">
                <a:solidFill>
                  <a:srgbClr val="D5D8DA"/>
                </a:solidFill>
              </a:defRPr>
            </a:lvl7pPr>
            <a:lvl8pPr algn="ctr">
              <a:defRPr sz="1650" b="0" i="0">
                <a:solidFill>
                  <a:srgbClr val="D5D8DA"/>
                </a:solidFill>
              </a:defRPr>
            </a:lvl8pPr>
            <a:lvl9pPr algn="ctr">
              <a:defRPr sz="1650" b="0" i="0">
                <a:solidFill>
                  <a:srgbClr val="D5D8DA"/>
                </a:solidFill>
              </a:defRPr>
            </a:lvl9pPr>
          </a:lstStyle>
          <a:p xmlns:a="http://schemas.openxmlformats.org/drawingml/2006/main">
            <a:pPr algn="ctr">
              <a:defRPr sz="1650" b="0" i="0">
                <a:solidFill>
                  <a:srgbClr val="D5D8DA"/>
                </a:solidFill>
              </a:defRPr>
            </a:pPr>
            <a:r>
              <a:rPr sz="1650" b="0" i="0">
                <a:solidFill>
                  <a:srgbClr val="D5D8DA"/>
                </a:solidFill>
              </a:rPr>
              <a:t>Go 4th Fridays  ·  October 23, 2026</a:t>
            </a:r>
          </a:p>
        </p:txBody>
      </p:sp>
      <p:sp>
        <p:nvSpPr>
          <p:cNvPr id="4" name="">
            <a:extLst xmlns:a="http://schemas.openxmlformats.org/drawingml/2006/main">
              <a:ext uri="{FF2B5EF4-FFF2-40B4-BE49-F238E27FC236}">
                <a16:creationId xmlns:a16="http://schemas.microsoft.com/office/drawing/2014/main" id="{1675AF90-ACB1-4495-A523-4F205D0DBC90}"/>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1</a:t>
            </a:r>
          </a:p>
        </p:txBody>
      </p:sp>
    </p:spTree>
    <p:extLst>
      <p:ext uri="{BB962C8B-B14F-4D97-AF65-F5344CB8AC3E}">
        <p14:creationId xmlns:p14="http://schemas.microsoft.com/office/powerpoint/2010/main" val="66711338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AC693DC-ADB3-44BD-B760-D12C9945D0C8}"/>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Writing the next rules</a:t>
            </a:r>
          </a:p>
        </p:txBody>
      </p:sp>
      <p:sp>
        <p:nvSpPr>
          <p:cNvPr id="2" name="">
            <a:extLst xmlns:a="http://schemas.openxmlformats.org/drawingml/2006/main">
              <a:ext uri="{FF2B5EF4-FFF2-40B4-BE49-F238E27FC236}">
                <a16:creationId xmlns:a16="http://schemas.microsoft.com/office/drawing/2014/main" id="{12D3E71C-AF76-4283-BA53-B68DB0444A6C}"/>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2</a:t>
            </a:r>
          </a:p>
        </p:txBody>
      </p:sp>
      <p:sp>
        <p:nvSpPr>
          <p:cNvPr id="3" name="">
            <a:extLst xmlns:a="http://schemas.openxmlformats.org/drawingml/2006/main">
              <a:ext uri="{FF2B5EF4-FFF2-40B4-BE49-F238E27FC236}">
                <a16:creationId xmlns:a16="http://schemas.microsoft.com/office/drawing/2014/main" id="{49832774-3187-4D2C-A6F6-52F25DFA0796}"/>
              </a:ext>
            </a:extLst>
          </p:cNvPr>
          <p:cNvSpPr>
            <a:spLocks xmlns:a="http://schemas.openxmlformats.org/drawingml/2006/main" noGrp="1"/>
          </p:cNvSpPr>
          <p:nvPr/>
        </p:nvSpPr>
        <p:spPr>
          <a:xfrm xmlns:a="http://schemas.openxmlformats.org/drawingml/2006/main">
            <a:off x="723900" y="2781300"/>
            <a:ext cx="2476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00" b="1" i="0">
                <a:solidFill>
                  <a:srgbClr val="BEA06A"/>
                </a:solidFill>
              </a:defRPr>
            </a:defPPr>
            <a:lvl1pPr algn="l">
              <a:defRPr sz="4200" b="1" i="0">
                <a:solidFill>
                  <a:srgbClr val="BEA06A"/>
                </a:solidFill>
              </a:defRPr>
            </a:lvl1pPr>
            <a:lvl2pPr algn="l">
              <a:defRPr sz="4200" b="1" i="0">
                <a:solidFill>
                  <a:srgbClr val="BEA06A"/>
                </a:solidFill>
              </a:defRPr>
            </a:lvl2pPr>
            <a:lvl3pPr algn="l">
              <a:defRPr sz="4200" b="1" i="0">
                <a:solidFill>
                  <a:srgbClr val="BEA06A"/>
                </a:solidFill>
              </a:defRPr>
            </a:lvl3pPr>
            <a:lvl4pPr algn="l">
              <a:defRPr sz="4200" b="1" i="0">
                <a:solidFill>
                  <a:srgbClr val="BEA06A"/>
                </a:solidFill>
              </a:defRPr>
            </a:lvl4pPr>
            <a:lvl5pPr algn="l">
              <a:defRPr sz="4200" b="1" i="0">
                <a:solidFill>
                  <a:srgbClr val="BEA06A"/>
                </a:solidFill>
              </a:defRPr>
            </a:lvl5pPr>
            <a:lvl6pPr algn="l">
              <a:defRPr sz="4200" b="1" i="0">
                <a:solidFill>
                  <a:srgbClr val="BEA06A"/>
                </a:solidFill>
              </a:defRPr>
            </a:lvl6pPr>
            <a:lvl7pPr algn="l">
              <a:defRPr sz="4200" b="1" i="0">
                <a:solidFill>
                  <a:srgbClr val="BEA06A"/>
                </a:solidFill>
              </a:defRPr>
            </a:lvl7pPr>
            <a:lvl8pPr algn="l">
              <a:defRPr sz="4200" b="1" i="0">
                <a:solidFill>
                  <a:srgbClr val="BEA06A"/>
                </a:solidFill>
              </a:defRPr>
            </a:lvl8pPr>
            <a:lvl9pPr algn="l">
              <a:defRPr sz="4200" b="1" i="0">
                <a:solidFill>
                  <a:srgbClr val="BEA06A"/>
                </a:solidFill>
              </a:defRPr>
            </a:lvl9pPr>
          </a:lstStyle>
          <a:p xmlns:a="http://schemas.openxmlformats.org/drawingml/2006/main">
            <a:pPr algn="l">
              <a:defRPr sz="4200" b="1" i="0">
                <a:solidFill>
                  <a:srgbClr val="BEA06A"/>
                </a:solidFill>
              </a:defRPr>
            </a:pPr>
            <a:r>
              <a:rPr sz="4200" b="1" i="0">
                <a:solidFill>
                  <a:srgbClr val="BEA06A"/>
                </a:solidFill>
              </a:rPr>
              <a:t>1816</a:t>
            </a:r>
          </a:p>
        </p:txBody>
      </p:sp>
      <p:sp>
        <p:nvSpPr>
          <p:cNvPr id="4" name="">
            <a:extLst xmlns:a="http://schemas.openxmlformats.org/drawingml/2006/main">
              <a:ext uri="{FF2B5EF4-FFF2-40B4-BE49-F238E27FC236}">
                <a16:creationId xmlns:a16="http://schemas.microsoft.com/office/drawing/2014/main" id="{421BD8B3-06FE-4F59-B92D-DF17072E027D}"/>
              </a:ext>
            </a:extLst>
          </p:cNvPr>
          <p:cNvSpPr>
            <a:spLocks xmlns:a="http://schemas.openxmlformats.org/drawingml/2006/main" noGrp="1"/>
          </p:cNvSpPr>
          <p:nvPr/>
        </p:nvSpPr>
        <p:spPr>
          <a:xfrm xmlns:a="http://schemas.openxmlformats.org/drawingml/2006/main">
            <a:off x="723900" y="3600450"/>
            <a:ext cx="25717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defRPr sz="1875" b="0" i="0">
                <a:solidFill>
                  <a:srgbClr val="FFFFFF"/>
                </a:solidFill>
              </a:defRPr>
            </a:lvl1pPr>
            <a:lvl2pPr algn="l">
              <a:defRPr sz="1875" b="0" i="0">
                <a:solidFill>
                  <a:srgbClr val="FFFFFF"/>
                </a:solidFill>
              </a:defRPr>
            </a:lvl2pPr>
            <a:lvl3pPr algn="l">
              <a:defRPr sz="1875" b="0" i="0">
                <a:solidFill>
                  <a:srgbClr val="FFFFFF"/>
                </a:solidFill>
              </a:defRPr>
            </a:lvl3pPr>
            <a:lvl4pPr algn="l">
              <a:defRPr sz="1875" b="0" i="0">
                <a:solidFill>
                  <a:srgbClr val="FFFFFF"/>
                </a:solidFill>
              </a:defRPr>
            </a:lvl4pPr>
            <a:lvl5pPr algn="l">
              <a:defRPr sz="1875" b="0" i="0">
                <a:solidFill>
                  <a:srgbClr val="FFFFFF"/>
                </a:solidFill>
              </a:defRPr>
            </a:lvl5pPr>
            <a:lvl6pPr algn="l">
              <a:defRPr sz="1875" b="0" i="0">
                <a:solidFill>
                  <a:srgbClr val="FFFFFF"/>
                </a:solidFill>
              </a:defRPr>
            </a:lvl6pPr>
            <a:lvl7pPr algn="l">
              <a:defRPr sz="1875" b="0" i="0">
                <a:solidFill>
                  <a:srgbClr val="FFFFFF"/>
                </a:solidFill>
              </a:defRPr>
            </a:lvl7pPr>
            <a:lvl8pPr algn="l">
              <a:defRPr sz="1875" b="0" i="0">
                <a:solidFill>
                  <a:srgbClr val="FFFFFF"/>
                </a:solidFill>
              </a:defRPr>
            </a:lvl8pPr>
            <a:lvl9pPr algn="l">
              <a:defRPr sz="1875" b="0" i="0">
                <a:solidFill>
                  <a:srgbClr val="FFFFFF"/>
                </a:solidFill>
              </a:defRPr>
            </a:lvl9pPr>
          </a:lstStyle>
          <a:p xmlns:a="http://schemas.openxmlformats.org/drawingml/2006/main">
            <a:pPr algn="l">
              <a:defRPr sz="1875" b="0" i="0">
                <a:solidFill>
                  <a:srgbClr val="FFFFFF"/>
                </a:solidFill>
              </a:defRPr>
            </a:pPr>
            <a:r>
              <a:rPr sz="1875" b="0" i="0">
                <a:solidFill>
                  <a:srgbClr val="FFFFFF"/>
                </a:solidFill>
              </a:rPr>
              <a:t>Remington</a:t>
            </a:r>
          </a:p>
        </p:txBody>
      </p:sp>
      <p:sp>
        <p:nvSpPr>
          <p:cNvPr id="5" name="">
            <a:extLst xmlns:a="http://schemas.openxmlformats.org/drawingml/2006/main">
              <a:ext uri="{FF2B5EF4-FFF2-40B4-BE49-F238E27FC236}">
                <a16:creationId xmlns:a16="http://schemas.microsoft.com/office/drawing/2014/main" id="{764AA312-8600-4239-839A-62BFEBAC26C2}"/>
              </a:ext>
            </a:extLst>
          </p:cNvPr>
          <p:cNvSpPr>
            <a:spLocks xmlns:a="http://schemas.openxmlformats.org/drawingml/2006/main" noGrp="1"/>
          </p:cNvSpPr>
          <p:nvPr/>
        </p:nvSpPr>
        <p:spPr>
          <a:xfrm xmlns:a="http://schemas.openxmlformats.org/drawingml/2006/main">
            <a:off x="3429000" y="2781300"/>
            <a:ext cx="2476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00" b="1" i="0">
                <a:solidFill>
                  <a:srgbClr val="BEA06A"/>
                </a:solidFill>
              </a:defRPr>
            </a:defPPr>
            <a:lvl1pPr algn="l">
              <a:defRPr sz="4200" b="1" i="0">
                <a:solidFill>
                  <a:srgbClr val="BEA06A"/>
                </a:solidFill>
              </a:defRPr>
            </a:lvl1pPr>
            <a:lvl2pPr algn="l">
              <a:defRPr sz="4200" b="1" i="0">
                <a:solidFill>
                  <a:srgbClr val="BEA06A"/>
                </a:solidFill>
              </a:defRPr>
            </a:lvl2pPr>
            <a:lvl3pPr algn="l">
              <a:defRPr sz="4200" b="1" i="0">
                <a:solidFill>
                  <a:srgbClr val="BEA06A"/>
                </a:solidFill>
              </a:defRPr>
            </a:lvl3pPr>
            <a:lvl4pPr algn="l">
              <a:defRPr sz="4200" b="1" i="0">
                <a:solidFill>
                  <a:srgbClr val="BEA06A"/>
                </a:solidFill>
              </a:defRPr>
            </a:lvl4pPr>
            <a:lvl5pPr algn="l">
              <a:defRPr sz="4200" b="1" i="0">
                <a:solidFill>
                  <a:srgbClr val="BEA06A"/>
                </a:solidFill>
              </a:defRPr>
            </a:lvl5pPr>
            <a:lvl6pPr algn="l">
              <a:defRPr sz="4200" b="1" i="0">
                <a:solidFill>
                  <a:srgbClr val="BEA06A"/>
                </a:solidFill>
              </a:defRPr>
            </a:lvl6pPr>
            <a:lvl7pPr algn="l">
              <a:defRPr sz="4200" b="1" i="0">
                <a:solidFill>
                  <a:srgbClr val="BEA06A"/>
                </a:solidFill>
              </a:defRPr>
            </a:lvl7pPr>
            <a:lvl8pPr algn="l">
              <a:defRPr sz="4200" b="1" i="0">
                <a:solidFill>
                  <a:srgbClr val="BEA06A"/>
                </a:solidFill>
              </a:defRPr>
            </a:lvl8pPr>
            <a:lvl9pPr algn="l">
              <a:defRPr sz="4200" b="1" i="0">
                <a:solidFill>
                  <a:srgbClr val="BEA06A"/>
                </a:solidFill>
              </a:defRPr>
            </a:lvl9pPr>
          </a:lstStyle>
          <a:p xmlns:a="http://schemas.openxmlformats.org/drawingml/2006/main">
            <a:pPr algn="l">
              <a:defRPr sz="4200" b="1" i="0">
                <a:solidFill>
                  <a:srgbClr val="BEA06A"/>
                </a:solidFill>
              </a:defRPr>
            </a:pPr>
            <a:r>
              <a:rPr sz="4200" b="1" i="0">
                <a:solidFill>
                  <a:srgbClr val="BEA06A"/>
                </a:solidFill>
              </a:rPr>
              <a:t>1969</a:t>
            </a:r>
          </a:p>
        </p:txBody>
      </p:sp>
      <p:sp>
        <p:nvSpPr>
          <p:cNvPr id="6" name="">
            <a:extLst xmlns:a="http://schemas.openxmlformats.org/drawingml/2006/main">
              <a:ext uri="{FF2B5EF4-FFF2-40B4-BE49-F238E27FC236}">
                <a16:creationId xmlns:a16="http://schemas.microsoft.com/office/drawing/2014/main" id="{20E15801-E743-4600-BC18-DB830F99A579}"/>
              </a:ext>
            </a:extLst>
          </p:cNvPr>
          <p:cNvSpPr>
            <a:spLocks xmlns:a="http://schemas.openxmlformats.org/drawingml/2006/main" noGrp="1"/>
          </p:cNvSpPr>
          <p:nvPr/>
        </p:nvSpPr>
        <p:spPr>
          <a:xfrm xmlns:a="http://schemas.openxmlformats.org/drawingml/2006/main">
            <a:off x="3429000" y="3600450"/>
            <a:ext cx="25717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defRPr sz="1875" b="0" i="0">
                <a:solidFill>
                  <a:srgbClr val="FFFFFF"/>
                </a:solidFill>
              </a:defRPr>
            </a:lvl1pPr>
            <a:lvl2pPr algn="l">
              <a:defRPr sz="1875" b="0" i="0">
                <a:solidFill>
                  <a:srgbClr val="FFFFFF"/>
                </a:solidFill>
              </a:defRPr>
            </a:lvl2pPr>
            <a:lvl3pPr algn="l">
              <a:defRPr sz="1875" b="0" i="0">
                <a:solidFill>
                  <a:srgbClr val="FFFFFF"/>
                </a:solidFill>
              </a:defRPr>
            </a:lvl3pPr>
            <a:lvl4pPr algn="l">
              <a:defRPr sz="1875" b="0" i="0">
                <a:solidFill>
                  <a:srgbClr val="FFFFFF"/>
                </a:solidFill>
              </a:defRPr>
            </a:lvl4pPr>
            <a:lvl5pPr algn="l">
              <a:defRPr sz="1875" b="0" i="0">
                <a:solidFill>
                  <a:srgbClr val="FFFFFF"/>
                </a:solidFill>
              </a:defRPr>
            </a:lvl5pPr>
            <a:lvl6pPr algn="l">
              <a:defRPr sz="1875" b="0" i="0">
                <a:solidFill>
                  <a:srgbClr val="FFFFFF"/>
                </a:solidFill>
              </a:defRPr>
            </a:lvl6pPr>
            <a:lvl7pPr algn="l">
              <a:defRPr sz="1875" b="0" i="0">
                <a:solidFill>
                  <a:srgbClr val="FFFFFF"/>
                </a:solidFill>
              </a:defRPr>
            </a:lvl7pPr>
            <a:lvl8pPr algn="l">
              <a:defRPr sz="1875" b="0" i="0">
                <a:solidFill>
                  <a:srgbClr val="FFFFFF"/>
                </a:solidFill>
              </a:defRPr>
            </a:lvl8pPr>
            <a:lvl9pPr algn="l">
              <a:defRPr sz="1875" b="0" i="0">
                <a:solidFill>
                  <a:srgbClr val="FFFFFF"/>
                </a:solidFill>
              </a:defRPr>
            </a:lvl9pPr>
          </a:lstStyle>
          <a:p xmlns:a="http://schemas.openxmlformats.org/drawingml/2006/main">
            <a:pPr algn="l">
              <a:defRPr sz="1875" b="0" i="0">
                <a:solidFill>
                  <a:srgbClr val="FFFFFF"/>
                </a:solidFill>
              </a:defRPr>
            </a:pPr>
            <a:r>
              <a:rPr sz="1875" b="0" i="0">
                <a:solidFill>
                  <a:srgbClr val="FFFFFF"/>
                </a:solidFill>
              </a:rPr>
              <a:t>Lonoke, Arkansas</a:t>
            </a:r>
          </a:p>
        </p:txBody>
      </p:sp>
      <p:sp>
        <p:nvSpPr>
          <p:cNvPr id="7" name="">
            <a:extLst xmlns:a="http://schemas.openxmlformats.org/drawingml/2006/main">
              <a:ext uri="{FF2B5EF4-FFF2-40B4-BE49-F238E27FC236}">
                <a16:creationId xmlns:a16="http://schemas.microsoft.com/office/drawing/2014/main" id="{D177DCFC-C46C-479B-87AD-CF5C7CAB4F2F}"/>
              </a:ext>
            </a:extLst>
          </p:cNvPr>
          <p:cNvSpPr>
            <a:spLocks xmlns:a="http://schemas.openxmlformats.org/drawingml/2006/main" noGrp="1"/>
          </p:cNvSpPr>
          <p:nvPr/>
        </p:nvSpPr>
        <p:spPr>
          <a:xfrm xmlns:a="http://schemas.openxmlformats.org/drawingml/2006/main">
            <a:off x="6210300" y="2781300"/>
            <a:ext cx="2476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00" b="1" i="0">
                <a:solidFill>
                  <a:srgbClr val="BEA06A"/>
                </a:solidFill>
              </a:defRPr>
            </a:defPPr>
            <a:lvl1pPr algn="l">
              <a:defRPr sz="4200" b="1" i="0">
                <a:solidFill>
                  <a:srgbClr val="BEA06A"/>
                </a:solidFill>
              </a:defRPr>
            </a:lvl1pPr>
            <a:lvl2pPr algn="l">
              <a:defRPr sz="4200" b="1" i="0">
                <a:solidFill>
                  <a:srgbClr val="BEA06A"/>
                </a:solidFill>
              </a:defRPr>
            </a:lvl2pPr>
            <a:lvl3pPr algn="l">
              <a:defRPr sz="4200" b="1" i="0">
                <a:solidFill>
                  <a:srgbClr val="BEA06A"/>
                </a:solidFill>
              </a:defRPr>
            </a:lvl3pPr>
            <a:lvl4pPr algn="l">
              <a:defRPr sz="4200" b="1" i="0">
                <a:solidFill>
                  <a:srgbClr val="BEA06A"/>
                </a:solidFill>
              </a:defRPr>
            </a:lvl4pPr>
            <a:lvl5pPr algn="l">
              <a:defRPr sz="4200" b="1" i="0">
                <a:solidFill>
                  <a:srgbClr val="BEA06A"/>
                </a:solidFill>
              </a:defRPr>
            </a:lvl5pPr>
            <a:lvl6pPr algn="l">
              <a:defRPr sz="4200" b="1" i="0">
                <a:solidFill>
                  <a:srgbClr val="BEA06A"/>
                </a:solidFill>
              </a:defRPr>
            </a:lvl6pPr>
            <a:lvl7pPr algn="l">
              <a:defRPr sz="4200" b="1" i="0">
                <a:solidFill>
                  <a:srgbClr val="BEA06A"/>
                </a:solidFill>
              </a:defRPr>
            </a:lvl7pPr>
            <a:lvl8pPr algn="l">
              <a:defRPr sz="4200" b="1" i="0">
                <a:solidFill>
                  <a:srgbClr val="BEA06A"/>
                </a:solidFill>
              </a:defRPr>
            </a:lvl8pPr>
            <a:lvl9pPr algn="l">
              <a:defRPr sz="4200" b="1" i="0">
                <a:solidFill>
                  <a:srgbClr val="BEA06A"/>
                </a:solidFill>
              </a:defRPr>
            </a:lvl9pPr>
          </a:lstStyle>
          <a:p xmlns:a="http://schemas.openxmlformats.org/drawingml/2006/main">
            <a:pPr algn="l">
              <a:defRPr sz="4200" b="1" i="0">
                <a:solidFill>
                  <a:srgbClr val="BEA06A"/>
                </a:solidFill>
              </a:defRPr>
            </a:pPr>
            <a:r>
              <a:rPr sz="4200" b="1" i="0">
                <a:solidFill>
                  <a:srgbClr val="BEA06A"/>
                </a:solidFill>
              </a:rPr>
              <a:t>NEXT</a:t>
            </a:r>
          </a:p>
        </p:txBody>
      </p:sp>
      <p:sp>
        <p:nvSpPr>
          <p:cNvPr id="8" name="">
            <a:extLst xmlns:a="http://schemas.openxmlformats.org/drawingml/2006/main">
              <a:ext uri="{FF2B5EF4-FFF2-40B4-BE49-F238E27FC236}">
                <a16:creationId xmlns:a16="http://schemas.microsoft.com/office/drawing/2014/main" id="{C3484B32-C19C-486F-BA3A-43B81D9CF873}"/>
              </a:ext>
            </a:extLst>
          </p:cNvPr>
          <p:cNvSpPr>
            <a:spLocks xmlns:a="http://schemas.openxmlformats.org/drawingml/2006/main" noGrp="1"/>
          </p:cNvSpPr>
          <p:nvPr/>
        </p:nvSpPr>
        <p:spPr>
          <a:xfrm xmlns:a="http://schemas.openxmlformats.org/drawingml/2006/main">
            <a:off x="6210300" y="3600450"/>
            <a:ext cx="25717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defRPr sz="1875" b="0" i="0">
                <a:solidFill>
                  <a:srgbClr val="FFFFFF"/>
                </a:solidFill>
              </a:defRPr>
            </a:lvl1pPr>
            <a:lvl2pPr algn="l">
              <a:defRPr sz="1875" b="0" i="0">
                <a:solidFill>
                  <a:srgbClr val="FFFFFF"/>
                </a:solidFill>
              </a:defRPr>
            </a:lvl2pPr>
            <a:lvl3pPr algn="l">
              <a:defRPr sz="1875" b="0" i="0">
                <a:solidFill>
                  <a:srgbClr val="FFFFFF"/>
                </a:solidFill>
              </a:defRPr>
            </a:lvl3pPr>
            <a:lvl4pPr algn="l">
              <a:defRPr sz="1875" b="0" i="0">
                <a:solidFill>
                  <a:srgbClr val="FFFFFF"/>
                </a:solidFill>
              </a:defRPr>
            </a:lvl4pPr>
            <a:lvl5pPr algn="l">
              <a:defRPr sz="1875" b="0" i="0">
                <a:solidFill>
                  <a:srgbClr val="FFFFFF"/>
                </a:solidFill>
              </a:defRPr>
            </a:lvl5pPr>
            <a:lvl6pPr algn="l">
              <a:defRPr sz="1875" b="0" i="0">
                <a:solidFill>
                  <a:srgbClr val="FFFFFF"/>
                </a:solidFill>
              </a:defRPr>
            </a:lvl6pPr>
            <a:lvl7pPr algn="l">
              <a:defRPr sz="1875" b="0" i="0">
                <a:solidFill>
                  <a:srgbClr val="FFFFFF"/>
                </a:solidFill>
              </a:defRPr>
            </a:lvl7pPr>
            <a:lvl8pPr algn="l">
              <a:defRPr sz="1875" b="0" i="0">
                <a:solidFill>
                  <a:srgbClr val="FFFFFF"/>
                </a:solidFill>
              </a:defRPr>
            </a:lvl8pPr>
            <a:lvl9pPr algn="l">
              <a:defRPr sz="1875" b="0" i="0">
                <a:solidFill>
                  <a:srgbClr val="FFFFFF"/>
                </a:solidFill>
              </a:defRPr>
            </a:lvl9pPr>
          </a:lstStyle>
          <a:p xmlns:a="http://schemas.openxmlformats.org/drawingml/2006/main">
            <a:pPr algn="l">
              <a:defRPr sz="1875" b="0" i="0">
                <a:solidFill>
                  <a:srgbClr val="FFFFFF"/>
                </a:solidFill>
              </a:defRPr>
            </a:pPr>
            <a:r>
              <a:rPr sz="1875" b="0" i="0">
                <a:solidFill>
                  <a:srgbClr val="FFFFFF"/>
                </a:solidFill>
              </a:rPr>
              <a:t>Remington + TKG</a:t>
            </a:r>
          </a:p>
        </p:txBody>
      </p:sp>
      <p:sp>
        <p:nvSpPr>
          <p:cNvPr id="9" name="">
            <a:extLst xmlns:a="http://schemas.openxmlformats.org/drawingml/2006/main">
              <a:ext uri="{FF2B5EF4-FFF2-40B4-BE49-F238E27FC236}">
                <a16:creationId xmlns:a16="http://schemas.microsoft.com/office/drawing/2014/main" id="{E4838EB9-11B7-4449-9E65-E46A7DE866D0}"/>
              </a:ext>
            </a:extLst>
          </p:cNvPr>
          <p:cNvSpPr>
            <a:spLocks xmlns:a="http://schemas.openxmlformats.org/drawingml/2006/main" noGrp="1"/>
          </p:cNvSpPr>
          <p:nvPr/>
        </p:nvSpPr>
        <p:spPr>
          <a:xfrm xmlns:a="http://schemas.openxmlformats.org/drawingml/2006/main">
            <a:off x="723900" y="5124450"/>
            <a:ext cx="7858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1" i="0">
                <a:solidFill>
                  <a:srgbClr val="FFFFFF"/>
                </a:solidFill>
              </a:defRPr>
            </a:defPPr>
            <a:lvl1pPr algn="l">
              <a:defRPr sz="2550" b="1" i="0">
                <a:solidFill>
                  <a:srgbClr val="FFFFFF"/>
                </a:solidFill>
              </a:defRPr>
            </a:lvl1pPr>
            <a:lvl2pPr algn="l">
              <a:defRPr sz="2550" b="1" i="0">
                <a:solidFill>
                  <a:srgbClr val="FFFFFF"/>
                </a:solidFill>
              </a:defRPr>
            </a:lvl2pPr>
            <a:lvl3pPr algn="l">
              <a:defRPr sz="2550" b="1" i="0">
                <a:solidFill>
                  <a:srgbClr val="FFFFFF"/>
                </a:solidFill>
              </a:defRPr>
            </a:lvl3pPr>
            <a:lvl4pPr algn="l">
              <a:defRPr sz="2550" b="1" i="0">
                <a:solidFill>
                  <a:srgbClr val="FFFFFF"/>
                </a:solidFill>
              </a:defRPr>
            </a:lvl4pPr>
            <a:lvl5pPr algn="l">
              <a:defRPr sz="2550" b="1" i="0">
                <a:solidFill>
                  <a:srgbClr val="FFFFFF"/>
                </a:solidFill>
              </a:defRPr>
            </a:lvl5pPr>
            <a:lvl6pPr algn="l">
              <a:defRPr sz="2550" b="1" i="0">
                <a:solidFill>
                  <a:srgbClr val="FFFFFF"/>
                </a:solidFill>
              </a:defRPr>
            </a:lvl6pPr>
            <a:lvl7pPr algn="l">
              <a:defRPr sz="2550" b="1" i="0">
                <a:solidFill>
                  <a:srgbClr val="FFFFFF"/>
                </a:solidFill>
              </a:defRPr>
            </a:lvl7pPr>
            <a:lvl8pPr algn="l">
              <a:defRPr sz="2550" b="1" i="0">
                <a:solidFill>
                  <a:srgbClr val="FFFFFF"/>
                </a:solidFill>
              </a:defRPr>
            </a:lvl8pPr>
            <a:lvl9pPr algn="l">
              <a:defRPr sz="2550" b="1" i="0">
                <a:solidFill>
                  <a:srgbClr val="FFFFFF"/>
                </a:solidFill>
              </a:defRPr>
            </a:lvl9pPr>
          </a:lstStyle>
          <a:p xmlns:a="http://schemas.openxmlformats.org/drawingml/2006/main">
            <a:pPr algn="l">
              <a:defRPr sz="2550" b="1" i="0">
                <a:solidFill>
                  <a:srgbClr val="FFFFFF"/>
                </a:solidFill>
              </a:defRPr>
            </a:pPr>
            <a:r>
              <a:rPr sz="2550" b="1" i="0">
                <a:solidFill>
                  <a:srgbClr val="FFFFFF"/>
                </a:solidFill>
              </a:rPr>
              <a:t>Keep writing the rules for decades to come.</a:t>
            </a:r>
          </a:p>
        </p:txBody>
      </p:sp>
    </p:spTree>
    <p:extLst>
      <p:ext uri="{BB962C8B-B14F-4D97-AF65-F5344CB8AC3E}">
        <p14:creationId xmlns:p14="http://schemas.microsoft.com/office/powerpoint/2010/main" val="1554081099"/>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0F38884-198E-4A16-8A86-C1862F382EE2}"/>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Engineering that reaches the floor</a:t>
            </a:r>
          </a:p>
        </p:txBody>
      </p:sp>
      <p:sp>
        <p:nvSpPr>
          <p:cNvPr id="2" name="">
            <a:extLst xmlns:a="http://schemas.openxmlformats.org/drawingml/2006/main">
              <a:ext uri="{FF2B5EF4-FFF2-40B4-BE49-F238E27FC236}">
                <a16:creationId xmlns:a16="http://schemas.microsoft.com/office/drawing/2014/main" id="{FBBC7091-D511-4C55-BC16-67368151C20D}"/>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3</a:t>
            </a:r>
          </a:p>
        </p:txBody>
      </p:sp>
      <p:sp>
        <p:nvSpPr>
          <p:cNvPr id="3" name="">
            <a:extLst xmlns:a="http://schemas.openxmlformats.org/drawingml/2006/main">
              <a:ext uri="{FF2B5EF4-FFF2-40B4-BE49-F238E27FC236}">
                <a16:creationId xmlns:a16="http://schemas.microsoft.com/office/drawing/2014/main" id="{397AAB4E-702C-4357-88ED-A71219DCD0B1}"/>
              </a:ext>
            </a:extLst>
          </p:cNvPr>
          <p:cNvSpPr>
            <a:spLocks xmlns:a="http://schemas.openxmlformats.org/drawingml/2006/main" noGrp="1"/>
          </p:cNvSpPr>
          <p:nvPr/>
        </p:nvSpPr>
        <p:spPr>
          <a:xfrm xmlns:a="http://schemas.openxmlformats.org/drawingml/2006/main">
            <a:off x="723900" y="2800350"/>
            <a:ext cx="2381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625" b="1" i="0">
                <a:solidFill>
                  <a:srgbClr val="BEA06A"/>
                </a:solidFill>
              </a:defRPr>
            </a:defPPr>
            <a:lvl1pPr algn="l">
              <a:defRPr sz="2625" b="1" i="0">
                <a:solidFill>
                  <a:srgbClr val="BEA06A"/>
                </a:solidFill>
              </a:defRPr>
            </a:lvl1pPr>
            <a:lvl2pPr algn="l">
              <a:defRPr sz="2625" b="1" i="0">
                <a:solidFill>
                  <a:srgbClr val="BEA06A"/>
                </a:solidFill>
              </a:defRPr>
            </a:lvl2pPr>
            <a:lvl3pPr algn="l">
              <a:defRPr sz="2625" b="1" i="0">
                <a:solidFill>
                  <a:srgbClr val="BEA06A"/>
                </a:solidFill>
              </a:defRPr>
            </a:lvl3pPr>
            <a:lvl4pPr algn="l">
              <a:defRPr sz="2625" b="1" i="0">
                <a:solidFill>
                  <a:srgbClr val="BEA06A"/>
                </a:solidFill>
              </a:defRPr>
            </a:lvl4pPr>
            <a:lvl5pPr algn="l">
              <a:defRPr sz="2625" b="1" i="0">
                <a:solidFill>
                  <a:srgbClr val="BEA06A"/>
                </a:solidFill>
              </a:defRPr>
            </a:lvl5pPr>
            <a:lvl6pPr algn="l">
              <a:defRPr sz="2625" b="1" i="0">
                <a:solidFill>
                  <a:srgbClr val="BEA06A"/>
                </a:solidFill>
              </a:defRPr>
            </a:lvl6pPr>
            <a:lvl7pPr algn="l">
              <a:defRPr sz="2625" b="1" i="0">
                <a:solidFill>
                  <a:srgbClr val="BEA06A"/>
                </a:solidFill>
              </a:defRPr>
            </a:lvl7pPr>
            <a:lvl8pPr algn="l">
              <a:defRPr sz="2625" b="1" i="0">
                <a:solidFill>
                  <a:srgbClr val="BEA06A"/>
                </a:solidFill>
              </a:defRPr>
            </a:lvl8pPr>
            <a:lvl9pPr algn="l">
              <a:defRPr sz="2625" b="1" i="0">
                <a:solidFill>
                  <a:srgbClr val="BEA06A"/>
                </a:solidFill>
              </a:defRPr>
            </a:lvl9pPr>
          </a:lstStyle>
          <a:p xmlns:a="http://schemas.openxmlformats.org/drawingml/2006/main">
            <a:pPr algn="l">
              <a:defRPr sz="2625" b="1" i="0">
                <a:solidFill>
                  <a:srgbClr val="BEA06A"/>
                </a:solidFill>
              </a:defRPr>
            </a:pPr>
            <a:r>
              <a:rPr sz="2625" b="1" i="0">
                <a:solidFill>
                  <a:srgbClr val="BEA06A"/>
                </a:solidFill>
              </a:rPr>
              <a:t>SENSE</a:t>
            </a:r>
          </a:p>
        </p:txBody>
      </p:sp>
      <p:sp>
        <p:nvSpPr>
          <p:cNvPr id="4" name="">
            <a:extLst xmlns:a="http://schemas.openxmlformats.org/drawingml/2006/main">
              <a:ext uri="{FF2B5EF4-FFF2-40B4-BE49-F238E27FC236}">
                <a16:creationId xmlns:a16="http://schemas.microsoft.com/office/drawing/2014/main" id="{A34BA23E-0CD2-4E38-8F37-7AAB56C38762}"/>
              </a:ext>
            </a:extLst>
          </p:cNvPr>
          <p:cNvSpPr>
            <a:spLocks xmlns:a="http://schemas.openxmlformats.org/drawingml/2006/main" noGrp="1"/>
          </p:cNvSpPr>
          <p:nvPr/>
        </p:nvSpPr>
        <p:spPr>
          <a:xfrm xmlns:a="http://schemas.openxmlformats.org/drawingml/2006/main">
            <a:off x="723900" y="3543300"/>
            <a:ext cx="2524125"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defRPr sz="1875" b="0" i="0">
                <a:solidFill>
                  <a:srgbClr val="FFFFFF"/>
                </a:solidFill>
              </a:defRPr>
            </a:lvl1pPr>
            <a:lvl2pPr algn="l">
              <a:defRPr sz="1875" b="0" i="0">
                <a:solidFill>
                  <a:srgbClr val="FFFFFF"/>
                </a:solidFill>
              </a:defRPr>
            </a:lvl2pPr>
            <a:lvl3pPr algn="l">
              <a:defRPr sz="1875" b="0" i="0">
                <a:solidFill>
                  <a:srgbClr val="FFFFFF"/>
                </a:solidFill>
              </a:defRPr>
            </a:lvl3pPr>
            <a:lvl4pPr algn="l">
              <a:defRPr sz="1875" b="0" i="0">
                <a:solidFill>
                  <a:srgbClr val="FFFFFF"/>
                </a:solidFill>
              </a:defRPr>
            </a:lvl4pPr>
            <a:lvl5pPr algn="l">
              <a:defRPr sz="1875" b="0" i="0">
                <a:solidFill>
                  <a:srgbClr val="FFFFFF"/>
                </a:solidFill>
              </a:defRPr>
            </a:lvl5pPr>
            <a:lvl6pPr algn="l">
              <a:defRPr sz="1875" b="0" i="0">
                <a:solidFill>
                  <a:srgbClr val="FFFFFF"/>
                </a:solidFill>
              </a:defRPr>
            </a:lvl6pPr>
            <a:lvl7pPr algn="l">
              <a:defRPr sz="1875" b="0" i="0">
                <a:solidFill>
                  <a:srgbClr val="FFFFFF"/>
                </a:solidFill>
              </a:defRPr>
            </a:lvl7pPr>
            <a:lvl8pPr algn="l">
              <a:defRPr sz="1875" b="0" i="0">
                <a:solidFill>
                  <a:srgbClr val="FFFFFF"/>
                </a:solidFill>
              </a:defRPr>
            </a:lvl8pPr>
            <a:lvl9pPr algn="l">
              <a:defRPr sz="1875" b="0" i="0">
                <a:solidFill>
                  <a:srgbClr val="FFFFFF"/>
                </a:solidFill>
              </a:defRPr>
            </a:lvl9pPr>
          </a:lstStyle>
          <a:p xmlns:a="http://schemas.openxmlformats.org/drawingml/2006/main">
            <a:pPr algn="l">
              <a:defRPr sz="1875" b="0" i="0">
                <a:solidFill>
                  <a:srgbClr val="FFFFFF"/>
                </a:solidFill>
              </a:defRPr>
            </a:pPr>
            <a:r>
              <a:rPr sz="1875" b="0" i="0">
                <a:solidFill>
                  <a:srgbClr val="FFFFFF"/>
                </a:solidFill>
              </a:rPr>
              <a:t>Machines capture</a:t>
            </a:r>
          </a:p>
          <a:p xmlns:a="http://schemas.openxmlformats.org/drawingml/2006/main">
            <a:pPr algn="l">
              <a:defRPr sz="1875" b="0" i="0">
                <a:solidFill>
                  <a:srgbClr val="FFFFFF"/>
                </a:solidFill>
              </a:defRPr>
            </a:pPr>
            <a:r>
              <a:rPr sz="1875" b="0" i="0">
                <a:solidFill>
                  <a:srgbClr val="FFFFFF"/>
                </a:solidFill>
              </a:rPr>
              <a:t>what is happening</a:t>
            </a:r>
          </a:p>
        </p:txBody>
      </p:sp>
      <p:sp>
        <p:nvSpPr>
          <p:cNvPr id="5" name="">
            <a:extLst xmlns:a="http://schemas.openxmlformats.org/drawingml/2006/main">
              <a:ext uri="{FF2B5EF4-FFF2-40B4-BE49-F238E27FC236}">
                <a16:creationId xmlns:a16="http://schemas.microsoft.com/office/drawing/2014/main" id="{74EF2072-0F5B-4869-B3C8-B8EF0150DF55}"/>
              </a:ext>
            </a:extLst>
          </p:cNvPr>
          <p:cNvSpPr>
            <a:spLocks xmlns:a="http://schemas.openxmlformats.org/drawingml/2006/main" noGrp="1"/>
          </p:cNvSpPr>
          <p:nvPr/>
        </p:nvSpPr>
        <p:spPr>
          <a:xfrm xmlns:a="http://schemas.openxmlformats.org/drawingml/2006/main">
            <a:off x="3419475" y="2800350"/>
            <a:ext cx="2381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625" b="1" i="0">
                <a:solidFill>
                  <a:srgbClr val="BEA06A"/>
                </a:solidFill>
              </a:defRPr>
            </a:defPPr>
            <a:lvl1pPr algn="l">
              <a:defRPr sz="2625" b="1" i="0">
                <a:solidFill>
                  <a:srgbClr val="BEA06A"/>
                </a:solidFill>
              </a:defRPr>
            </a:lvl1pPr>
            <a:lvl2pPr algn="l">
              <a:defRPr sz="2625" b="1" i="0">
                <a:solidFill>
                  <a:srgbClr val="BEA06A"/>
                </a:solidFill>
              </a:defRPr>
            </a:lvl2pPr>
            <a:lvl3pPr algn="l">
              <a:defRPr sz="2625" b="1" i="0">
                <a:solidFill>
                  <a:srgbClr val="BEA06A"/>
                </a:solidFill>
              </a:defRPr>
            </a:lvl3pPr>
            <a:lvl4pPr algn="l">
              <a:defRPr sz="2625" b="1" i="0">
                <a:solidFill>
                  <a:srgbClr val="BEA06A"/>
                </a:solidFill>
              </a:defRPr>
            </a:lvl4pPr>
            <a:lvl5pPr algn="l">
              <a:defRPr sz="2625" b="1" i="0">
                <a:solidFill>
                  <a:srgbClr val="BEA06A"/>
                </a:solidFill>
              </a:defRPr>
            </a:lvl5pPr>
            <a:lvl6pPr algn="l">
              <a:defRPr sz="2625" b="1" i="0">
                <a:solidFill>
                  <a:srgbClr val="BEA06A"/>
                </a:solidFill>
              </a:defRPr>
            </a:lvl6pPr>
            <a:lvl7pPr algn="l">
              <a:defRPr sz="2625" b="1" i="0">
                <a:solidFill>
                  <a:srgbClr val="BEA06A"/>
                </a:solidFill>
              </a:defRPr>
            </a:lvl7pPr>
            <a:lvl8pPr algn="l">
              <a:defRPr sz="2625" b="1" i="0">
                <a:solidFill>
                  <a:srgbClr val="BEA06A"/>
                </a:solidFill>
              </a:defRPr>
            </a:lvl8pPr>
            <a:lvl9pPr algn="l">
              <a:defRPr sz="2625" b="1" i="0">
                <a:solidFill>
                  <a:srgbClr val="BEA06A"/>
                </a:solidFill>
              </a:defRPr>
            </a:lvl9pPr>
          </a:lstStyle>
          <a:p xmlns:a="http://schemas.openxmlformats.org/drawingml/2006/main">
            <a:pPr algn="l">
              <a:defRPr sz="2625" b="1" i="0">
                <a:solidFill>
                  <a:srgbClr val="BEA06A"/>
                </a:solidFill>
              </a:defRPr>
            </a:pPr>
            <a:r>
              <a:rPr sz="2625" b="1" i="0">
                <a:solidFill>
                  <a:srgbClr val="BEA06A"/>
                </a:solidFill>
              </a:rPr>
              <a:t>DECIDE</a:t>
            </a:r>
          </a:p>
        </p:txBody>
      </p:sp>
      <p:sp>
        <p:nvSpPr>
          <p:cNvPr id="6" name="">
            <a:extLst xmlns:a="http://schemas.openxmlformats.org/drawingml/2006/main">
              <a:ext uri="{FF2B5EF4-FFF2-40B4-BE49-F238E27FC236}">
                <a16:creationId xmlns:a16="http://schemas.microsoft.com/office/drawing/2014/main" id="{578E9F30-B97B-4D21-9887-533D7D1E5D39}"/>
              </a:ext>
            </a:extLst>
          </p:cNvPr>
          <p:cNvSpPr>
            <a:spLocks xmlns:a="http://schemas.openxmlformats.org/drawingml/2006/main" noGrp="1"/>
          </p:cNvSpPr>
          <p:nvPr/>
        </p:nvSpPr>
        <p:spPr>
          <a:xfrm xmlns:a="http://schemas.openxmlformats.org/drawingml/2006/main">
            <a:off x="3419475" y="3543300"/>
            <a:ext cx="2524125"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defRPr sz="1875" b="0" i="0">
                <a:solidFill>
                  <a:srgbClr val="FFFFFF"/>
                </a:solidFill>
              </a:defRPr>
            </a:lvl1pPr>
            <a:lvl2pPr algn="l">
              <a:defRPr sz="1875" b="0" i="0">
                <a:solidFill>
                  <a:srgbClr val="FFFFFF"/>
                </a:solidFill>
              </a:defRPr>
            </a:lvl2pPr>
            <a:lvl3pPr algn="l">
              <a:defRPr sz="1875" b="0" i="0">
                <a:solidFill>
                  <a:srgbClr val="FFFFFF"/>
                </a:solidFill>
              </a:defRPr>
            </a:lvl3pPr>
            <a:lvl4pPr algn="l">
              <a:defRPr sz="1875" b="0" i="0">
                <a:solidFill>
                  <a:srgbClr val="FFFFFF"/>
                </a:solidFill>
              </a:defRPr>
            </a:lvl4pPr>
            <a:lvl5pPr algn="l">
              <a:defRPr sz="1875" b="0" i="0">
                <a:solidFill>
                  <a:srgbClr val="FFFFFF"/>
                </a:solidFill>
              </a:defRPr>
            </a:lvl5pPr>
            <a:lvl6pPr algn="l">
              <a:defRPr sz="1875" b="0" i="0">
                <a:solidFill>
                  <a:srgbClr val="FFFFFF"/>
                </a:solidFill>
              </a:defRPr>
            </a:lvl6pPr>
            <a:lvl7pPr algn="l">
              <a:defRPr sz="1875" b="0" i="0">
                <a:solidFill>
                  <a:srgbClr val="FFFFFF"/>
                </a:solidFill>
              </a:defRPr>
            </a:lvl7pPr>
            <a:lvl8pPr algn="l">
              <a:defRPr sz="1875" b="0" i="0">
                <a:solidFill>
                  <a:srgbClr val="FFFFFF"/>
                </a:solidFill>
              </a:defRPr>
            </a:lvl8pPr>
            <a:lvl9pPr algn="l">
              <a:defRPr sz="1875" b="0" i="0">
                <a:solidFill>
                  <a:srgbClr val="FFFFFF"/>
                </a:solidFill>
              </a:defRPr>
            </a:lvl9pPr>
          </a:lstStyle>
          <a:p xmlns:a="http://schemas.openxmlformats.org/drawingml/2006/main">
            <a:pPr algn="l">
              <a:defRPr sz="1875" b="0" i="0">
                <a:solidFill>
                  <a:srgbClr val="FFFFFF"/>
                </a:solidFill>
              </a:defRPr>
            </a:pPr>
            <a:r>
              <a:rPr sz="1875" b="0" i="0">
                <a:solidFill>
                  <a:srgbClr val="FFFFFF"/>
                </a:solidFill>
              </a:rPr>
              <a:t>Software turns signals</a:t>
            </a:r>
          </a:p>
          <a:p xmlns:a="http://schemas.openxmlformats.org/drawingml/2006/main">
            <a:pPr algn="l">
              <a:defRPr sz="1875" b="0" i="0">
                <a:solidFill>
                  <a:srgbClr val="FFFFFF"/>
                </a:solidFill>
              </a:defRPr>
            </a:pPr>
            <a:r>
              <a:rPr sz="1875" b="0" i="0">
                <a:solidFill>
                  <a:srgbClr val="FFFFFF"/>
                </a:solidFill>
              </a:rPr>
              <a:t>into a decision</a:t>
            </a:r>
          </a:p>
        </p:txBody>
      </p:sp>
      <p:sp>
        <p:nvSpPr>
          <p:cNvPr id="7" name="">
            <a:extLst xmlns:a="http://schemas.openxmlformats.org/drawingml/2006/main">
              <a:ext uri="{FF2B5EF4-FFF2-40B4-BE49-F238E27FC236}">
                <a16:creationId xmlns:a16="http://schemas.microsoft.com/office/drawing/2014/main" id="{3644D645-77AD-4BEA-B186-DA1B65F1C548}"/>
              </a:ext>
            </a:extLst>
          </p:cNvPr>
          <p:cNvSpPr>
            <a:spLocks xmlns:a="http://schemas.openxmlformats.org/drawingml/2006/main" noGrp="1"/>
          </p:cNvSpPr>
          <p:nvPr/>
        </p:nvSpPr>
        <p:spPr>
          <a:xfrm xmlns:a="http://schemas.openxmlformats.org/drawingml/2006/main">
            <a:off x="6229350" y="2800350"/>
            <a:ext cx="2381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625" b="1" i="0">
                <a:solidFill>
                  <a:srgbClr val="BEA06A"/>
                </a:solidFill>
              </a:defRPr>
            </a:defPPr>
            <a:lvl1pPr algn="l">
              <a:defRPr sz="2625" b="1" i="0">
                <a:solidFill>
                  <a:srgbClr val="BEA06A"/>
                </a:solidFill>
              </a:defRPr>
            </a:lvl1pPr>
            <a:lvl2pPr algn="l">
              <a:defRPr sz="2625" b="1" i="0">
                <a:solidFill>
                  <a:srgbClr val="BEA06A"/>
                </a:solidFill>
              </a:defRPr>
            </a:lvl2pPr>
            <a:lvl3pPr algn="l">
              <a:defRPr sz="2625" b="1" i="0">
                <a:solidFill>
                  <a:srgbClr val="BEA06A"/>
                </a:solidFill>
              </a:defRPr>
            </a:lvl3pPr>
            <a:lvl4pPr algn="l">
              <a:defRPr sz="2625" b="1" i="0">
                <a:solidFill>
                  <a:srgbClr val="BEA06A"/>
                </a:solidFill>
              </a:defRPr>
            </a:lvl4pPr>
            <a:lvl5pPr algn="l">
              <a:defRPr sz="2625" b="1" i="0">
                <a:solidFill>
                  <a:srgbClr val="BEA06A"/>
                </a:solidFill>
              </a:defRPr>
            </a:lvl5pPr>
            <a:lvl6pPr algn="l">
              <a:defRPr sz="2625" b="1" i="0">
                <a:solidFill>
                  <a:srgbClr val="BEA06A"/>
                </a:solidFill>
              </a:defRPr>
            </a:lvl6pPr>
            <a:lvl7pPr algn="l">
              <a:defRPr sz="2625" b="1" i="0">
                <a:solidFill>
                  <a:srgbClr val="BEA06A"/>
                </a:solidFill>
              </a:defRPr>
            </a:lvl7pPr>
            <a:lvl8pPr algn="l">
              <a:defRPr sz="2625" b="1" i="0">
                <a:solidFill>
                  <a:srgbClr val="BEA06A"/>
                </a:solidFill>
              </a:defRPr>
            </a:lvl8pPr>
            <a:lvl9pPr algn="l">
              <a:defRPr sz="2625" b="1" i="0">
                <a:solidFill>
                  <a:srgbClr val="BEA06A"/>
                </a:solidFill>
              </a:defRPr>
            </a:lvl9pPr>
          </a:lstStyle>
          <a:p xmlns:a="http://schemas.openxmlformats.org/drawingml/2006/main">
            <a:pPr algn="l">
              <a:defRPr sz="2625" b="1" i="0">
                <a:solidFill>
                  <a:srgbClr val="BEA06A"/>
                </a:solidFill>
              </a:defRPr>
            </a:pPr>
            <a:r>
              <a:rPr sz="2625" b="1" i="0">
                <a:solidFill>
                  <a:srgbClr val="BEA06A"/>
                </a:solidFill>
              </a:rPr>
              <a:t>ACT</a:t>
            </a:r>
          </a:p>
        </p:txBody>
      </p:sp>
      <p:sp>
        <p:nvSpPr>
          <p:cNvPr id="8" name="">
            <a:extLst xmlns:a="http://schemas.openxmlformats.org/drawingml/2006/main">
              <a:ext uri="{FF2B5EF4-FFF2-40B4-BE49-F238E27FC236}">
                <a16:creationId xmlns:a16="http://schemas.microsoft.com/office/drawing/2014/main" id="{8CD4209B-EEAA-49CF-B1CF-B1BCE1C02033}"/>
              </a:ext>
            </a:extLst>
          </p:cNvPr>
          <p:cNvSpPr>
            <a:spLocks xmlns:a="http://schemas.openxmlformats.org/drawingml/2006/main" noGrp="1"/>
          </p:cNvSpPr>
          <p:nvPr/>
        </p:nvSpPr>
        <p:spPr>
          <a:xfrm xmlns:a="http://schemas.openxmlformats.org/drawingml/2006/main">
            <a:off x="6229350" y="3543300"/>
            <a:ext cx="2524125"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defRPr sz="1875" b="0" i="0">
                <a:solidFill>
                  <a:srgbClr val="FFFFFF"/>
                </a:solidFill>
              </a:defRPr>
            </a:lvl1pPr>
            <a:lvl2pPr algn="l">
              <a:defRPr sz="1875" b="0" i="0">
                <a:solidFill>
                  <a:srgbClr val="FFFFFF"/>
                </a:solidFill>
              </a:defRPr>
            </a:lvl2pPr>
            <a:lvl3pPr algn="l">
              <a:defRPr sz="1875" b="0" i="0">
                <a:solidFill>
                  <a:srgbClr val="FFFFFF"/>
                </a:solidFill>
              </a:defRPr>
            </a:lvl3pPr>
            <a:lvl4pPr algn="l">
              <a:defRPr sz="1875" b="0" i="0">
                <a:solidFill>
                  <a:srgbClr val="FFFFFF"/>
                </a:solidFill>
              </a:defRPr>
            </a:lvl4pPr>
            <a:lvl5pPr algn="l">
              <a:defRPr sz="1875" b="0" i="0">
                <a:solidFill>
                  <a:srgbClr val="FFFFFF"/>
                </a:solidFill>
              </a:defRPr>
            </a:lvl5pPr>
            <a:lvl6pPr algn="l">
              <a:defRPr sz="1875" b="0" i="0">
                <a:solidFill>
                  <a:srgbClr val="FFFFFF"/>
                </a:solidFill>
              </a:defRPr>
            </a:lvl6pPr>
            <a:lvl7pPr algn="l">
              <a:defRPr sz="1875" b="0" i="0">
                <a:solidFill>
                  <a:srgbClr val="FFFFFF"/>
                </a:solidFill>
              </a:defRPr>
            </a:lvl7pPr>
            <a:lvl8pPr algn="l">
              <a:defRPr sz="1875" b="0" i="0">
                <a:solidFill>
                  <a:srgbClr val="FFFFFF"/>
                </a:solidFill>
              </a:defRPr>
            </a:lvl8pPr>
            <a:lvl9pPr algn="l">
              <a:defRPr sz="1875" b="0" i="0">
                <a:solidFill>
                  <a:srgbClr val="FFFFFF"/>
                </a:solidFill>
              </a:defRPr>
            </a:lvl9pPr>
          </a:lstStyle>
          <a:p xmlns:a="http://schemas.openxmlformats.org/drawingml/2006/main">
            <a:pPr algn="l">
              <a:defRPr sz="1875" b="0" i="0">
                <a:solidFill>
                  <a:srgbClr val="FFFFFF"/>
                </a:solidFill>
              </a:defRPr>
            </a:pPr>
            <a:r>
              <a:rPr sz="1875" b="0" i="0">
                <a:solidFill>
                  <a:srgbClr val="FFFFFF"/>
                </a:solidFill>
              </a:rPr>
              <a:t>People and equipment</a:t>
            </a:r>
          </a:p>
          <a:p xmlns:a="http://schemas.openxmlformats.org/drawingml/2006/main">
            <a:pPr algn="l">
              <a:defRPr sz="1875" b="0" i="0">
                <a:solidFill>
                  <a:srgbClr val="FFFFFF"/>
                </a:solidFill>
              </a:defRPr>
            </a:pPr>
            <a:r>
              <a:rPr sz="1875" b="0" i="0">
                <a:solidFill>
                  <a:srgbClr val="FFFFFF"/>
                </a:solidFill>
              </a:rPr>
              <a:t>respond</a:t>
            </a:r>
          </a:p>
        </p:txBody>
      </p:sp>
      <p:sp>
        <p:nvSpPr>
          <p:cNvPr id="9" name="">
            <a:extLst xmlns:a="http://schemas.openxmlformats.org/drawingml/2006/main">
              <a:ext uri="{FF2B5EF4-FFF2-40B4-BE49-F238E27FC236}">
                <a16:creationId xmlns:a16="http://schemas.microsoft.com/office/drawing/2014/main" id="{EFEC76D1-80FD-4BC8-AFC9-1E585F89C1B7}"/>
              </a:ext>
            </a:extLst>
          </p:cNvPr>
          <p:cNvSpPr>
            <a:spLocks xmlns:a="http://schemas.openxmlformats.org/drawingml/2006/main" noGrp="1"/>
          </p:cNvSpPr>
          <p:nvPr/>
        </p:nvSpPr>
        <p:spPr>
          <a:xfrm xmlns:a="http://schemas.openxmlformats.org/drawingml/2006/main">
            <a:off x="723900" y="5362575"/>
            <a:ext cx="7429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1" i="0">
                <a:solidFill>
                  <a:srgbClr val="FFFFFF"/>
                </a:solidFill>
              </a:defRPr>
            </a:defPPr>
            <a:lvl1pPr algn="l">
              <a:defRPr sz="2550" b="1" i="0">
                <a:solidFill>
                  <a:srgbClr val="FFFFFF"/>
                </a:solidFill>
              </a:defRPr>
            </a:lvl1pPr>
            <a:lvl2pPr algn="l">
              <a:defRPr sz="2550" b="1" i="0">
                <a:solidFill>
                  <a:srgbClr val="FFFFFF"/>
                </a:solidFill>
              </a:defRPr>
            </a:lvl2pPr>
            <a:lvl3pPr algn="l">
              <a:defRPr sz="2550" b="1" i="0">
                <a:solidFill>
                  <a:srgbClr val="FFFFFF"/>
                </a:solidFill>
              </a:defRPr>
            </a:lvl3pPr>
            <a:lvl4pPr algn="l">
              <a:defRPr sz="2550" b="1" i="0">
                <a:solidFill>
                  <a:srgbClr val="FFFFFF"/>
                </a:solidFill>
              </a:defRPr>
            </a:lvl4pPr>
            <a:lvl5pPr algn="l">
              <a:defRPr sz="2550" b="1" i="0">
                <a:solidFill>
                  <a:srgbClr val="FFFFFF"/>
                </a:solidFill>
              </a:defRPr>
            </a:lvl5pPr>
            <a:lvl6pPr algn="l">
              <a:defRPr sz="2550" b="1" i="0">
                <a:solidFill>
                  <a:srgbClr val="FFFFFF"/>
                </a:solidFill>
              </a:defRPr>
            </a:lvl6pPr>
            <a:lvl7pPr algn="l">
              <a:defRPr sz="2550" b="1" i="0">
                <a:solidFill>
                  <a:srgbClr val="FFFFFF"/>
                </a:solidFill>
              </a:defRPr>
            </a:lvl7pPr>
            <a:lvl8pPr algn="l">
              <a:defRPr sz="2550" b="1" i="0">
                <a:solidFill>
                  <a:srgbClr val="FFFFFF"/>
                </a:solidFill>
              </a:defRPr>
            </a:lvl8pPr>
            <a:lvl9pPr algn="l">
              <a:defRPr sz="2550" b="1" i="0">
                <a:solidFill>
                  <a:srgbClr val="FFFFFF"/>
                </a:solidFill>
              </a:defRPr>
            </a:lvl9pPr>
          </a:lstStyle>
          <a:p xmlns:a="http://schemas.openxmlformats.org/drawingml/2006/main">
            <a:pPr algn="l">
              <a:defRPr sz="2550" b="1" i="0">
                <a:solidFill>
                  <a:srgbClr val="FFFFFF"/>
                </a:solidFill>
              </a:defRPr>
            </a:pPr>
            <a:r>
              <a:rPr sz="2550" b="1" i="0">
                <a:solidFill>
                  <a:srgbClr val="FFFFFF"/>
                </a:solidFill>
              </a:rPr>
              <a:t>Build. Test. Improve.</a:t>
            </a:r>
          </a:p>
        </p:txBody>
      </p:sp>
    </p:spTree>
    <p:extLst>
      <p:ext uri="{BB962C8B-B14F-4D97-AF65-F5344CB8AC3E}">
        <p14:creationId xmlns:p14="http://schemas.microsoft.com/office/powerpoint/2010/main" val="102264667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A85AD2-4C6D-41EF-BDC8-64159D097DFD}"/>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Why we love this work</a:t>
            </a:r>
          </a:p>
        </p:txBody>
      </p:sp>
      <p:sp>
        <p:nvSpPr>
          <p:cNvPr id="2" name="">
            <a:extLst xmlns:a="http://schemas.openxmlformats.org/drawingml/2006/main">
              <a:ext uri="{FF2B5EF4-FFF2-40B4-BE49-F238E27FC236}">
                <a16:creationId xmlns:a16="http://schemas.microsoft.com/office/drawing/2014/main" id="{F977F1D9-1B3B-4F10-BB61-ACD7FD77573F}"/>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4</a:t>
            </a:r>
          </a:p>
        </p:txBody>
      </p:sp>
      <p:sp>
        <p:nvSpPr>
          <p:cNvPr id="3" name="">
            <a:extLst xmlns:a="http://schemas.openxmlformats.org/drawingml/2006/main">
              <a:ext uri="{FF2B5EF4-FFF2-40B4-BE49-F238E27FC236}">
                <a16:creationId xmlns:a16="http://schemas.microsoft.com/office/drawing/2014/main" id="{1D6CBC50-C279-4861-87F5-D957614B2EA6}"/>
              </a:ext>
            </a:extLst>
          </p:cNvPr>
          <p:cNvSpPr>
            <a:spLocks xmlns:a="http://schemas.openxmlformats.org/drawingml/2006/main" noGrp="1"/>
          </p:cNvSpPr>
          <p:nvPr/>
        </p:nvSpPr>
        <p:spPr>
          <a:xfrm xmlns:a="http://schemas.openxmlformats.org/drawingml/2006/main">
            <a:off x="723900" y="2686050"/>
            <a:ext cx="35242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xmlns:a="http://schemas.openxmlformats.org/drawingml/2006/main">
            <a:pPr algn="l">
              <a:defRPr sz="2325" b="1" i="0">
                <a:solidFill>
                  <a:srgbClr val="BEA06A"/>
                </a:solidFill>
              </a:defRPr>
            </a:pPr>
            <a:r>
              <a:rPr sz="2325" b="1" i="0">
                <a:solidFill>
                  <a:srgbClr val="BEA06A"/>
                </a:solidFill>
              </a:rPr>
              <a:t>VARIETY</a:t>
            </a:r>
          </a:p>
        </p:txBody>
      </p:sp>
      <p:sp>
        <p:nvSpPr>
          <p:cNvPr id="4" name="">
            <a:extLst xmlns:a="http://schemas.openxmlformats.org/drawingml/2006/main">
              <a:ext uri="{FF2B5EF4-FFF2-40B4-BE49-F238E27FC236}">
                <a16:creationId xmlns:a16="http://schemas.microsoft.com/office/drawing/2014/main" id="{F4E9C001-20D1-4DD6-BBCD-4FCD600D1E5B}"/>
              </a:ext>
            </a:extLst>
          </p:cNvPr>
          <p:cNvSpPr>
            <a:spLocks xmlns:a="http://schemas.openxmlformats.org/drawingml/2006/main" noGrp="1"/>
          </p:cNvSpPr>
          <p:nvPr/>
        </p:nvSpPr>
        <p:spPr>
          <a:xfrm xmlns:a="http://schemas.openxmlformats.org/drawingml/2006/main">
            <a:off x="723900" y="3219450"/>
            <a:ext cx="36671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00" b="0" i="0">
                <a:solidFill>
                  <a:srgbClr val="FFFFFF"/>
                </a:solidFill>
              </a:defRPr>
            </a:defPPr>
            <a:lvl1pPr algn="l">
              <a:defRPr sz="1800" b="0" i="0">
                <a:solidFill>
                  <a:srgbClr val="FFFFFF"/>
                </a:solidFill>
              </a:defRPr>
            </a:lvl1pPr>
            <a:lvl2pPr algn="l">
              <a:defRPr sz="1800" b="0" i="0">
                <a:solidFill>
                  <a:srgbClr val="FFFFFF"/>
                </a:solidFill>
              </a:defRPr>
            </a:lvl2pPr>
            <a:lvl3pPr algn="l">
              <a:defRPr sz="1800" b="0" i="0">
                <a:solidFill>
                  <a:srgbClr val="FFFFFF"/>
                </a:solidFill>
              </a:defRPr>
            </a:lvl3pPr>
            <a:lvl4pPr algn="l">
              <a:defRPr sz="1800" b="0" i="0">
                <a:solidFill>
                  <a:srgbClr val="FFFFFF"/>
                </a:solidFill>
              </a:defRPr>
            </a:lvl4pPr>
            <a:lvl5pPr algn="l">
              <a:defRPr sz="1800" b="0" i="0">
                <a:solidFill>
                  <a:srgbClr val="FFFFFF"/>
                </a:solidFill>
              </a:defRPr>
            </a:lvl5pPr>
            <a:lvl6pPr algn="l">
              <a:defRPr sz="1800" b="0" i="0">
                <a:solidFill>
                  <a:srgbClr val="FFFFFF"/>
                </a:solidFill>
              </a:defRPr>
            </a:lvl6pPr>
            <a:lvl7pPr algn="l">
              <a:defRPr sz="1800" b="0" i="0">
                <a:solidFill>
                  <a:srgbClr val="FFFFFF"/>
                </a:solidFill>
              </a:defRPr>
            </a:lvl7pPr>
            <a:lvl8pPr algn="l">
              <a:defRPr sz="1800" b="0" i="0">
                <a:solidFill>
                  <a:srgbClr val="FFFFFF"/>
                </a:solidFill>
              </a:defRPr>
            </a:lvl8pPr>
            <a:lvl9pPr algn="l">
              <a:defRPr sz="1800" b="0" i="0">
                <a:solidFill>
                  <a:srgbClr val="FFFFFF"/>
                </a:solidFill>
              </a:defRPr>
            </a:lvl9pPr>
          </a:lstStyle>
          <a:p xmlns:a="http://schemas.openxmlformats.org/drawingml/2006/main">
            <a:pPr algn="l">
              <a:defRPr sz="1800" b="0" i="0">
                <a:solidFill>
                  <a:srgbClr val="FFFFFF"/>
                </a:solidFill>
              </a:defRPr>
            </a:pPr>
            <a:r>
              <a:rPr sz="1800" b="0" i="0">
                <a:solidFill>
                  <a:srgbClr val="FFFFFF"/>
                </a:solidFill>
              </a:rPr>
              <a:t>AI, software, machines</a:t>
            </a:r>
          </a:p>
        </p:txBody>
      </p:sp>
      <p:sp>
        <p:nvSpPr>
          <p:cNvPr id="5" name="">
            <a:extLst xmlns:a="http://schemas.openxmlformats.org/drawingml/2006/main">
              <a:ext uri="{FF2B5EF4-FFF2-40B4-BE49-F238E27FC236}">
                <a16:creationId xmlns:a16="http://schemas.microsoft.com/office/drawing/2014/main" id="{84EAA43C-6C73-4ACF-881D-7CB0D03E84AE}"/>
              </a:ext>
            </a:extLst>
          </p:cNvPr>
          <p:cNvSpPr>
            <a:spLocks xmlns:a="http://schemas.openxmlformats.org/drawingml/2006/main" noGrp="1"/>
          </p:cNvSpPr>
          <p:nvPr/>
        </p:nvSpPr>
        <p:spPr>
          <a:xfrm xmlns:a="http://schemas.openxmlformats.org/drawingml/2006/main">
            <a:off x="4857750" y="2686050"/>
            <a:ext cx="35242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xmlns:a="http://schemas.openxmlformats.org/drawingml/2006/main">
            <a:pPr algn="l">
              <a:defRPr sz="2325" b="1" i="0">
                <a:solidFill>
                  <a:srgbClr val="BEA06A"/>
                </a:solidFill>
              </a:defRPr>
            </a:pPr>
            <a:r>
              <a:rPr sz="2325" b="1" i="0">
                <a:solidFill>
                  <a:srgbClr val="BEA06A"/>
                </a:solidFill>
              </a:rPr>
              <a:t>FREEDOM</a:t>
            </a:r>
          </a:p>
        </p:txBody>
      </p:sp>
      <p:sp>
        <p:nvSpPr>
          <p:cNvPr id="6" name="">
            <a:extLst xmlns:a="http://schemas.openxmlformats.org/drawingml/2006/main">
              <a:ext uri="{FF2B5EF4-FFF2-40B4-BE49-F238E27FC236}">
                <a16:creationId xmlns:a16="http://schemas.microsoft.com/office/drawing/2014/main" id="{78523446-C2A7-486D-A964-356B4DB41418}"/>
              </a:ext>
            </a:extLst>
          </p:cNvPr>
          <p:cNvSpPr>
            <a:spLocks xmlns:a="http://schemas.openxmlformats.org/drawingml/2006/main" noGrp="1"/>
          </p:cNvSpPr>
          <p:nvPr/>
        </p:nvSpPr>
        <p:spPr>
          <a:xfrm xmlns:a="http://schemas.openxmlformats.org/drawingml/2006/main">
            <a:off x="4857750" y="3219450"/>
            <a:ext cx="36671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00" b="0" i="0">
                <a:solidFill>
                  <a:srgbClr val="FFFFFF"/>
                </a:solidFill>
              </a:defRPr>
            </a:defPPr>
            <a:lvl1pPr algn="l">
              <a:defRPr sz="1800" b="0" i="0">
                <a:solidFill>
                  <a:srgbClr val="FFFFFF"/>
                </a:solidFill>
              </a:defRPr>
            </a:lvl1pPr>
            <a:lvl2pPr algn="l">
              <a:defRPr sz="1800" b="0" i="0">
                <a:solidFill>
                  <a:srgbClr val="FFFFFF"/>
                </a:solidFill>
              </a:defRPr>
            </a:lvl2pPr>
            <a:lvl3pPr algn="l">
              <a:defRPr sz="1800" b="0" i="0">
                <a:solidFill>
                  <a:srgbClr val="FFFFFF"/>
                </a:solidFill>
              </a:defRPr>
            </a:lvl3pPr>
            <a:lvl4pPr algn="l">
              <a:defRPr sz="1800" b="0" i="0">
                <a:solidFill>
                  <a:srgbClr val="FFFFFF"/>
                </a:solidFill>
              </a:defRPr>
            </a:lvl4pPr>
            <a:lvl5pPr algn="l">
              <a:defRPr sz="1800" b="0" i="0">
                <a:solidFill>
                  <a:srgbClr val="FFFFFF"/>
                </a:solidFill>
              </a:defRPr>
            </a:lvl5pPr>
            <a:lvl6pPr algn="l">
              <a:defRPr sz="1800" b="0" i="0">
                <a:solidFill>
                  <a:srgbClr val="FFFFFF"/>
                </a:solidFill>
              </a:defRPr>
            </a:lvl6pPr>
            <a:lvl7pPr algn="l">
              <a:defRPr sz="1800" b="0" i="0">
                <a:solidFill>
                  <a:srgbClr val="FFFFFF"/>
                </a:solidFill>
              </a:defRPr>
            </a:lvl7pPr>
            <a:lvl8pPr algn="l">
              <a:defRPr sz="1800" b="0" i="0">
                <a:solidFill>
                  <a:srgbClr val="FFFFFF"/>
                </a:solidFill>
              </a:defRPr>
            </a:lvl8pPr>
            <a:lvl9pPr algn="l">
              <a:defRPr sz="1800" b="0" i="0">
                <a:solidFill>
                  <a:srgbClr val="FFFFFF"/>
                </a:solidFill>
              </a:defRPr>
            </a:lvl9pPr>
          </a:lstStyle>
          <a:p xmlns:a="http://schemas.openxmlformats.org/drawingml/2006/main">
            <a:pPr algn="l">
              <a:defRPr sz="1800" b="0" i="0">
                <a:solidFill>
                  <a:srgbClr val="FFFFFF"/>
                </a:solidFill>
              </a:defRPr>
            </a:pPr>
            <a:r>
              <a:rPr sz="1800" b="0" i="0">
                <a:solidFill>
                  <a:srgbClr val="FFFFFF"/>
                </a:solidFill>
              </a:rPr>
              <a:t>Room to explore ideas</a:t>
            </a:r>
          </a:p>
        </p:txBody>
      </p:sp>
      <p:sp>
        <p:nvSpPr>
          <p:cNvPr id="7" name="">
            <a:extLst xmlns:a="http://schemas.openxmlformats.org/drawingml/2006/main">
              <a:ext uri="{FF2B5EF4-FFF2-40B4-BE49-F238E27FC236}">
                <a16:creationId xmlns:a16="http://schemas.microsoft.com/office/drawing/2014/main" id="{29E64668-D269-420C-98DD-9FAD60EEE8CC}"/>
              </a:ext>
            </a:extLst>
          </p:cNvPr>
          <p:cNvSpPr>
            <a:spLocks xmlns:a="http://schemas.openxmlformats.org/drawingml/2006/main" noGrp="1"/>
          </p:cNvSpPr>
          <p:nvPr/>
        </p:nvSpPr>
        <p:spPr>
          <a:xfrm xmlns:a="http://schemas.openxmlformats.org/drawingml/2006/main">
            <a:off x="723900" y="4362450"/>
            <a:ext cx="35242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xmlns:a="http://schemas.openxmlformats.org/drawingml/2006/main">
            <a:pPr algn="l">
              <a:defRPr sz="2325" b="1" i="0">
                <a:solidFill>
                  <a:srgbClr val="BEA06A"/>
                </a:solidFill>
              </a:defRPr>
            </a:pPr>
            <a:r>
              <a:rPr sz="2325" b="1" i="0">
                <a:solidFill>
                  <a:srgbClr val="BEA06A"/>
                </a:solidFill>
              </a:rPr>
              <a:t>OWNERSHIP</a:t>
            </a:r>
          </a:p>
        </p:txBody>
      </p:sp>
      <p:sp>
        <p:nvSpPr>
          <p:cNvPr id="8" name="">
            <a:extLst xmlns:a="http://schemas.openxmlformats.org/drawingml/2006/main">
              <a:ext uri="{FF2B5EF4-FFF2-40B4-BE49-F238E27FC236}">
                <a16:creationId xmlns:a16="http://schemas.microsoft.com/office/drawing/2014/main" id="{5BE92EAC-3DBA-4E31-9DE2-09E6E99F4B15}"/>
              </a:ext>
            </a:extLst>
          </p:cNvPr>
          <p:cNvSpPr>
            <a:spLocks xmlns:a="http://schemas.openxmlformats.org/drawingml/2006/main" noGrp="1"/>
          </p:cNvSpPr>
          <p:nvPr/>
        </p:nvSpPr>
        <p:spPr>
          <a:xfrm xmlns:a="http://schemas.openxmlformats.org/drawingml/2006/main">
            <a:off x="723900" y="4895850"/>
            <a:ext cx="36671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00" b="0" i="0">
                <a:solidFill>
                  <a:srgbClr val="FFFFFF"/>
                </a:solidFill>
              </a:defRPr>
            </a:defPPr>
            <a:lvl1pPr algn="l">
              <a:defRPr sz="1800" b="0" i="0">
                <a:solidFill>
                  <a:srgbClr val="FFFFFF"/>
                </a:solidFill>
              </a:defRPr>
            </a:lvl1pPr>
            <a:lvl2pPr algn="l">
              <a:defRPr sz="1800" b="0" i="0">
                <a:solidFill>
                  <a:srgbClr val="FFFFFF"/>
                </a:solidFill>
              </a:defRPr>
            </a:lvl2pPr>
            <a:lvl3pPr algn="l">
              <a:defRPr sz="1800" b="0" i="0">
                <a:solidFill>
                  <a:srgbClr val="FFFFFF"/>
                </a:solidFill>
              </a:defRPr>
            </a:lvl3pPr>
            <a:lvl4pPr algn="l">
              <a:defRPr sz="1800" b="0" i="0">
                <a:solidFill>
                  <a:srgbClr val="FFFFFF"/>
                </a:solidFill>
              </a:defRPr>
            </a:lvl4pPr>
            <a:lvl5pPr algn="l">
              <a:defRPr sz="1800" b="0" i="0">
                <a:solidFill>
                  <a:srgbClr val="FFFFFF"/>
                </a:solidFill>
              </a:defRPr>
            </a:lvl5pPr>
            <a:lvl6pPr algn="l">
              <a:defRPr sz="1800" b="0" i="0">
                <a:solidFill>
                  <a:srgbClr val="FFFFFF"/>
                </a:solidFill>
              </a:defRPr>
            </a:lvl6pPr>
            <a:lvl7pPr algn="l">
              <a:defRPr sz="1800" b="0" i="0">
                <a:solidFill>
                  <a:srgbClr val="FFFFFF"/>
                </a:solidFill>
              </a:defRPr>
            </a:lvl7pPr>
            <a:lvl8pPr algn="l">
              <a:defRPr sz="1800" b="0" i="0">
                <a:solidFill>
                  <a:srgbClr val="FFFFFF"/>
                </a:solidFill>
              </a:defRPr>
            </a:lvl8pPr>
            <a:lvl9pPr algn="l">
              <a:defRPr sz="1800" b="0" i="0">
                <a:solidFill>
                  <a:srgbClr val="FFFFFF"/>
                </a:solidFill>
              </a:defRPr>
            </a:lvl9pPr>
          </a:lstStyle>
          <a:p xmlns:a="http://schemas.openxmlformats.org/drawingml/2006/main">
            <a:pPr algn="l">
              <a:defRPr sz="1800" b="0" i="0">
                <a:solidFill>
                  <a:srgbClr val="FFFFFF"/>
                </a:solidFill>
              </a:defRPr>
            </a:pPr>
            <a:r>
              <a:rPr sz="1800" b="0" i="0">
                <a:solidFill>
                  <a:srgbClr val="FFFFFF"/>
                </a:solidFill>
              </a:rPr>
              <a:t>Carry ideas into use</a:t>
            </a:r>
          </a:p>
        </p:txBody>
      </p:sp>
      <p:sp>
        <p:nvSpPr>
          <p:cNvPr id="9" name="">
            <a:extLst xmlns:a="http://schemas.openxmlformats.org/drawingml/2006/main">
              <a:ext uri="{FF2B5EF4-FFF2-40B4-BE49-F238E27FC236}">
                <a16:creationId xmlns:a16="http://schemas.microsoft.com/office/drawing/2014/main" id="{529696B3-7E61-48F8-8669-C7D99D87BC1D}"/>
              </a:ext>
            </a:extLst>
          </p:cNvPr>
          <p:cNvSpPr>
            <a:spLocks xmlns:a="http://schemas.openxmlformats.org/drawingml/2006/main" noGrp="1"/>
          </p:cNvSpPr>
          <p:nvPr/>
        </p:nvSpPr>
        <p:spPr>
          <a:xfrm xmlns:a="http://schemas.openxmlformats.org/drawingml/2006/main">
            <a:off x="4857750" y="4362450"/>
            <a:ext cx="35242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xmlns:a="http://schemas.openxmlformats.org/drawingml/2006/main">
            <a:pPr algn="l">
              <a:defRPr sz="2325" b="1" i="0">
                <a:solidFill>
                  <a:srgbClr val="BEA06A"/>
                </a:solidFill>
              </a:defRPr>
            </a:pPr>
            <a:r>
              <a:rPr sz="2325" b="1" i="0">
                <a:solidFill>
                  <a:srgbClr val="BEA06A"/>
                </a:solidFill>
              </a:rPr>
              <a:t>GROWTH</a:t>
            </a:r>
          </a:p>
        </p:txBody>
      </p:sp>
      <p:sp>
        <p:nvSpPr>
          <p:cNvPr id="10" name="">
            <a:extLst xmlns:a="http://schemas.openxmlformats.org/drawingml/2006/main">
              <a:ext uri="{FF2B5EF4-FFF2-40B4-BE49-F238E27FC236}">
                <a16:creationId xmlns:a16="http://schemas.microsoft.com/office/drawing/2014/main" id="{FBA41055-B537-4BAD-9716-3374AA39CB9D}"/>
              </a:ext>
            </a:extLst>
          </p:cNvPr>
          <p:cNvSpPr>
            <a:spLocks xmlns:a="http://schemas.openxmlformats.org/drawingml/2006/main" noGrp="1"/>
          </p:cNvSpPr>
          <p:nvPr/>
        </p:nvSpPr>
        <p:spPr>
          <a:xfrm xmlns:a="http://schemas.openxmlformats.org/drawingml/2006/main">
            <a:off x="4857750" y="4895850"/>
            <a:ext cx="36671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00" b="0" i="0">
                <a:solidFill>
                  <a:srgbClr val="FFFFFF"/>
                </a:solidFill>
              </a:defRPr>
            </a:defPPr>
            <a:lvl1pPr algn="l">
              <a:defRPr sz="1800" b="0" i="0">
                <a:solidFill>
                  <a:srgbClr val="FFFFFF"/>
                </a:solidFill>
              </a:defRPr>
            </a:lvl1pPr>
            <a:lvl2pPr algn="l">
              <a:defRPr sz="1800" b="0" i="0">
                <a:solidFill>
                  <a:srgbClr val="FFFFFF"/>
                </a:solidFill>
              </a:defRPr>
            </a:lvl2pPr>
            <a:lvl3pPr algn="l">
              <a:defRPr sz="1800" b="0" i="0">
                <a:solidFill>
                  <a:srgbClr val="FFFFFF"/>
                </a:solidFill>
              </a:defRPr>
            </a:lvl3pPr>
            <a:lvl4pPr algn="l">
              <a:defRPr sz="1800" b="0" i="0">
                <a:solidFill>
                  <a:srgbClr val="FFFFFF"/>
                </a:solidFill>
              </a:defRPr>
            </a:lvl4pPr>
            <a:lvl5pPr algn="l">
              <a:defRPr sz="1800" b="0" i="0">
                <a:solidFill>
                  <a:srgbClr val="FFFFFF"/>
                </a:solidFill>
              </a:defRPr>
            </a:lvl5pPr>
            <a:lvl6pPr algn="l">
              <a:defRPr sz="1800" b="0" i="0">
                <a:solidFill>
                  <a:srgbClr val="FFFFFF"/>
                </a:solidFill>
              </a:defRPr>
            </a:lvl6pPr>
            <a:lvl7pPr algn="l">
              <a:defRPr sz="1800" b="0" i="0">
                <a:solidFill>
                  <a:srgbClr val="FFFFFF"/>
                </a:solidFill>
              </a:defRPr>
            </a:lvl7pPr>
            <a:lvl8pPr algn="l">
              <a:defRPr sz="1800" b="0" i="0">
                <a:solidFill>
                  <a:srgbClr val="FFFFFF"/>
                </a:solidFill>
              </a:defRPr>
            </a:lvl8pPr>
            <a:lvl9pPr algn="l">
              <a:defRPr sz="1800" b="0" i="0">
                <a:solidFill>
                  <a:srgbClr val="FFFFFF"/>
                </a:solidFill>
              </a:defRPr>
            </a:lvl9pPr>
          </a:lstStyle>
          <a:p xmlns:a="http://schemas.openxmlformats.org/drawingml/2006/main">
            <a:pPr algn="l">
              <a:defRPr sz="1800" b="0" i="0">
                <a:solidFill>
                  <a:srgbClr val="FFFFFF"/>
                </a:solidFill>
              </a:defRPr>
            </a:pPr>
            <a:r>
              <a:rPr sz="1800" b="0" i="0">
                <a:solidFill>
                  <a:srgbClr val="FFFFFF"/>
                </a:solidFill>
              </a:rPr>
              <a:t>Unexpected opportunities</a:t>
            </a:r>
          </a:p>
        </p:txBody>
      </p:sp>
    </p:spTree>
    <p:extLst>
      <p:ext uri="{BB962C8B-B14F-4D97-AF65-F5344CB8AC3E}">
        <p14:creationId xmlns:p14="http://schemas.microsoft.com/office/powerpoint/2010/main" val="63961946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4F53755-D18B-494F-91B3-4A8CF82CB40D}"/>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Live demonstration</a:t>
            </a:r>
          </a:p>
        </p:txBody>
      </p:sp>
      <p:sp>
        <p:nvSpPr>
          <p:cNvPr id="2" name="">
            <a:extLst xmlns:a="http://schemas.openxmlformats.org/drawingml/2006/main">
              <a:ext uri="{FF2B5EF4-FFF2-40B4-BE49-F238E27FC236}">
                <a16:creationId xmlns:a16="http://schemas.microsoft.com/office/drawing/2014/main" id="{53B10451-B5D7-47AF-BD80-1C675D94DD64}"/>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5</a:t>
            </a:r>
          </a:p>
        </p:txBody>
      </p:sp>
      <p:sp>
        <p:nvSpPr>
          <p:cNvPr id="3" name="">
            <a:extLst xmlns:a="http://schemas.openxmlformats.org/drawingml/2006/main">
              <a:ext uri="{FF2B5EF4-FFF2-40B4-BE49-F238E27FC236}">
                <a16:creationId xmlns:a16="http://schemas.microsoft.com/office/drawing/2014/main" id="{6C991B4C-C3C7-4221-B8C0-A3450B46C642}"/>
              </a:ext>
            </a:extLst>
          </p:cNvPr>
          <p:cNvSpPr>
            <a:spLocks xmlns:a="http://schemas.openxmlformats.org/drawingml/2006/main" noGrp="1"/>
          </p:cNvSpPr>
          <p:nvPr/>
        </p:nvSpPr>
        <p:spPr>
          <a:xfrm xmlns:a="http://schemas.openxmlformats.org/drawingml/2006/main">
            <a:off x="723900" y="3067050"/>
            <a:ext cx="7810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600" b="1" i="0">
                <a:solidFill>
                  <a:srgbClr val="FFFFFF"/>
                </a:solidFill>
              </a:defRPr>
            </a:defPPr>
            <a:lvl1pPr algn="l">
              <a:defRPr sz="3600" b="1" i="0">
                <a:solidFill>
                  <a:srgbClr val="FFFFFF"/>
                </a:solidFill>
              </a:defRPr>
            </a:lvl1pPr>
            <a:lvl2pPr algn="l">
              <a:defRPr sz="3600" b="1" i="0">
                <a:solidFill>
                  <a:srgbClr val="FFFFFF"/>
                </a:solidFill>
              </a:defRPr>
            </a:lvl2pPr>
            <a:lvl3pPr algn="l">
              <a:defRPr sz="3600" b="1" i="0">
                <a:solidFill>
                  <a:srgbClr val="FFFFFF"/>
                </a:solidFill>
              </a:defRPr>
            </a:lvl3pPr>
            <a:lvl4pPr algn="l">
              <a:defRPr sz="3600" b="1" i="0">
                <a:solidFill>
                  <a:srgbClr val="FFFFFF"/>
                </a:solidFill>
              </a:defRPr>
            </a:lvl4pPr>
            <a:lvl5pPr algn="l">
              <a:defRPr sz="3600" b="1" i="0">
                <a:solidFill>
                  <a:srgbClr val="FFFFFF"/>
                </a:solidFill>
              </a:defRPr>
            </a:lvl5pPr>
            <a:lvl6pPr algn="l">
              <a:defRPr sz="3600" b="1" i="0">
                <a:solidFill>
                  <a:srgbClr val="FFFFFF"/>
                </a:solidFill>
              </a:defRPr>
            </a:lvl6pPr>
            <a:lvl7pPr algn="l">
              <a:defRPr sz="3600" b="1" i="0">
                <a:solidFill>
                  <a:srgbClr val="FFFFFF"/>
                </a:solidFill>
              </a:defRPr>
            </a:lvl7pPr>
            <a:lvl8pPr algn="l">
              <a:defRPr sz="3600" b="1" i="0">
                <a:solidFill>
                  <a:srgbClr val="FFFFFF"/>
                </a:solidFill>
              </a:defRPr>
            </a:lvl8pPr>
            <a:lvl9pPr algn="l">
              <a:defRPr sz="3600" b="1" i="0">
                <a:solidFill>
                  <a:srgbClr val="FFFFFF"/>
                </a:solidFill>
              </a:defRPr>
            </a:lvl9pPr>
          </a:lstStyle>
          <a:p xmlns:a="http://schemas.openxmlformats.org/drawingml/2006/main">
            <a:pPr algn="l">
              <a:defRPr sz="3600" b="1" i="0">
                <a:solidFill>
                  <a:srgbClr val="FFFFFF"/>
                </a:solidFill>
              </a:defRPr>
            </a:pPr>
            <a:r>
              <a:rPr sz="3600" b="1" i="0">
                <a:solidFill>
                  <a:srgbClr val="FFFFFF"/>
                </a:solidFill>
              </a:rPr>
              <a:t>CAMERA  →  AI  →  ACTION</a:t>
            </a:r>
          </a:p>
        </p:txBody>
      </p:sp>
      <p:sp>
        <p:nvSpPr>
          <p:cNvPr id="4" name="">
            <a:extLst xmlns:a="http://schemas.openxmlformats.org/drawingml/2006/main">
              <a:ext uri="{FF2B5EF4-FFF2-40B4-BE49-F238E27FC236}">
                <a16:creationId xmlns:a16="http://schemas.microsoft.com/office/drawing/2014/main" id="{6D1BD60B-FA35-47C3-B6E1-5A7A523CA7B8}"/>
              </a:ext>
            </a:extLst>
          </p:cNvPr>
          <p:cNvSpPr>
            <a:spLocks xmlns:a="http://schemas.openxmlformats.org/drawingml/2006/main" noGrp="1"/>
          </p:cNvSpPr>
          <p:nvPr/>
        </p:nvSpPr>
        <p:spPr>
          <a:xfrm xmlns:a="http://schemas.openxmlformats.org/drawingml/2006/main">
            <a:off x="733425" y="4267200"/>
            <a:ext cx="7677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xmlns:a="http://schemas.openxmlformats.org/drawingml/2006/main">
            <a:pPr algn="l">
              <a:defRPr sz="2250" b="0" i="0">
                <a:solidFill>
                  <a:srgbClr val="BEA06A"/>
                </a:solidFill>
              </a:defRPr>
            </a:pPr>
            <a:r>
              <a:rPr sz="2250" b="0" i="0">
                <a:solidFill>
                  <a:srgbClr val="BEA06A"/>
                </a:solidFill>
              </a:rPr>
              <a:t>Gatorade bottles  ·  on-screen sorting</a:t>
            </a:r>
          </a:p>
        </p:txBody>
      </p:sp>
    </p:spTree>
    <p:extLst>
      <p:ext uri="{BB962C8B-B14F-4D97-AF65-F5344CB8AC3E}">
        <p14:creationId xmlns:p14="http://schemas.microsoft.com/office/powerpoint/2010/main" val="38940956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1F7533C-A063-4877-8F2C-12238601AFBD}"/>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The hard problems</a:t>
            </a:r>
          </a:p>
        </p:txBody>
      </p:sp>
      <p:sp>
        <p:nvSpPr>
          <p:cNvPr id="2" name="">
            <a:extLst xmlns:a="http://schemas.openxmlformats.org/drawingml/2006/main">
              <a:ext uri="{FF2B5EF4-FFF2-40B4-BE49-F238E27FC236}">
                <a16:creationId xmlns:a16="http://schemas.microsoft.com/office/drawing/2014/main" id="{C10B698F-57F2-43CA-9802-0D85442CA123}"/>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6</a:t>
            </a:r>
          </a:p>
        </p:txBody>
      </p:sp>
      <p:sp>
        <p:nvSpPr>
          <p:cNvPr id="3" name="">
            <a:extLst xmlns:a="http://schemas.openxmlformats.org/drawingml/2006/main">
              <a:ext uri="{FF2B5EF4-FFF2-40B4-BE49-F238E27FC236}">
                <a16:creationId xmlns:a16="http://schemas.microsoft.com/office/drawing/2014/main" id="{F0958AEF-88D8-43CA-BDE1-77631A11F538}"/>
              </a:ext>
            </a:extLst>
          </p:cNvPr>
          <p:cNvSpPr>
            <a:spLocks xmlns:a="http://schemas.openxmlformats.org/drawingml/2006/main" noGrp="1"/>
          </p:cNvSpPr>
          <p:nvPr/>
        </p:nvSpPr>
        <p:spPr>
          <a:xfrm xmlns:a="http://schemas.openxmlformats.org/drawingml/2006/main">
            <a:off x="723900" y="2600325"/>
            <a:ext cx="77533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i="0">
                <a:solidFill>
                  <a:srgbClr val="FFFFFF"/>
                </a:solidFill>
              </a:defRPr>
            </a:defPPr>
            <a:lvl1pPr algn="l">
              <a:defRPr sz="2100" b="0" i="0">
                <a:solidFill>
                  <a:srgbClr val="FFFFFF"/>
                </a:solidFill>
              </a:defRPr>
            </a:lvl1pPr>
            <a:lvl2pPr algn="l">
              <a:defRPr sz="2100" b="0" i="0">
                <a:solidFill>
                  <a:srgbClr val="FFFFFF"/>
                </a:solidFill>
              </a:defRPr>
            </a:lvl2pPr>
            <a:lvl3pPr algn="l">
              <a:defRPr sz="2100" b="0" i="0">
                <a:solidFill>
                  <a:srgbClr val="FFFFFF"/>
                </a:solidFill>
              </a:defRPr>
            </a:lvl3pPr>
            <a:lvl4pPr algn="l">
              <a:defRPr sz="2100" b="0" i="0">
                <a:solidFill>
                  <a:srgbClr val="FFFFFF"/>
                </a:solidFill>
              </a:defRPr>
            </a:lvl4pPr>
            <a:lvl5pPr algn="l">
              <a:defRPr sz="2100" b="0" i="0">
                <a:solidFill>
                  <a:srgbClr val="FFFFFF"/>
                </a:solidFill>
              </a:defRPr>
            </a:lvl5pPr>
            <a:lvl6pPr algn="l">
              <a:defRPr sz="2100" b="0" i="0">
                <a:solidFill>
                  <a:srgbClr val="FFFFFF"/>
                </a:solidFill>
              </a:defRPr>
            </a:lvl6pPr>
            <a:lvl7pPr algn="l">
              <a:defRPr sz="2100" b="0" i="0">
                <a:solidFill>
                  <a:srgbClr val="FFFFFF"/>
                </a:solidFill>
              </a:defRPr>
            </a:lvl7pPr>
            <a:lvl8pPr algn="l">
              <a:defRPr sz="2100" b="0" i="0">
                <a:solidFill>
                  <a:srgbClr val="FFFFFF"/>
                </a:solidFill>
              </a:defRPr>
            </a:lvl8pPr>
            <a:lvl9pPr algn="l">
              <a:defRPr sz="2100" b="0" i="0">
                <a:solidFill>
                  <a:srgbClr val="FFFFFF"/>
                </a:solidFill>
              </a:defRPr>
            </a:lvl9pPr>
          </a:lstStyle>
          <a:p xmlns:a="http://schemas.openxmlformats.org/drawingml/2006/main">
            <a:pPr algn="l">
              <a:defRPr sz="2100" b="0" i="0">
                <a:solidFill>
                  <a:srgbClr val="FFFFFF"/>
                </a:solidFill>
              </a:defRPr>
            </a:pPr>
            <a:r>
              <a:rPr sz="2100" b="0" i="0">
                <a:solidFill>
                  <a:srgbClr val="FFFFFF"/>
                </a:solidFill>
              </a:rPr>
              <a:t>The floor changes. The system must keep working.</a:t>
            </a:r>
          </a:p>
        </p:txBody>
      </p:sp>
      <p:sp>
        <p:nvSpPr>
          <p:cNvPr id="4" name="">
            <a:extLst xmlns:a="http://schemas.openxmlformats.org/drawingml/2006/main">
              <a:ext uri="{FF2B5EF4-FFF2-40B4-BE49-F238E27FC236}">
                <a16:creationId xmlns:a16="http://schemas.microsoft.com/office/drawing/2014/main" id="{973D8A1D-4FB8-41E9-80F1-1E41891BE0A3}"/>
              </a:ext>
            </a:extLst>
          </p:cNvPr>
          <p:cNvSpPr>
            <a:spLocks xmlns:a="http://schemas.openxmlformats.org/drawingml/2006/main" noGrp="1"/>
          </p:cNvSpPr>
          <p:nvPr/>
        </p:nvSpPr>
        <p:spPr>
          <a:xfrm xmlns:a="http://schemas.openxmlformats.org/drawingml/2006/main">
            <a:off x="723900" y="3667125"/>
            <a:ext cx="2533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VARIATION</a:t>
            </a:r>
          </a:p>
        </p:txBody>
      </p:sp>
      <p:sp>
        <p:nvSpPr>
          <p:cNvPr id="5" name="">
            <a:extLst xmlns:a="http://schemas.openxmlformats.org/drawingml/2006/main">
              <a:ext uri="{FF2B5EF4-FFF2-40B4-BE49-F238E27FC236}">
                <a16:creationId xmlns:a16="http://schemas.microsoft.com/office/drawing/2014/main" id="{CB957D22-3EC9-4AC0-ADE8-21CB7AB27045}"/>
              </a:ext>
            </a:extLst>
          </p:cNvPr>
          <p:cNvSpPr>
            <a:spLocks xmlns:a="http://schemas.openxmlformats.org/drawingml/2006/main" noGrp="1"/>
          </p:cNvSpPr>
          <p:nvPr/>
        </p:nvSpPr>
        <p:spPr>
          <a:xfrm xmlns:a="http://schemas.openxmlformats.org/drawingml/2006/main">
            <a:off x="723900" y="4219575"/>
            <a:ext cx="2524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i="0">
                <a:solidFill>
                  <a:srgbClr val="FFFFFF"/>
                </a:solidFill>
              </a:defRPr>
            </a:defPPr>
            <a:lvl1pPr algn="l">
              <a:defRPr sz="1725" b="0" i="0">
                <a:solidFill>
                  <a:srgbClr val="FFFFFF"/>
                </a:solidFill>
              </a:defRPr>
            </a:lvl1pPr>
            <a:lvl2pPr algn="l">
              <a:defRPr sz="1725" b="0" i="0">
                <a:solidFill>
                  <a:srgbClr val="FFFFFF"/>
                </a:solidFill>
              </a:defRPr>
            </a:lvl2pPr>
            <a:lvl3pPr algn="l">
              <a:defRPr sz="1725" b="0" i="0">
                <a:solidFill>
                  <a:srgbClr val="FFFFFF"/>
                </a:solidFill>
              </a:defRPr>
            </a:lvl3pPr>
            <a:lvl4pPr algn="l">
              <a:defRPr sz="1725" b="0" i="0">
                <a:solidFill>
                  <a:srgbClr val="FFFFFF"/>
                </a:solidFill>
              </a:defRPr>
            </a:lvl4pPr>
            <a:lvl5pPr algn="l">
              <a:defRPr sz="1725" b="0" i="0">
                <a:solidFill>
                  <a:srgbClr val="FFFFFF"/>
                </a:solidFill>
              </a:defRPr>
            </a:lvl5pPr>
            <a:lvl6pPr algn="l">
              <a:defRPr sz="1725" b="0" i="0">
                <a:solidFill>
                  <a:srgbClr val="FFFFFF"/>
                </a:solidFill>
              </a:defRPr>
            </a:lvl6pPr>
            <a:lvl7pPr algn="l">
              <a:defRPr sz="1725" b="0" i="0">
                <a:solidFill>
                  <a:srgbClr val="FFFFFF"/>
                </a:solidFill>
              </a:defRPr>
            </a:lvl7pPr>
            <a:lvl8pPr algn="l">
              <a:defRPr sz="1725" b="0" i="0">
                <a:solidFill>
                  <a:srgbClr val="FFFFFF"/>
                </a:solidFill>
              </a:defRPr>
            </a:lvl8pPr>
            <a:lvl9pPr algn="l">
              <a:defRPr sz="1725" b="0" i="0">
                <a:solidFill>
                  <a:srgbClr val="FFFFFF"/>
                </a:solidFill>
              </a:defRPr>
            </a:lvl9pPr>
          </a:lstStyle>
          <a:p xmlns:a="http://schemas.openxmlformats.org/drawingml/2006/main">
            <a:pPr algn="l">
              <a:defRPr sz="1725" b="0" i="0">
                <a:solidFill>
                  <a:srgbClr val="FFFFFF"/>
                </a:solidFill>
              </a:defRPr>
            </a:pPr>
            <a:r>
              <a:rPr sz="1725" b="0" i="0">
                <a:solidFill>
                  <a:srgbClr val="FFFFFF"/>
                </a:solidFill>
              </a:rPr>
              <a:t>Conditions change</a:t>
            </a:r>
          </a:p>
        </p:txBody>
      </p:sp>
      <p:sp>
        <p:nvSpPr>
          <p:cNvPr id="6" name="">
            <a:extLst xmlns:a="http://schemas.openxmlformats.org/drawingml/2006/main">
              <a:ext uri="{FF2B5EF4-FFF2-40B4-BE49-F238E27FC236}">
                <a16:creationId xmlns:a16="http://schemas.microsoft.com/office/drawing/2014/main" id="{0ACA5BE1-2F32-48F9-912B-DA8A3F95F80E}"/>
              </a:ext>
            </a:extLst>
          </p:cNvPr>
          <p:cNvSpPr>
            <a:spLocks xmlns:a="http://schemas.openxmlformats.org/drawingml/2006/main" noGrp="1"/>
          </p:cNvSpPr>
          <p:nvPr/>
        </p:nvSpPr>
        <p:spPr>
          <a:xfrm xmlns:a="http://schemas.openxmlformats.org/drawingml/2006/main">
            <a:off x="3419475" y="3667125"/>
            <a:ext cx="2533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TIMING</a:t>
            </a:r>
          </a:p>
        </p:txBody>
      </p:sp>
      <p:sp>
        <p:nvSpPr>
          <p:cNvPr id="7" name="">
            <a:extLst xmlns:a="http://schemas.openxmlformats.org/drawingml/2006/main">
              <a:ext uri="{FF2B5EF4-FFF2-40B4-BE49-F238E27FC236}">
                <a16:creationId xmlns:a16="http://schemas.microsoft.com/office/drawing/2014/main" id="{DF3BA347-B4A6-4CC0-8DF7-EAFC2872E248}"/>
              </a:ext>
            </a:extLst>
          </p:cNvPr>
          <p:cNvSpPr>
            <a:spLocks xmlns:a="http://schemas.openxmlformats.org/drawingml/2006/main" noGrp="1"/>
          </p:cNvSpPr>
          <p:nvPr/>
        </p:nvSpPr>
        <p:spPr>
          <a:xfrm xmlns:a="http://schemas.openxmlformats.org/drawingml/2006/main">
            <a:off x="3419475" y="4219575"/>
            <a:ext cx="2524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i="0">
                <a:solidFill>
                  <a:srgbClr val="FFFFFF"/>
                </a:solidFill>
              </a:defRPr>
            </a:defPPr>
            <a:lvl1pPr algn="l">
              <a:defRPr sz="1725" b="0" i="0">
                <a:solidFill>
                  <a:srgbClr val="FFFFFF"/>
                </a:solidFill>
              </a:defRPr>
            </a:lvl1pPr>
            <a:lvl2pPr algn="l">
              <a:defRPr sz="1725" b="0" i="0">
                <a:solidFill>
                  <a:srgbClr val="FFFFFF"/>
                </a:solidFill>
              </a:defRPr>
            </a:lvl2pPr>
            <a:lvl3pPr algn="l">
              <a:defRPr sz="1725" b="0" i="0">
                <a:solidFill>
                  <a:srgbClr val="FFFFFF"/>
                </a:solidFill>
              </a:defRPr>
            </a:lvl3pPr>
            <a:lvl4pPr algn="l">
              <a:defRPr sz="1725" b="0" i="0">
                <a:solidFill>
                  <a:srgbClr val="FFFFFF"/>
                </a:solidFill>
              </a:defRPr>
            </a:lvl4pPr>
            <a:lvl5pPr algn="l">
              <a:defRPr sz="1725" b="0" i="0">
                <a:solidFill>
                  <a:srgbClr val="FFFFFF"/>
                </a:solidFill>
              </a:defRPr>
            </a:lvl5pPr>
            <a:lvl6pPr algn="l">
              <a:defRPr sz="1725" b="0" i="0">
                <a:solidFill>
                  <a:srgbClr val="FFFFFF"/>
                </a:solidFill>
              </a:defRPr>
            </a:lvl6pPr>
            <a:lvl7pPr algn="l">
              <a:defRPr sz="1725" b="0" i="0">
                <a:solidFill>
                  <a:srgbClr val="FFFFFF"/>
                </a:solidFill>
              </a:defRPr>
            </a:lvl7pPr>
            <a:lvl8pPr algn="l">
              <a:defRPr sz="1725" b="0" i="0">
                <a:solidFill>
                  <a:srgbClr val="FFFFFF"/>
                </a:solidFill>
              </a:defRPr>
            </a:lvl8pPr>
            <a:lvl9pPr algn="l">
              <a:defRPr sz="1725" b="0" i="0">
                <a:solidFill>
                  <a:srgbClr val="FFFFFF"/>
                </a:solidFill>
              </a:defRPr>
            </a:lvl9pPr>
          </a:lstStyle>
          <a:p xmlns:a="http://schemas.openxmlformats.org/drawingml/2006/main">
            <a:pPr algn="l">
              <a:defRPr sz="1725" b="0" i="0">
                <a:solidFill>
                  <a:srgbClr val="FFFFFF"/>
                </a:solidFill>
              </a:defRPr>
            </a:pPr>
            <a:r>
              <a:rPr sz="1725" b="0" i="0">
                <a:solidFill>
                  <a:srgbClr val="FFFFFF"/>
                </a:solidFill>
              </a:rPr>
              <a:t>Decisions at pace</a:t>
            </a:r>
          </a:p>
        </p:txBody>
      </p:sp>
      <p:sp>
        <p:nvSpPr>
          <p:cNvPr id="8" name="">
            <a:extLst xmlns:a="http://schemas.openxmlformats.org/drawingml/2006/main">
              <a:ext uri="{FF2B5EF4-FFF2-40B4-BE49-F238E27FC236}">
                <a16:creationId xmlns:a16="http://schemas.microsoft.com/office/drawing/2014/main" id="{6EBE70AE-F7A4-4D9A-8BBE-8960AD146CEF}"/>
              </a:ext>
            </a:extLst>
          </p:cNvPr>
          <p:cNvSpPr>
            <a:spLocks xmlns:a="http://schemas.openxmlformats.org/drawingml/2006/main" noGrp="1"/>
          </p:cNvSpPr>
          <p:nvPr/>
        </p:nvSpPr>
        <p:spPr>
          <a:xfrm xmlns:a="http://schemas.openxmlformats.org/drawingml/2006/main">
            <a:off x="6229350" y="3667125"/>
            <a:ext cx="2533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RELIABILITY</a:t>
            </a:r>
          </a:p>
        </p:txBody>
      </p:sp>
      <p:sp>
        <p:nvSpPr>
          <p:cNvPr id="9" name="">
            <a:extLst xmlns:a="http://schemas.openxmlformats.org/drawingml/2006/main">
              <a:ext uri="{FF2B5EF4-FFF2-40B4-BE49-F238E27FC236}">
                <a16:creationId xmlns:a16="http://schemas.microsoft.com/office/drawing/2014/main" id="{86C1E48F-1B7B-450A-B6BD-8D16F79DE8A6}"/>
              </a:ext>
            </a:extLst>
          </p:cNvPr>
          <p:cNvSpPr>
            <a:spLocks xmlns:a="http://schemas.openxmlformats.org/drawingml/2006/main" noGrp="1"/>
          </p:cNvSpPr>
          <p:nvPr/>
        </p:nvSpPr>
        <p:spPr>
          <a:xfrm xmlns:a="http://schemas.openxmlformats.org/drawingml/2006/main">
            <a:off x="6229350" y="4219575"/>
            <a:ext cx="2524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i="0">
                <a:solidFill>
                  <a:srgbClr val="FFFFFF"/>
                </a:solidFill>
              </a:defRPr>
            </a:defPPr>
            <a:lvl1pPr algn="l">
              <a:defRPr sz="1725" b="0" i="0">
                <a:solidFill>
                  <a:srgbClr val="FFFFFF"/>
                </a:solidFill>
              </a:defRPr>
            </a:lvl1pPr>
            <a:lvl2pPr algn="l">
              <a:defRPr sz="1725" b="0" i="0">
                <a:solidFill>
                  <a:srgbClr val="FFFFFF"/>
                </a:solidFill>
              </a:defRPr>
            </a:lvl2pPr>
            <a:lvl3pPr algn="l">
              <a:defRPr sz="1725" b="0" i="0">
                <a:solidFill>
                  <a:srgbClr val="FFFFFF"/>
                </a:solidFill>
              </a:defRPr>
            </a:lvl3pPr>
            <a:lvl4pPr algn="l">
              <a:defRPr sz="1725" b="0" i="0">
                <a:solidFill>
                  <a:srgbClr val="FFFFFF"/>
                </a:solidFill>
              </a:defRPr>
            </a:lvl4pPr>
            <a:lvl5pPr algn="l">
              <a:defRPr sz="1725" b="0" i="0">
                <a:solidFill>
                  <a:srgbClr val="FFFFFF"/>
                </a:solidFill>
              </a:defRPr>
            </a:lvl5pPr>
            <a:lvl6pPr algn="l">
              <a:defRPr sz="1725" b="0" i="0">
                <a:solidFill>
                  <a:srgbClr val="FFFFFF"/>
                </a:solidFill>
              </a:defRPr>
            </a:lvl6pPr>
            <a:lvl7pPr algn="l">
              <a:defRPr sz="1725" b="0" i="0">
                <a:solidFill>
                  <a:srgbClr val="FFFFFF"/>
                </a:solidFill>
              </a:defRPr>
            </a:lvl7pPr>
            <a:lvl8pPr algn="l">
              <a:defRPr sz="1725" b="0" i="0">
                <a:solidFill>
                  <a:srgbClr val="FFFFFF"/>
                </a:solidFill>
              </a:defRPr>
            </a:lvl8pPr>
            <a:lvl9pPr algn="l">
              <a:defRPr sz="1725" b="0" i="0">
                <a:solidFill>
                  <a:srgbClr val="FFFFFF"/>
                </a:solidFill>
              </a:defRPr>
            </a:lvl9pPr>
          </a:lstStyle>
          <a:p xmlns:a="http://schemas.openxmlformats.org/drawingml/2006/main">
            <a:pPr algn="l">
              <a:defRPr sz="1725" b="0" i="0">
                <a:solidFill>
                  <a:srgbClr val="FFFFFF"/>
                </a:solidFill>
              </a:defRPr>
            </a:pPr>
            <a:r>
              <a:rPr sz="1725" b="0" i="0">
                <a:solidFill>
                  <a:srgbClr val="FFFFFF"/>
                </a:solidFill>
              </a:rPr>
              <a:t>Results people trust</a:t>
            </a:r>
          </a:p>
        </p:txBody>
      </p:sp>
      <p:sp>
        <p:nvSpPr>
          <p:cNvPr id="10" name="">
            <a:extLst xmlns:a="http://schemas.openxmlformats.org/drawingml/2006/main">
              <a:ext uri="{FF2B5EF4-FFF2-40B4-BE49-F238E27FC236}">
                <a16:creationId xmlns:a16="http://schemas.microsoft.com/office/drawing/2014/main" id="{71815047-46D8-46A0-82D0-975B70A74553}"/>
              </a:ext>
            </a:extLst>
          </p:cNvPr>
          <p:cNvSpPr>
            <a:spLocks xmlns:a="http://schemas.openxmlformats.org/drawingml/2006/main" noGrp="1"/>
          </p:cNvSpPr>
          <p:nvPr/>
        </p:nvSpPr>
        <p:spPr>
          <a:xfrm xmlns:a="http://schemas.openxmlformats.org/drawingml/2006/main">
            <a:off x="723900" y="5391150"/>
            <a:ext cx="776287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i="0">
                <a:solidFill>
                  <a:srgbClr val="FFFFFF"/>
                </a:solidFill>
              </a:defRPr>
            </a:defPPr>
            <a:lvl1pPr algn="l">
              <a:defRPr sz="2250" b="1" i="0">
                <a:solidFill>
                  <a:srgbClr val="FFFFFF"/>
                </a:solidFill>
              </a:defRPr>
            </a:lvl1pPr>
            <a:lvl2pPr algn="l">
              <a:defRPr sz="2250" b="1" i="0">
                <a:solidFill>
                  <a:srgbClr val="FFFFFF"/>
                </a:solidFill>
              </a:defRPr>
            </a:lvl2pPr>
            <a:lvl3pPr algn="l">
              <a:defRPr sz="2250" b="1" i="0">
                <a:solidFill>
                  <a:srgbClr val="FFFFFF"/>
                </a:solidFill>
              </a:defRPr>
            </a:lvl3pPr>
            <a:lvl4pPr algn="l">
              <a:defRPr sz="2250" b="1" i="0">
                <a:solidFill>
                  <a:srgbClr val="FFFFFF"/>
                </a:solidFill>
              </a:defRPr>
            </a:lvl4pPr>
            <a:lvl5pPr algn="l">
              <a:defRPr sz="2250" b="1" i="0">
                <a:solidFill>
                  <a:srgbClr val="FFFFFF"/>
                </a:solidFill>
              </a:defRPr>
            </a:lvl5pPr>
            <a:lvl6pPr algn="l">
              <a:defRPr sz="2250" b="1" i="0">
                <a:solidFill>
                  <a:srgbClr val="FFFFFF"/>
                </a:solidFill>
              </a:defRPr>
            </a:lvl6pPr>
            <a:lvl7pPr algn="l">
              <a:defRPr sz="2250" b="1" i="0">
                <a:solidFill>
                  <a:srgbClr val="FFFFFF"/>
                </a:solidFill>
              </a:defRPr>
            </a:lvl7pPr>
            <a:lvl8pPr algn="l">
              <a:defRPr sz="2250" b="1" i="0">
                <a:solidFill>
                  <a:srgbClr val="FFFFFF"/>
                </a:solidFill>
              </a:defRPr>
            </a:lvl8pPr>
            <a:lvl9pPr algn="l">
              <a:defRPr sz="2250" b="1" i="0">
                <a:solidFill>
                  <a:srgbClr val="FFFFFF"/>
                </a:solidFill>
              </a:defRPr>
            </a:lvl9pPr>
          </a:lstStyle>
          <a:p xmlns:a="http://schemas.openxmlformats.org/drawingml/2006/main">
            <a:pPr algn="l">
              <a:defRPr sz="2250" b="1" i="0">
                <a:solidFill>
                  <a:srgbClr val="FFFFFF"/>
                </a:solidFill>
              </a:defRPr>
            </a:pPr>
            <a:r>
              <a:rPr sz="2250" b="1" i="0">
                <a:solidFill>
                  <a:srgbClr val="FFFFFF"/>
                </a:solidFill>
              </a:rPr>
              <a:t>The next era has to work in real conditions.</a:t>
            </a:r>
          </a:p>
        </p:txBody>
      </p:sp>
    </p:spTree>
    <p:extLst>
      <p:ext uri="{BB962C8B-B14F-4D97-AF65-F5344CB8AC3E}">
        <p14:creationId xmlns:p14="http://schemas.microsoft.com/office/powerpoint/2010/main" val="205794037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B488796-143E-4838-BB66-9457F5AADD9E}"/>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Come fight for what is next</a:t>
            </a:r>
          </a:p>
        </p:txBody>
      </p:sp>
      <p:sp>
        <p:nvSpPr>
          <p:cNvPr id="2" name="">
            <a:extLst xmlns:a="http://schemas.openxmlformats.org/drawingml/2006/main">
              <a:ext uri="{FF2B5EF4-FFF2-40B4-BE49-F238E27FC236}">
                <a16:creationId xmlns:a16="http://schemas.microsoft.com/office/drawing/2014/main" id="{D0FC48C9-D0B7-483B-8A87-01B4F6CC4A25}"/>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7</a:t>
            </a:r>
          </a:p>
        </p:txBody>
      </p:sp>
      <p:sp>
        <p:nvSpPr>
          <p:cNvPr id="3" name="">
            <a:extLst xmlns:a="http://schemas.openxmlformats.org/drawingml/2006/main">
              <a:ext uri="{FF2B5EF4-FFF2-40B4-BE49-F238E27FC236}">
                <a16:creationId xmlns:a16="http://schemas.microsoft.com/office/drawing/2014/main" id="{B89D8437-8108-4C47-9D08-B6DA72524FF5}"/>
              </a:ext>
            </a:extLst>
          </p:cNvPr>
          <p:cNvSpPr>
            <a:spLocks xmlns:a="http://schemas.openxmlformats.org/drawingml/2006/main" noGrp="1"/>
          </p:cNvSpPr>
          <p:nvPr/>
        </p:nvSpPr>
        <p:spPr>
          <a:xfrm xmlns:a="http://schemas.openxmlformats.org/drawingml/2006/main">
            <a:off x="723900" y="2609850"/>
            <a:ext cx="7781925"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i="0">
                <a:solidFill>
                  <a:srgbClr val="FFFFFF"/>
                </a:solidFill>
              </a:defRPr>
            </a:defPPr>
            <a:lvl1pPr algn="l">
              <a:defRPr sz="2100" b="0" i="0">
                <a:solidFill>
                  <a:srgbClr val="FFFFFF"/>
                </a:solidFill>
              </a:defRPr>
            </a:lvl1pPr>
            <a:lvl2pPr algn="l">
              <a:defRPr sz="2100" b="0" i="0">
                <a:solidFill>
                  <a:srgbClr val="FFFFFF"/>
                </a:solidFill>
              </a:defRPr>
            </a:lvl2pPr>
            <a:lvl3pPr algn="l">
              <a:defRPr sz="2100" b="0" i="0">
                <a:solidFill>
                  <a:srgbClr val="FFFFFF"/>
                </a:solidFill>
              </a:defRPr>
            </a:lvl3pPr>
            <a:lvl4pPr algn="l">
              <a:defRPr sz="2100" b="0" i="0">
                <a:solidFill>
                  <a:srgbClr val="FFFFFF"/>
                </a:solidFill>
              </a:defRPr>
            </a:lvl4pPr>
            <a:lvl5pPr algn="l">
              <a:defRPr sz="2100" b="0" i="0">
                <a:solidFill>
                  <a:srgbClr val="FFFFFF"/>
                </a:solidFill>
              </a:defRPr>
            </a:lvl5pPr>
            <a:lvl6pPr algn="l">
              <a:defRPr sz="2100" b="0" i="0">
                <a:solidFill>
                  <a:srgbClr val="FFFFFF"/>
                </a:solidFill>
              </a:defRPr>
            </a:lvl6pPr>
            <a:lvl7pPr algn="l">
              <a:defRPr sz="2100" b="0" i="0">
                <a:solidFill>
                  <a:srgbClr val="FFFFFF"/>
                </a:solidFill>
              </a:defRPr>
            </a:lvl7pPr>
            <a:lvl8pPr algn="l">
              <a:defRPr sz="2100" b="0" i="0">
                <a:solidFill>
                  <a:srgbClr val="FFFFFF"/>
                </a:solidFill>
              </a:defRPr>
            </a:lvl8pPr>
            <a:lvl9pPr algn="l">
              <a:defRPr sz="2100" b="0" i="0">
                <a:solidFill>
                  <a:srgbClr val="FFFFFF"/>
                </a:solidFill>
              </a:defRPr>
            </a:lvl9pPr>
          </a:lstStyle>
          <a:p xmlns:a="http://schemas.openxmlformats.org/drawingml/2006/main">
            <a:pPr algn="l">
              <a:defRPr sz="2100" b="0" i="0">
                <a:solidFill>
                  <a:srgbClr val="FFFFFF"/>
                </a:solidFill>
              </a:defRPr>
            </a:pPr>
            <a:r>
              <a:rPr sz="2100" b="0" i="0">
                <a:solidFill>
                  <a:srgbClr val="FFFFFF"/>
                </a:solidFill>
              </a:rPr>
              <a:t>We are looking for talent across Remington + TKG.</a:t>
            </a:r>
          </a:p>
        </p:txBody>
      </p:sp>
      <p:sp>
        <p:nvSpPr>
          <p:cNvPr id="4" name="">
            <a:extLst xmlns:a="http://schemas.openxmlformats.org/drawingml/2006/main">
              <a:ext uri="{FF2B5EF4-FFF2-40B4-BE49-F238E27FC236}">
                <a16:creationId xmlns:a16="http://schemas.microsoft.com/office/drawing/2014/main" id="{0823013B-9193-466C-B4D6-F2501B7EA23B}"/>
              </a:ext>
            </a:extLst>
          </p:cNvPr>
          <p:cNvSpPr>
            <a:spLocks xmlns:a="http://schemas.openxmlformats.org/drawingml/2006/main" noGrp="1"/>
          </p:cNvSpPr>
          <p:nvPr/>
        </p:nvSpPr>
        <p:spPr>
          <a:xfrm xmlns:a="http://schemas.openxmlformats.org/drawingml/2006/main">
            <a:off x="723900" y="3543300"/>
            <a:ext cx="35052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Mechanical</a:t>
            </a:r>
          </a:p>
        </p:txBody>
      </p:sp>
      <p:sp>
        <p:nvSpPr>
          <p:cNvPr id="5" name="">
            <a:extLst xmlns:a="http://schemas.openxmlformats.org/drawingml/2006/main">
              <a:ext uri="{FF2B5EF4-FFF2-40B4-BE49-F238E27FC236}">
                <a16:creationId xmlns:a16="http://schemas.microsoft.com/office/drawing/2014/main" id="{D0C7D4C3-1873-4FA2-A12E-2328680CCFA0}"/>
              </a:ext>
            </a:extLst>
          </p:cNvPr>
          <p:cNvSpPr>
            <a:spLocks xmlns:a="http://schemas.openxmlformats.org/drawingml/2006/main" noGrp="1"/>
          </p:cNvSpPr>
          <p:nvPr/>
        </p:nvSpPr>
        <p:spPr>
          <a:xfrm xmlns:a="http://schemas.openxmlformats.org/drawingml/2006/main">
            <a:off x="723900" y="3981450"/>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i="0">
                <a:solidFill>
                  <a:srgbClr val="FFFFFF"/>
                </a:solidFill>
              </a:defRPr>
            </a:defPPr>
            <a:lvl1pPr algn="l">
              <a:defRPr sz="1650" b="0" i="0">
                <a:solidFill>
                  <a:srgbClr val="FFFFFF"/>
                </a:solidFill>
              </a:defRPr>
            </a:lvl1pPr>
            <a:lvl2pPr algn="l">
              <a:defRPr sz="1650" b="0" i="0">
                <a:solidFill>
                  <a:srgbClr val="FFFFFF"/>
                </a:solidFill>
              </a:defRPr>
            </a:lvl2pPr>
            <a:lvl3pPr algn="l">
              <a:defRPr sz="1650" b="0" i="0">
                <a:solidFill>
                  <a:srgbClr val="FFFFFF"/>
                </a:solidFill>
              </a:defRPr>
            </a:lvl3pPr>
            <a:lvl4pPr algn="l">
              <a:defRPr sz="1650" b="0" i="0">
                <a:solidFill>
                  <a:srgbClr val="FFFFFF"/>
                </a:solidFill>
              </a:defRPr>
            </a:lvl4pPr>
            <a:lvl5pPr algn="l">
              <a:defRPr sz="1650" b="0" i="0">
                <a:solidFill>
                  <a:srgbClr val="FFFFFF"/>
                </a:solidFill>
              </a:defRPr>
            </a:lvl5pPr>
            <a:lvl6pPr algn="l">
              <a:defRPr sz="1650" b="0" i="0">
                <a:solidFill>
                  <a:srgbClr val="FFFFFF"/>
                </a:solidFill>
              </a:defRPr>
            </a:lvl6pPr>
            <a:lvl7pPr algn="l">
              <a:defRPr sz="1650" b="0" i="0">
                <a:solidFill>
                  <a:srgbClr val="FFFFFF"/>
                </a:solidFill>
              </a:defRPr>
            </a:lvl7pPr>
            <a:lvl8pPr algn="l">
              <a:defRPr sz="1650" b="0" i="0">
                <a:solidFill>
                  <a:srgbClr val="FFFFFF"/>
                </a:solidFill>
              </a:defRPr>
            </a:lvl8pPr>
            <a:lvl9pPr algn="l">
              <a:defRPr sz="1650" b="0" i="0">
                <a:solidFill>
                  <a:srgbClr val="FFFFFF"/>
                </a:solidFill>
              </a:defRPr>
            </a:lvl9pPr>
          </a:lstStyle>
          <a:p xmlns:a="http://schemas.openxmlformats.org/drawingml/2006/main">
            <a:pPr algn="l">
              <a:defRPr sz="1650" b="0" i="0">
                <a:solidFill>
                  <a:srgbClr val="FFFFFF"/>
                </a:solidFill>
              </a:defRPr>
            </a:pPr>
            <a:r>
              <a:rPr sz="1650" b="0" i="0">
                <a:solidFill>
                  <a:srgbClr val="FFFFFF"/>
                </a:solidFill>
              </a:rPr>
              <a:t>Equipment that lasts</a:t>
            </a:r>
          </a:p>
        </p:txBody>
      </p:sp>
      <p:sp>
        <p:nvSpPr>
          <p:cNvPr id="6" name="">
            <a:extLst xmlns:a="http://schemas.openxmlformats.org/drawingml/2006/main">
              <a:ext uri="{FF2B5EF4-FFF2-40B4-BE49-F238E27FC236}">
                <a16:creationId xmlns:a16="http://schemas.microsoft.com/office/drawing/2014/main" id="{3EBAAE2A-FCF5-4D51-86AE-6AA31A5CD58F}"/>
              </a:ext>
            </a:extLst>
          </p:cNvPr>
          <p:cNvSpPr>
            <a:spLocks xmlns:a="http://schemas.openxmlformats.org/drawingml/2006/main" noGrp="1"/>
          </p:cNvSpPr>
          <p:nvPr/>
        </p:nvSpPr>
        <p:spPr>
          <a:xfrm xmlns:a="http://schemas.openxmlformats.org/drawingml/2006/main">
            <a:off x="4857750" y="3543300"/>
            <a:ext cx="35052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Controls</a:t>
            </a:r>
          </a:p>
        </p:txBody>
      </p:sp>
      <p:sp>
        <p:nvSpPr>
          <p:cNvPr id="7" name="">
            <a:extLst xmlns:a="http://schemas.openxmlformats.org/drawingml/2006/main">
              <a:ext uri="{FF2B5EF4-FFF2-40B4-BE49-F238E27FC236}">
                <a16:creationId xmlns:a16="http://schemas.microsoft.com/office/drawing/2014/main" id="{BFBA7D01-0D9F-4F08-92C7-274929419204}"/>
              </a:ext>
            </a:extLst>
          </p:cNvPr>
          <p:cNvSpPr>
            <a:spLocks xmlns:a="http://schemas.openxmlformats.org/drawingml/2006/main" noGrp="1"/>
          </p:cNvSpPr>
          <p:nvPr/>
        </p:nvSpPr>
        <p:spPr>
          <a:xfrm xmlns:a="http://schemas.openxmlformats.org/drawingml/2006/main">
            <a:off x="4857750" y="3981450"/>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i="0">
                <a:solidFill>
                  <a:srgbClr val="FFFFFF"/>
                </a:solidFill>
              </a:defRPr>
            </a:defPPr>
            <a:lvl1pPr algn="l">
              <a:defRPr sz="1650" b="0" i="0">
                <a:solidFill>
                  <a:srgbClr val="FFFFFF"/>
                </a:solidFill>
              </a:defRPr>
            </a:lvl1pPr>
            <a:lvl2pPr algn="l">
              <a:defRPr sz="1650" b="0" i="0">
                <a:solidFill>
                  <a:srgbClr val="FFFFFF"/>
                </a:solidFill>
              </a:defRPr>
            </a:lvl2pPr>
            <a:lvl3pPr algn="l">
              <a:defRPr sz="1650" b="0" i="0">
                <a:solidFill>
                  <a:srgbClr val="FFFFFF"/>
                </a:solidFill>
              </a:defRPr>
            </a:lvl3pPr>
            <a:lvl4pPr algn="l">
              <a:defRPr sz="1650" b="0" i="0">
                <a:solidFill>
                  <a:srgbClr val="FFFFFF"/>
                </a:solidFill>
              </a:defRPr>
            </a:lvl4pPr>
            <a:lvl5pPr algn="l">
              <a:defRPr sz="1650" b="0" i="0">
                <a:solidFill>
                  <a:srgbClr val="FFFFFF"/>
                </a:solidFill>
              </a:defRPr>
            </a:lvl5pPr>
            <a:lvl6pPr algn="l">
              <a:defRPr sz="1650" b="0" i="0">
                <a:solidFill>
                  <a:srgbClr val="FFFFFF"/>
                </a:solidFill>
              </a:defRPr>
            </a:lvl6pPr>
            <a:lvl7pPr algn="l">
              <a:defRPr sz="1650" b="0" i="0">
                <a:solidFill>
                  <a:srgbClr val="FFFFFF"/>
                </a:solidFill>
              </a:defRPr>
            </a:lvl7pPr>
            <a:lvl8pPr algn="l">
              <a:defRPr sz="1650" b="0" i="0">
                <a:solidFill>
                  <a:srgbClr val="FFFFFF"/>
                </a:solidFill>
              </a:defRPr>
            </a:lvl8pPr>
            <a:lvl9pPr algn="l">
              <a:defRPr sz="1650" b="0" i="0">
                <a:solidFill>
                  <a:srgbClr val="FFFFFF"/>
                </a:solidFill>
              </a:defRPr>
            </a:lvl9pPr>
          </a:lstStyle>
          <a:p xmlns:a="http://schemas.openxmlformats.org/drawingml/2006/main">
            <a:pPr algn="l">
              <a:defRPr sz="1650" b="0" i="0">
                <a:solidFill>
                  <a:srgbClr val="FFFFFF"/>
                </a:solidFill>
              </a:defRPr>
            </a:pPr>
            <a:r>
              <a:rPr sz="1650" b="0" i="0">
                <a:solidFill>
                  <a:srgbClr val="FFFFFF"/>
                </a:solidFill>
              </a:rPr>
              <a:t>Reliable response</a:t>
            </a:r>
          </a:p>
        </p:txBody>
      </p:sp>
      <p:sp>
        <p:nvSpPr>
          <p:cNvPr id="8" name="">
            <a:extLst xmlns:a="http://schemas.openxmlformats.org/drawingml/2006/main">
              <a:ext uri="{FF2B5EF4-FFF2-40B4-BE49-F238E27FC236}">
                <a16:creationId xmlns:a16="http://schemas.microsoft.com/office/drawing/2014/main" id="{13F962AE-A9AA-4D93-9C57-58AC8180D812}"/>
              </a:ext>
            </a:extLst>
          </p:cNvPr>
          <p:cNvSpPr>
            <a:spLocks xmlns:a="http://schemas.openxmlformats.org/drawingml/2006/main" noGrp="1"/>
          </p:cNvSpPr>
          <p:nvPr/>
        </p:nvSpPr>
        <p:spPr>
          <a:xfrm xmlns:a="http://schemas.openxmlformats.org/drawingml/2006/main">
            <a:off x="723900" y="4638675"/>
            <a:ext cx="35052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Software</a:t>
            </a:r>
          </a:p>
        </p:txBody>
      </p:sp>
      <p:sp>
        <p:nvSpPr>
          <p:cNvPr id="9" name="">
            <a:extLst xmlns:a="http://schemas.openxmlformats.org/drawingml/2006/main">
              <a:ext uri="{FF2B5EF4-FFF2-40B4-BE49-F238E27FC236}">
                <a16:creationId xmlns:a16="http://schemas.microsoft.com/office/drawing/2014/main" id="{D92FFE5F-371B-4111-96BB-F3AD24F5FC63}"/>
              </a:ext>
            </a:extLst>
          </p:cNvPr>
          <p:cNvSpPr>
            <a:spLocks xmlns:a="http://schemas.openxmlformats.org/drawingml/2006/main" noGrp="1"/>
          </p:cNvSpPr>
          <p:nvPr/>
        </p:nvSpPr>
        <p:spPr>
          <a:xfrm xmlns:a="http://schemas.openxmlformats.org/drawingml/2006/main">
            <a:off x="723900" y="5076825"/>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i="0">
                <a:solidFill>
                  <a:srgbClr val="FFFFFF"/>
                </a:solidFill>
              </a:defRPr>
            </a:defPPr>
            <a:lvl1pPr algn="l">
              <a:defRPr sz="1650" b="0" i="0">
                <a:solidFill>
                  <a:srgbClr val="FFFFFF"/>
                </a:solidFill>
              </a:defRPr>
            </a:lvl1pPr>
            <a:lvl2pPr algn="l">
              <a:defRPr sz="1650" b="0" i="0">
                <a:solidFill>
                  <a:srgbClr val="FFFFFF"/>
                </a:solidFill>
              </a:defRPr>
            </a:lvl2pPr>
            <a:lvl3pPr algn="l">
              <a:defRPr sz="1650" b="0" i="0">
                <a:solidFill>
                  <a:srgbClr val="FFFFFF"/>
                </a:solidFill>
              </a:defRPr>
            </a:lvl3pPr>
            <a:lvl4pPr algn="l">
              <a:defRPr sz="1650" b="0" i="0">
                <a:solidFill>
                  <a:srgbClr val="FFFFFF"/>
                </a:solidFill>
              </a:defRPr>
            </a:lvl4pPr>
            <a:lvl5pPr algn="l">
              <a:defRPr sz="1650" b="0" i="0">
                <a:solidFill>
                  <a:srgbClr val="FFFFFF"/>
                </a:solidFill>
              </a:defRPr>
            </a:lvl5pPr>
            <a:lvl6pPr algn="l">
              <a:defRPr sz="1650" b="0" i="0">
                <a:solidFill>
                  <a:srgbClr val="FFFFFF"/>
                </a:solidFill>
              </a:defRPr>
            </a:lvl6pPr>
            <a:lvl7pPr algn="l">
              <a:defRPr sz="1650" b="0" i="0">
                <a:solidFill>
                  <a:srgbClr val="FFFFFF"/>
                </a:solidFill>
              </a:defRPr>
            </a:lvl7pPr>
            <a:lvl8pPr algn="l">
              <a:defRPr sz="1650" b="0" i="0">
                <a:solidFill>
                  <a:srgbClr val="FFFFFF"/>
                </a:solidFill>
              </a:defRPr>
            </a:lvl8pPr>
            <a:lvl9pPr algn="l">
              <a:defRPr sz="1650" b="0" i="0">
                <a:solidFill>
                  <a:srgbClr val="FFFFFF"/>
                </a:solidFill>
              </a:defRPr>
            </a:lvl9pPr>
          </a:lstStyle>
          <a:p xmlns:a="http://schemas.openxmlformats.org/drawingml/2006/main">
            <a:pPr algn="l">
              <a:defRPr sz="1650" b="0" i="0">
                <a:solidFill>
                  <a:srgbClr val="FFFFFF"/>
                </a:solidFill>
              </a:defRPr>
            </a:pPr>
            <a:r>
              <a:rPr sz="1650" b="0" i="0">
                <a:solidFill>
                  <a:srgbClr val="FFFFFF"/>
                </a:solidFill>
              </a:rPr>
              <a:t>Tools for the floor</a:t>
            </a:r>
          </a:p>
        </p:txBody>
      </p:sp>
      <p:sp>
        <p:nvSpPr>
          <p:cNvPr id="10" name="">
            <a:extLst xmlns:a="http://schemas.openxmlformats.org/drawingml/2006/main">
              <a:ext uri="{FF2B5EF4-FFF2-40B4-BE49-F238E27FC236}">
                <a16:creationId xmlns:a16="http://schemas.microsoft.com/office/drawing/2014/main" id="{A2434492-DCB7-4E66-848A-AF3250C4A971}"/>
              </a:ext>
            </a:extLst>
          </p:cNvPr>
          <p:cNvSpPr>
            <a:spLocks xmlns:a="http://schemas.openxmlformats.org/drawingml/2006/main" noGrp="1"/>
          </p:cNvSpPr>
          <p:nvPr/>
        </p:nvSpPr>
        <p:spPr>
          <a:xfrm xmlns:a="http://schemas.openxmlformats.org/drawingml/2006/main">
            <a:off x="4857750" y="4638675"/>
            <a:ext cx="35052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Testing</a:t>
            </a:r>
          </a:p>
        </p:txBody>
      </p:sp>
      <p:sp>
        <p:nvSpPr>
          <p:cNvPr id="11" name="">
            <a:extLst xmlns:a="http://schemas.openxmlformats.org/drawingml/2006/main">
              <a:ext uri="{FF2B5EF4-FFF2-40B4-BE49-F238E27FC236}">
                <a16:creationId xmlns:a16="http://schemas.microsoft.com/office/drawing/2014/main" id="{B81A4699-8816-4D03-8B22-0008C50E864E}"/>
              </a:ext>
            </a:extLst>
          </p:cNvPr>
          <p:cNvSpPr>
            <a:spLocks xmlns:a="http://schemas.openxmlformats.org/drawingml/2006/main" noGrp="1"/>
          </p:cNvSpPr>
          <p:nvPr/>
        </p:nvSpPr>
        <p:spPr>
          <a:xfrm xmlns:a="http://schemas.openxmlformats.org/drawingml/2006/main">
            <a:off x="4857750" y="5076825"/>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i="0">
                <a:solidFill>
                  <a:srgbClr val="FFFFFF"/>
                </a:solidFill>
              </a:defRPr>
            </a:defPPr>
            <a:lvl1pPr algn="l">
              <a:defRPr sz="1650" b="0" i="0">
                <a:solidFill>
                  <a:srgbClr val="FFFFFF"/>
                </a:solidFill>
              </a:defRPr>
            </a:lvl1pPr>
            <a:lvl2pPr algn="l">
              <a:defRPr sz="1650" b="0" i="0">
                <a:solidFill>
                  <a:srgbClr val="FFFFFF"/>
                </a:solidFill>
              </a:defRPr>
            </a:lvl2pPr>
            <a:lvl3pPr algn="l">
              <a:defRPr sz="1650" b="0" i="0">
                <a:solidFill>
                  <a:srgbClr val="FFFFFF"/>
                </a:solidFill>
              </a:defRPr>
            </a:lvl3pPr>
            <a:lvl4pPr algn="l">
              <a:defRPr sz="1650" b="0" i="0">
                <a:solidFill>
                  <a:srgbClr val="FFFFFF"/>
                </a:solidFill>
              </a:defRPr>
            </a:lvl4pPr>
            <a:lvl5pPr algn="l">
              <a:defRPr sz="1650" b="0" i="0">
                <a:solidFill>
                  <a:srgbClr val="FFFFFF"/>
                </a:solidFill>
              </a:defRPr>
            </a:lvl5pPr>
            <a:lvl6pPr algn="l">
              <a:defRPr sz="1650" b="0" i="0">
                <a:solidFill>
                  <a:srgbClr val="FFFFFF"/>
                </a:solidFill>
              </a:defRPr>
            </a:lvl6pPr>
            <a:lvl7pPr algn="l">
              <a:defRPr sz="1650" b="0" i="0">
                <a:solidFill>
                  <a:srgbClr val="FFFFFF"/>
                </a:solidFill>
              </a:defRPr>
            </a:lvl7pPr>
            <a:lvl8pPr algn="l">
              <a:defRPr sz="1650" b="0" i="0">
                <a:solidFill>
                  <a:srgbClr val="FFFFFF"/>
                </a:solidFill>
              </a:defRPr>
            </a:lvl8pPr>
            <a:lvl9pPr algn="l">
              <a:defRPr sz="1650" b="0" i="0">
                <a:solidFill>
                  <a:srgbClr val="FFFFFF"/>
                </a:solidFill>
              </a:defRPr>
            </a:lvl9pPr>
          </a:lstStyle>
          <a:p xmlns:a="http://schemas.openxmlformats.org/drawingml/2006/main">
            <a:pPr algn="l">
              <a:defRPr sz="1650" b="0" i="0">
                <a:solidFill>
                  <a:srgbClr val="FFFFFF"/>
                </a:solidFill>
              </a:defRPr>
            </a:pPr>
            <a:r>
              <a:rPr sz="1650" b="0" i="0">
                <a:solidFill>
                  <a:srgbClr val="FFFFFF"/>
                </a:solidFill>
              </a:rPr>
              <a:t>Proof in real conditions</a:t>
            </a:r>
          </a:p>
        </p:txBody>
      </p:sp>
      <p:sp>
        <p:nvSpPr>
          <p:cNvPr id="12" name="">
            <a:extLst xmlns:a="http://schemas.openxmlformats.org/drawingml/2006/main">
              <a:ext uri="{FF2B5EF4-FFF2-40B4-BE49-F238E27FC236}">
                <a16:creationId xmlns:a16="http://schemas.microsoft.com/office/drawing/2014/main" id="{3B588707-684F-4381-B976-459C0396BABD}"/>
              </a:ext>
            </a:extLst>
          </p:cNvPr>
          <p:cNvSpPr>
            <a:spLocks xmlns:a="http://schemas.openxmlformats.org/drawingml/2006/main" noGrp="1"/>
          </p:cNvSpPr>
          <p:nvPr/>
        </p:nvSpPr>
        <p:spPr>
          <a:xfrm xmlns:a="http://schemas.openxmlformats.org/drawingml/2006/main">
            <a:off x="723900" y="5695950"/>
            <a:ext cx="78105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i="0">
                <a:solidFill>
                  <a:srgbClr val="FFFFFF"/>
                </a:solidFill>
              </a:defRPr>
            </a:defPPr>
            <a:lvl1pPr algn="l">
              <a:defRPr sz="2250" b="1" i="0">
                <a:solidFill>
                  <a:srgbClr val="FFFFFF"/>
                </a:solidFill>
              </a:defRPr>
            </a:lvl1pPr>
            <a:lvl2pPr algn="l">
              <a:defRPr sz="2250" b="1" i="0">
                <a:solidFill>
                  <a:srgbClr val="FFFFFF"/>
                </a:solidFill>
              </a:defRPr>
            </a:lvl2pPr>
            <a:lvl3pPr algn="l">
              <a:defRPr sz="2250" b="1" i="0">
                <a:solidFill>
                  <a:srgbClr val="FFFFFF"/>
                </a:solidFill>
              </a:defRPr>
            </a:lvl3pPr>
            <a:lvl4pPr algn="l">
              <a:defRPr sz="2250" b="1" i="0">
                <a:solidFill>
                  <a:srgbClr val="FFFFFF"/>
                </a:solidFill>
              </a:defRPr>
            </a:lvl4pPr>
            <a:lvl5pPr algn="l">
              <a:defRPr sz="2250" b="1" i="0">
                <a:solidFill>
                  <a:srgbClr val="FFFFFF"/>
                </a:solidFill>
              </a:defRPr>
            </a:lvl5pPr>
            <a:lvl6pPr algn="l">
              <a:defRPr sz="2250" b="1" i="0">
                <a:solidFill>
                  <a:srgbClr val="FFFFFF"/>
                </a:solidFill>
              </a:defRPr>
            </a:lvl6pPr>
            <a:lvl7pPr algn="l">
              <a:defRPr sz="2250" b="1" i="0">
                <a:solidFill>
                  <a:srgbClr val="FFFFFF"/>
                </a:solidFill>
              </a:defRPr>
            </a:lvl7pPr>
            <a:lvl8pPr algn="l">
              <a:defRPr sz="2250" b="1" i="0">
                <a:solidFill>
                  <a:srgbClr val="FFFFFF"/>
                </a:solidFill>
              </a:defRPr>
            </a:lvl8pPr>
            <a:lvl9pPr algn="l">
              <a:defRPr sz="2250" b="1" i="0">
                <a:solidFill>
                  <a:srgbClr val="FFFFFF"/>
                </a:solidFill>
              </a:defRPr>
            </a:lvl9pPr>
          </a:lstStyle>
          <a:p xmlns:a="http://schemas.openxmlformats.org/drawingml/2006/main">
            <a:pPr algn="l">
              <a:defRPr sz="2250" b="1" i="0">
                <a:solidFill>
                  <a:srgbClr val="FFFFFF"/>
                </a:solidFill>
              </a:defRPr>
            </a:pPr>
            <a:r>
              <a:rPr sz="2250" b="1" i="0">
                <a:solidFill>
                  <a:srgbClr val="FFFFFF"/>
                </a:solidFill>
              </a:rPr>
              <a:t>Help write the next rules.</a:t>
            </a:r>
          </a:p>
        </p:txBody>
      </p:sp>
    </p:spTree>
    <p:extLst>
      <p:ext uri="{BB962C8B-B14F-4D97-AF65-F5344CB8AC3E}">
        <p14:creationId xmlns:p14="http://schemas.microsoft.com/office/powerpoint/2010/main" val="1704022799"/>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87C6A6B-6B23-40C0-AEE8-90C1BFAE7CED}"/>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Try it yourself</a:t>
            </a:r>
          </a:p>
        </p:txBody>
      </p:sp>
      <p:sp>
        <p:nvSpPr>
          <p:cNvPr id="2" name="">
            <a:extLst xmlns:a="http://schemas.openxmlformats.org/drawingml/2006/main">
              <a:ext uri="{FF2B5EF4-FFF2-40B4-BE49-F238E27FC236}">
                <a16:creationId xmlns:a16="http://schemas.microsoft.com/office/drawing/2014/main" id="{EDC48AD8-F7C5-412A-8DC6-42D0167FFA0F}"/>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8</a:t>
            </a:r>
          </a:p>
        </p:txBody>
      </p:sp>
      <p:sp>
        <p:nvSpPr>
          <p:cNvPr id="3" name="">
            <a:extLst xmlns:a="http://schemas.openxmlformats.org/drawingml/2006/main">
              <a:ext uri="{FF2B5EF4-FFF2-40B4-BE49-F238E27FC236}">
                <a16:creationId xmlns:a16="http://schemas.microsoft.com/office/drawing/2014/main" id="{E76D5AFE-7436-4C33-9D1D-D8D4182FDCF0}"/>
              </a:ext>
            </a:extLst>
          </p:cNvPr>
          <p:cNvSpPr>
            <a:spLocks xmlns:a="http://schemas.openxmlformats.org/drawingml/2006/main" noGrp="1"/>
          </p:cNvSpPr>
          <p:nvPr/>
        </p:nvSpPr>
        <p:spPr>
          <a:xfrm xmlns:a="http://schemas.openxmlformats.org/drawingml/2006/main">
            <a:off x="723900" y="2876550"/>
            <a:ext cx="4648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1" i="0">
                <a:solidFill>
                  <a:srgbClr val="FFFFFF"/>
                </a:solidFill>
              </a:defRPr>
            </a:defPPr>
            <a:lvl1pPr algn="l">
              <a:defRPr sz="3225" b="1" i="0">
                <a:solidFill>
                  <a:srgbClr val="FFFFFF"/>
                </a:solidFill>
              </a:defRPr>
            </a:lvl1pPr>
            <a:lvl2pPr algn="l">
              <a:defRPr sz="3225" b="1" i="0">
                <a:solidFill>
                  <a:srgbClr val="FFFFFF"/>
                </a:solidFill>
              </a:defRPr>
            </a:lvl2pPr>
            <a:lvl3pPr algn="l">
              <a:defRPr sz="3225" b="1" i="0">
                <a:solidFill>
                  <a:srgbClr val="FFFFFF"/>
                </a:solidFill>
              </a:defRPr>
            </a:lvl3pPr>
            <a:lvl4pPr algn="l">
              <a:defRPr sz="3225" b="1" i="0">
                <a:solidFill>
                  <a:srgbClr val="FFFFFF"/>
                </a:solidFill>
              </a:defRPr>
            </a:lvl4pPr>
            <a:lvl5pPr algn="l">
              <a:defRPr sz="3225" b="1" i="0">
                <a:solidFill>
                  <a:srgbClr val="FFFFFF"/>
                </a:solidFill>
              </a:defRPr>
            </a:lvl5pPr>
            <a:lvl6pPr algn="l">
              <a:defRPr sz="3225" b="1" i="0">
                <a:solidFill>
                  <a:srgbClr val="FFFFFF"/>
                </a:solidFill>
              </a:defRPr>
            </a:lvl6pPr>
            <a:lvl7pPr algn="l">
              <a:defRPr sz="3225" b="1" i="0">
                <a:solidFill>
                  <a:srgbClr val="FFFFFF"/>
                </a:solidFill>
              </a:defRPr>
            </a:lvl7pPr>
            <a:lvl8pPr algn="l">
              <a:defRPr sz="3225" b="1" i="0">
                <a:solidFill>
                  <a:srgbClr val="FFFFFF"/>
                </a:solidFill>
              </a:defRPr>
            </a:lvl8pPr>
            <a:lvl9pPr algn="l">
              <a:defRPr sz="3225" b="1" i="0">
                <a:solidFill>
                  <a:srgbClr val="FFFFFF"/>
                </a:solidFill>
              </a:defRPr>
            </a:lvl9pPr>
          </a:lstStyle>
          <a:p xmlns:a="http://schemas.openxmlformats.org/drawingml/2006/main">
            <a:pPr algn="l">
              <a:defRPr sz="3225" b="1" i="0">
                <a:solidFill>
                  <a:srgbClr val="FFFFFF"/>
                </a:solidFill>
              </a:defRPr>
            </a:pPr>
            <a:r>
              <a:rPr sz="3225" b="1" i="0">
                <a:solidFill>
                  <a:srgbClr val="FFFFFF"/>
                </a:solidFill>
              </a:rPr>
              <a:t>Draw. Test. Change.</a:t>
            </a:r>
          </a:p>
        </p:txBody>
      </p:sp>
      <p:sp>
        <p:nvSpPr>
          <p:cNvPr id="4" name="">
            <a:extLst xmlns:a="http://schemas.openxmlformats.org/drawingml/2006/main">
              <a:ext uri="{FF2B5EF4-FFF2-40B4-BE49-F238E27FC236}">
                <a16:creationId xmlns:a16="http://schemas.microsoft.com/office/drawing/2014/main" id="{BA074521-D12E-4C92-96A7-2ED041BE9680}"/>
              </a:ext>
            </a:extLst>
          </p:cNvPr>
          <p:cNvSpPr>
            <a:spLocks xmlns:a="http://schemas.openxmlformats.org/drawingml/2006/main" noGrp="1"/>
          </p:cNvSpPr>
          <p:nvPr/>
        </p:nvSpPr>
        <p:spPr>
          <a:xfrm xmlns:a="http://schemas.openxmlformats.org/drawingml/2006/main">
            <a:off x="723900" y="5295900"/>
            <a:ext cx="4819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BEA06A"/>
                </a:solidFill>
              </a:defRPr>
            </a:defPPr>
            <a:lvl1pPr algn="l">
              <a:defRPr sz="1875" b="0" i="0">
                <a:solidFill>
                  <a:srgbClr val="BEA06A"/>
                </a:solidFill>
              </a:defRPr>
            </a:lvl1pPr>
            <a:lvl2pPr algn="l">
              <a:defRPr sz="1875" b="0" i="0">
                <a:solidFill>
                  <a:srgbClr val="BEA06A"/>
                </a:solidFill>
              </a:defRPr>
            </a:lvl2pPr>
            <a:lvl3pPr algn="l">
              <a:defRPr sz="1875" b="0" i="0">
                <a:solidFill>
                  <a:srgbClr val="BEA06A"/>
                </a:solidFill>
              </a:defRPr>
            </a:lvl3pPr>
            <a:lvl4pPr algn="l">
              <a:defRPr sz="1875" b="0" i="0">
                <a:solidFill>
                  <a:srgbClr val="BEA06A"/>
                </a:solidFill>
              </a:defRPr>
            </a:lvl4pPr>
            <a:lvl5pPr algn="l">
              <a:defRPr sz="1875" b="0" i="0">
                <a:solidFill>
                  <a:srgbClr val="BEA06A"/>
                </a:solidFill>
              </a:defRPr>
            </a:lvl5pPr>
            <a:lvl6pPr algn="l">
              <a:defRPr sz="1875" b="0" i="0">
                <a:solidFill>
                  <a:srgbClr val="BEA06A"/>
                </a:solidFill>
              </a:defRPr>
            </a:lvl6pPr>
            <a:lvl7pPr algn="l">
              <a:defRPr sz="1875" b="0" i="0">
                <a:solidFill>
                  <a:srgbClr val="BEA06A"/>
                </a:solidFill>
              </a:defRPr>
            </a:lvl7pPr>
            <a:lvl8pPr algn="l">
              <a:defRPr sz="1875" b="0" i="0">
                <a:solidFill>
                  <a:srgbClr val="BEA06A"/>
                </a:solidFill>
              </a:defRPr>
            </a:lvl8pPr>
            <a:lvl9pPr algn="l">
              <a:defRPr sz="1875" b="0" i="0">
                <a:solidFill>
                  <a:srgbClr val="BEA06A"/>
                </a:solidFill>
              </a:defRPr>
            </a:lvl9pPr>
          </a:lstStyle>
          <a:p xmlns:a="http://schemas.openxmlformats.org/drawingml/2006/main">
            <a:pPr algn="l">
              <a:defRPr sz="1875" b="0" i="0">
                <a:solidFill>
                  <a:srgbClr val="BEA06A"/>
                </a:solidFill>
              </a:defRPr>
            </a:pPr>
            <a:r>
              <a:rPr sz="1875" b="0" i="0">
                <a:solidFill>
                  <a:srgbClr val="BEA06A"/>
                </a:solidFill>
              </a:rPr>
              <a:t>4founders.dev/demo/ai-in-action/</a:t>
            </a:r>
          </a:p>
        </p:txBody>
      </p:sp>
      <p:pic>
        <p:nvPicPr>
          <p:cNvPr id="5" name="">
            <a:extLst xmlns:a="http://schemas.openxmlformats.org/drawingml/2006/main">
              <a:ext uri="{FF2B5EF4-FFF2-40B4-BE49-F238E27FC236}">
                <a16:creationId xmlns:a16="http://schemas.microsoft.com/office/drawing/2014/main" id="{5A3499DA-0F39-4AFB-A990-48A5E9B42E35}"/>
              </a:ext>
            </a:extLst>
          </p:cNvPr>
          <p:cNvPicPr>
            <a:picLocks xmlns:a="http://schemas.openxmlformats.org/drawingml/2006/main" noChangeAspect="1"/>
          </p:cNvPicPr>
          <p:nvPr/>
        </p:nvPicPr>
        <p:blipFill>
          <a:blip xmlns:r="http://schemas.openxmlformats.org/officeDocument/2006/relationships" xmlns:a="http://schemas.openxmlformats.org/drawingml/2006/main" r:embed="Rf8a64b07a55347e6"/>
          <a:stretch xmlns:a="http://schemas.openxmlformats.org/drawingml/2006/main"/>
        </p:blipFill>
        <p:spPr>
          <a:xfrm xmlns:a="http://schemas.openxmlformats.org/drawingml/2006/main">
            <a:off x="5753100" y="2590800"/>
            <a:ext cx="2466975" cy="24669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0A967C52-65BE-4CF8-A216-CA089985A1E8}"/>
              </a:ext>
            </a:extLst>
          </p:cNvPr>
          <p:cNvSpPr>
            <a:spLocks xmlns:a="http://schemas.openxmlformats.org/drawingml/2006/main" noGrp="1"/>
          </p:cNvSpPr>
          <p:nvPr/>
        </p:nvSpPr>
        <p:spPr>
          <a:xfrm xmlns:a="http://schemas.openxmlformats.org/drawingml/2006/main">
            <a:off x="5762625" y="5314950"/>
            <a:ext cx="2762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025" b="1" i="0">
                <a:solidFill>
                  <a:srgbClr val="FFFFFF"/>
                </a:solidFill>
              </a:defRPr>
            </a:defPPr>
            <a:lvl1pPr algn="l">
              <a:defRPr sz="2025" b="1" i="0">
                <a:solidFill>
                  <a:srgbClr val="FFFFFF"/>
                </a:solidFill>
              </a:defRPr>
            </a:lvl1pPr>
            <a:lvl2pPr algn="l">
              <a:defRPr sz="2025" b="1" i="0">
                <a:solidFill>
                  <a:srgbClr val="FFFFFF"/>
                </a:solidFill>
              </a:defRPr>
            </a:lvl2pPr>
            <a:lvl3pPr algn="l">
              <a:defRPr sz="2025" b="1" i="0">
                <a:solidFill>
                  <a:srgbClr val="FFFFFF"/>
                </a:solidFill>
              </a:defRPr>
            </a:lvl3pPr>
            <a:lvl4pPr algn="l">
              <a:defRPr sz="2025" b="1" i="0">
                <a:solidFill>
                  <a:srgbClr val="FFFFFF"/>
                </a:solidFill>
              </a:defRPr>
            </a:lvl4pPr>
            <a:lvl5pPr algn="l">
              <a:defRPr sz="2025" b="1" i="0">
                <a:solidFill>
                  <a:srgbClr val="FFFFFF"/>
                </a:solidFill>
              </a:defRPr>
            </a:lvl5pPr>
            <a:lvl6pPr algn="l">
              <a:defRPr sz="2025" b="1" i="0">
                <a:solidFill>
                  <a:srgbClr val="FFFFFF"/>
                </a:solidFill>
              </a:defRPr>
            </a:lvl6pPr>
            <a:lvl7pPr algn="l">
              <a:defRPr sz="2025" b="1" i="0">
                <a:solidFill>
                  <a:srgbClr val="FFFFFF"/>
                </a:solidFill>
              </a:defRPr>
            </a:lvl7pPr>
            <a:lvl8pPr algn="l">
              <a:defRPr sz="2025" b="1" i="0">
                <a:solidFill>
                  <a:srgbClr val="FFFFFF"/>
                </a:solidFill>
              </a:defRPr>
            </a:lvl8pPr>
            <a:lvl9pPr algn="l">
              <a:defRPr sz="2025" b="1" i="0">
                <a:solidFill>
                  <a:srgbClr val="FFFFFF"/>
                </a:solidFill>
              </a:defRPr>
            </a:lvl9pPr>
          </a:lstStyle>
          <a:p xmlns:a="http://schemas.openxmlformats.org/drawingml/2006/main">
            <a:pPr algn="l">
              <a:defRPr sz="2025" b="1" i="0">
                <a:solidFill>
                  <a:srgbClr val="FFFFFF"/>
                </a:solidFill>
              </a:defRPr>
            </a:pPr>
            <a:r>
              <a:rPr sz="2025" b="1" i="0">
                <a:solidFill>
                  <a:srgbClr val="FFFFFF"/>
                </a:solidFill>
              </a:rPr>
              <a:t>EVENT PIN  877262</a:t>
            </a:r>
          </a:p>
        </p:txBody>
      </p:sp>
    </p:spTree>
    <p:extLst>
      <p:ext uri="{BB962C8B-B14F-4D97-AF65-F5344CB8AC3E}">
        <p14:creationId xmlns:p14="http://schemas.microsoft.com/office/powerpoint/2010/main" val="2365625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C7DA5FD-739D-4644-9148-F19D032919FA}"/>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Bring us your idea</a:t>
            </a:r>
          </a:p>
        </p:txBody>
      </p:sp>
      <p:sp>
        <p:nvSpPr>
          <p:cNvPr id="2" name="">
            <a:extLst xmlns:a="http://schemas.openxmlformats.org/drawingml/2006/main">
              <a:ext uri="{FF2B5EF4-FFF2-40B4-BE49-F238E27FC236}">
                <a16:creationId xmlns:a16="http://schemas.microsoft.com/office/drawing/2014/main" id="{BF7AB287-9579-4376-952A-319BD45DDE16}"/>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9</a:t>
            </a:r>
          </a:p>
        </p:txBody>
      </p:sp>
      <p:sp>
        <p:nvSpPr>
          <p:cNvPr id="3" name="">
            <a:extLst xmlns:a="http://schemas.openxmlformats.org/drawingml/2006/main">
              <a:ext uri="{FF2B5EF4-FFF2-40B4-BE49-F238E27FC236}">
                <a16:creationId xmlns:a16="http://schemas.microsoft.com/office/drawing/2014/main" id="{56E2B49B-822B-4239-9D3F-90141AA845C0}"/>
              </a:ext>
            </a:extLst>
          </p:cNvPr>
          <p:cNvSpPr>
            <a:spLocks xmlns:a="http://schemas.openxmlformats.org/drawingml/2006/main" noGrp="1"/>
          </p:cNvSpPr>
          <p:nvPr/>
        </p:nvSpPr>
        <p:spPr>
          <a:xfrm xmlns:a="http://schemas.openxmlformats.org/drawingml/2006/main">
            <a:off x="723900" y="2895600"/>
            <a:ext cx="7924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450" b="1" i="0">
                <a:solidFill>
                  <a:srgbClr val="FFFFFF"/>
                </a:solidFill>
              </a:defRPr>
            </a:defPPr>
            <a:lvl1pPr algn="l">
              <a:defRPr sz="3450" b="1" i="0">
                <a:solidFill>
                  <a:srgbClr val="FFFFFF"/>
                </a:solidFill>
              </a:defRPr>
            </a:lvl1pPr>
            <a:lvl2pPr algn="l">
              <a:defRPr sz="3450" b="1" i="0">
                <a:solidFill>
                  <a:srgbClr val="FFFFFF"/>
                </a:solidFill>
              </a:defRPr>
            </a:lvl2pPr>
            <a:lvl3pPr algn="l">
              <a:defRPr sz="3450" b="1" i="0">
                <a:solidFill>
                  <a:srgbClr val="FFFFFF"/>
                </a:solidFill>
              </a:defRPr>
            </a:lvl3pPr>
            <a:lvl4pPr algn="l">
              <a:defRPr sz="3450" b="1" i="0">
                <a:solidFill>
                  <a:srgbClr val="FFFFFF"/>
                </a:solidFill>
              </a:defRPr>
            </a:lvl4pPr>
            <a:lvl5pPr algn="l">
              <a:defRPr sz="3450" b="1" i="0">
                <a:solidFill>
                  <a:srgbClr val="FFFFFF"/>
                </a:solidFill>
              </a:defRPr>
            </a:lvl5pPr>
            <a:lvl6pPr algn="l">
              <a:defRPr sz="3450" b="1" i="0">
                <a:solidFill>
                  <a:srgbClr val="FFFFFF"/>
                </a:solidFill>
              </a:defRPr>
            </a:lvl6pPr>
            <a:lvl7pPr algn="l">
              <a:defRPr sz="3450" b="1" i="0">
                <a:solidFill>
                  <a:srgbClr val="FFFFFF"/>
                </a:solidFill>
              </a:defRPr>
            </a:lvl7pPr>
            <a:lvl8pPr algn="l">
              <a:defRPr sz="3450" b="1" i="0">
                <a:solidFill>
                  <a:srgbClr val="FFFFFF"/>
                </a:solidFill>
              </a:defRPr>
            </a:lvl8pPr>
            <a:lvl9pPr algn="l">
              <a:defRPr sz="3450" b="1" i="0">
                <a:solidFill>
                  <a:srgbClr val="FFFFFF"/>
                </a:solidFill>
              </a:defRPr>
            </a:lvl9pPr>
          </a:lstStyle>
          <a:p xmlns:a="http://schemas.openxmlformats.org/drawingml/2006/main">
            <a:pPr algn="l">
              <a:defRPr sz="3450" b="1" i="0">
                <a:solidFill>
                  <a:srgbClr val="FFFFFF"/>
                </a:solidFill>
              </a:defRPr>
            </a:pPr>
            <a:r>
              <a:rPr sz="3450" b="1" i="0">
                <a:solidFill>
                  <a:srgbClr val="FFFFFF"/>
                </a:solidFill>
              </a:rPr>
              <a:t>What do you want to pursue?</a:t>
            </a:r>
          </a:p>
        </p:txBody>
      </p:sp>
      <p:sp>
        <p:nvSpPr>
          <p:cNvPr id="4" name="">
            <a:extLst xmlns:a="http://schemas.openxmlformats.org/drawingml/2006/main">
              <a:ext uri="{FF2B5EF4-FFF2-40B4-BE49-F238E27FC236}">
                <a16:creationId xmlns:a16="http://schemas.microsoft.com/office/drawing/2014/main" id="{4CFBB8BB-8520-4CA8-A41E-07E3DB8946B4}"/>
              </a:ext>
            </a:extLst>
          </p:cNvPr>
          <p:cNvSpPr>
            <a:spLocks xmlns:a="http://schemas.openxmlformats.org/drawingml/2006/main" noGrp="1"/>
          </p:cNvSpPr>
          <p:nvPr/>
        </p:nvSpPr>
        <p:spPr>
          <a:xfrm xmlns:a="http://schemas.openxmlformats.org/drawingml/2006/main">
            <a:off x="723900" y="4114800"/>
            <a:ext cx="78486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i="0">
                <a:solidFill>
                  <a:srgbClr val="D5D8DA"/>
                </a:solidFill>
              </a:defRPr>
            </a:defPPr>
            <a:lvl1pPr algn="l">
              <a:defRPr sz="2100" b="0" i="0">
                <a:solidFill>
                  <a:srgbClr val="D5D8DA"/>
                </a:solidFill>
              </a:defRPr>
            </a:lvl1pPr>
            <a:lvl2pPr algn="l">
              <a:defRPr sz="2100" b="0" i="0">
                <a:solidFill>
                  <a:srgbClr val="D5D8DA"/>
                </a:solidFill>
              </a:defRPr>
            </a:lvl2pPr>
            <a:lvl3pPr algn="l">
              <a:defRPr sz="2100" b="0" i="0">
                <a:solidFill>
                  <a:srgbClr val="D5D8DA"/>
                </a:solidFill>
              </a:defRPr>
            </a:lvl3pPr>
            <a:lvl4pPr algn="l">
              <a:defRPr sz="2100" b="0" i="0">
                <a:solidFill>
                  <a:srgbClr val="D5D8DA"/>
                </a:solidFill>
              </a:defRPr>
            </a:lvl4pPr>
            <a:lvl5pPr algn="l">
              <a:defRPr sz="2100" b="0" i="0">
                <a:solidFill>
                  <a:srgbClr val="D5D8DA"/>
                </a:solidFill>
              </a:defRPr>
            </a:lvl5pPr>
            <a:lvl6pPr algn="l">
              <a:defRPr sz="2100" b="0" i="0">
                <a:solidFill>
                  <a:srgbClr val="D5D8DA"/>
                </a:solidFill>
              </a:defRPr>
            </a:lvl6pPr>
            <a:lvl7pPr algn="l">
              <a:defRPr sz="2100" b="0" i="0">
                <a:solidFill>
                  <a:srgbClr val="D5D8DA"/>
                </a:solidFill>
              </a:defRPr>
            </a:lvl7pPr>
            <a:lvl8pPr algn="l">
              <a:defRPr sz="2100" b="0" i="0">
                <a:solidFill>
                  <a:srgbClr val="D5D8DA"/>
                </a:solidFill>
              </a:defRPr>
            </a:lvl8pPr>
            <a:lvl9pPr algn="l">
              <a:defRPr sz="2100" b="0" i="0">
                <a:solidFill>
                  <a:srgbClr val="D5D8DA"/>
                </a:solidFill>
              </a:defRPr>
            </a:lvl9pPr>
          </a:lstStyle>
          <a:p xmlns:a="http://schemas.openxmlformats.org/drawingml/2006/main">
            <a:pPr algn="l">
              <a:defRPr sz="2100" b="0" i="0">
                <a:solidFill>
                  <a:srgbClr val="D5D8DA"/>
                </a:solidFill>
              </a:defRPr>
            </a:pPr>
            <a:r>
              <a:rPr sz="2100" b="0" i="0">
                <a:solidFill>
                  <a:srgbClr val="D5D8DA"/>
                </a:solidFill>
              </a:rPr>
              <a:t>If there is a fit, let us explore it together.</a:t>
            </a:r>
          </a:p>
        </p:txBody>
      </p:sp>
      <p:sp>
        <p:nvSpPr>
          <p:cNvPr id="5" name="">
            <a:extLst xmlns:a="http://schemas.openxmlformats.org/drawingml/2006/main">
              <a:ext uri="{FF2B5EF4-FFF2-40B4-BE49-F238E27FC236}">
                <a16:creationId xmlns:a16="http://schemas.microsoft.com/office/drawing/2014/main" id="{1596F5A7-D059-44DA-A1C5-74978F5E65C4}"/>
              </a:ext>
            </a:extLst>
          </p:cNvPr>
          <p:cNvSpPr>
            <a:spLocks xmlns:a="http://schemas.openxmlformats.org/drawingml/2006/main" noGrp="1"/>
          </p:cNvSpPr>
          <p:nvPr/>
        </p:nvSpPr>
        <p:spPr>
          <a:xfrm xmlns:a="http://schemas.openxmlformats.org/drawingml/2006/main">
            <a:off x="723900" y="5210175"/>
            <a:ext cx="7905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xmlns:a="http://schemas.openxmlformats.org/drawingml/2006/main">
            <a:pPr algn="l">
              <a:defRPr sz="2325" b="1" i="0">
                <a:solidFill>
                  <a:srgbClr val="BEA06A"/>
                </a:solidFill>
              </a:defRPr>
            </a:pPr>
            <a:r>
              <a:rPr sz="2325" b="1" i="0">
                <a:solidFill>
                  <a:srgbClr val="BEA06A"/>
                </a:solidFill>
              </a:rPr>
              <a:t>We could even become your first customer.</a:t>
            </a:r>
          </a:p>
        </p:txBody>
      </p:sp>
    </p:spTree>
    <p:extLst>
      <p:ext uri="{BB962C8B-B14F-4D97-AF65-F5344CB8AC3E}">
        <p14:creationId xmlns:p14="http://schemas.microsoft.com/office/powerpoint/2010/main" val="5065774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6F0EA59-117A-4064-B427-87EE54602873}"/>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Let us connect</a:t>
            </a:r>
          </a:p>
        </p:txBody>
      </p:sp>
      <p:sp>
        <p:nvSpPr>
          <p:cNvPr id="2" name="">
            <a:extLst xmlns:a="http://schemas.openxmlformats.org/drawingml/2006/main">
              <a:ext uri="{FF2B5EF4-FFF2-40B4-BE49-F238E27FC236}">
                <a16:creationId xmlns:a16="http://schemas.microsoft.com/office/drawing/2014/main" id="{724A516E-5F40-4047-8050-494D3EE1695A}"/>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10</a:t>
            </a:r>
          </a:p>
        </p:txBody>
      </p:sp>
      <p:sp>
        <p:nvSpPr>
          <p:cNvPr id="3" name="">
            <a:extLst xmlns:a="http://schemas.openxmlformats.org/drawingml/2006/main">
              <a:ext uri="{FF2B5EF4-FFF2-40B4-BE49-F238E27FC236}">
                <a16:creationId xmlns:a16="http://schemas.microsoft.com/office/drawing/2014/main" id="{2D7D6113-0669-421B-A999-C7953240D470}"/>
              </a:ext>
            </a:extLst>
          </p:cNvPr>
          <p:cNvSpPr>
            <a:spLocks xmlns:a="http://schemas.openxmlformats.org/drawingml/2006/main" noGrp="1"/>
          </p:cNvSpPr>
          <p:nvPr/>
        </p:nvSpPr>
        <p:spPr>
          <a:xfrm xmlns:a="http://schemas.openxmlformats.org/drawingml/2006/main">
            <a:off x="723900" y="2524125"/>
            <a:ext cx="7791450" cy="1114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775" b="1" i="1">
                <a:solidFill>
                  <a:srgbClr val="FFFFFF"/>
                </a:solidFill>
              </a:defRPr>
            </a:defPPr>
            <a:lvl1pPr algn="l">
              <a:defRPr sz="2775" b="1" i="1">
                <a:solidFill>
                  <a:srgbClr val="FFFFFF"/>
                </a:solidFill>
              </a:defRPr>
            </a:lvl1pPr>
            <a:lvl2pPr algn="l">
              <a:defRPr sz="2775" b="1" i="1">
                <a:solidFill>
                  <a:srgbClr val="FFFFFF"/>
                </a:solidFill>
              </a:defRPr>
            </a:lvl2pPr>
            <a:lvl3pPr algn="l">
              <a:defRPr sz="2775" b="1" i="1">
                <a:solidFill>
                  <a:srgbClr val="FFFFFF"/>
                </a:solidFill>
              </a:defRPr>
            </a:lvl3pPr>
            <a:lvl4pPr algn="l">
              <a:defRPr sz="2775" b="1" i="1">
                <a:solidFill>
                  <a:srgbClr val="FFFFFF"/>
                </a:solidFill>
              </a:defRPr>
            </a:lvl4pPr>
            <a:lvl5pPr algn="l">
              <a:defRPr sz="2775" b="1" i="1">
                <a:solidFill>
                  <a:srgbClr val="FFFFFF"/>
                </a:solidFill>
              </a:defRPr>
            </a:lvl5pPr>
            <a:lvl6pPr algn="l">
              <a:defRPr sz="2775" b="1" i="1">
                <a:solidFill>
                  <a:srgbClr val="FFFFFF"/>
                </a:solidFill>
              </a:defRPr>
            </a:lvl6pPr>
            <a:lvl7pPr algn="l">
              <a:defRPr sz="2775" b="1" i="1">
                <a:solidFill>
                  <a:srgbClr val="FFFFFF"/>
                </a:solidFill>
              </a:defRPr>
            </a:lvl7pPr>
            <a:lvl8pPr algn="l">
              <a:defRPr sz="2775" b="1" i="1">
                <a:solidFill>
                  <a:srgbClr val="FFFFFF"/>
                </a:solidFill>
              </a:defRPr>
            </a:lvl8pPr>
            <a:lvl9pPr algn="l">
              <a:defRPr sz="2775" b="1" i="1">
                <a:solidFill>
                  <a:srgbClr val="FFFFFF"/>
                </a:solidFill>
              </a:defRPr>
            </a:lvl9pPr>
          </a:lstStyle>
          <a:p xmlns:a="http://schemas.openxmlformats.org/drawingml/2006/main">
            <a:pPr algn="l">
              <a:defRPr sz="2775" b="1" i="1">
                <a:solidFill>
                  <a:srgbClr val="FFFFFF"/>
                </a:solidFill>
              </a:defRPr>
            </a:pPr>
            <a:r>
              <a:rPr sz="2775" b="1" i="1">
                <a:solidFill>
                  <a:srgbClr val="FFFFFF"/>
                </a:solidFill>
              </a:rPr>
              <a:t>Our history was made on the factory floor.</a:t>
            </a:r>
          </a:p>
          <a:p xmlns:a="http://schemas.openxmlformats.org/drawingml/2006/main">
            <a:pPr algn="l">
              <a:defRPr sz="2775" b="1" i="1">
                <a:solidFill>
                  <a:srgbClr val="FFFFFF"/>
                </a:solidFill>
              </a:defRPr>
            </a:pPr>
            <a:r>
              <a:rPr sz="2775" b="1" i="1">
                <a:solidFill>
                  <a:srgbClr val="FFFFFF"/>
                </a:solidFill>
              </a:rPr>
              <a:t>The future will be, too.</a:t>
            </a:r>
          </a:p>
        </p:txBody>
      </p:sp>
      <p:sp>
        <p:nvSpPr>
          <p:cNvPr id="4" name="">
            <a:extLst xmlns:a="http://schemas.openxmlformats.org/drawingml/2006/main">
              <a:ext uri="{FF2B5EF4-FFF2-40B4-BE49-F238E27FC236}">
                <a16:creationId xmlns:a16="http://schemas.microsoft.com/office/drawing/2014/main" id="{584ED998-33A3-4E85-8F9C-EEE9F5227F16}"/>
              </a:ext>
            </a:extLst>
          </p:cNvPr>
          <p:cNvSpPr>
            <a:spLocks xmlns:a="http://schemas.openxmlformats.org/drawingml/2006/main" noGrp="1"/>
          </p:cNvSpPr>
          <p:nvPr/>
        </p:nvSpPr>
        <p:spPr>
          <a:xfrm xmlns:a="http://schemas.openxmlformats.org/drawingml/2006/main">
            <a:off x="723900" y="3733800"/>
            <a:ext cx="77914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1" i="0">
                <a:solidFill>
                  <a:srgbClr val="BEA06A"/>
                </a:solidFill>
              </a:defRPr>
            </a:defPPr>
            <a:lvl1pPr algn="l">
              <a:defRPr sz="2100" b="1" i="0">
                <a:solidFill>
                  <a:srgbClr val="BEA06A"/>
                </a:solidFill>
              </a:defRPr>
            </a:lvl1pPr>
            <a:lvl2pPr algn="l">
              <a:defRPr sz="2100" b="1" i="0">
                <a:solidFill>
                  <a:srgbClr val="BEA06A"/>
                </a:solidFill>
              </a:defRPr>
            </a:lvl2pPr>
            <a:lvl3pPr algn="l">
              <a:defRPr sz="2100" b="1" i="0">
                <a:solidFill>
                  <a:srgbClr val="BEA06A"/>
                </a:solidFill>
              </a:defRPr>
            </a:lvl3pPr>
            <a:lvl4pPr algn="l">
              <a:defRPr sz="2100" b="1" i="0">
                <a:solidFill>
                  <a:srgbClr val="BEA06A"/>
                </a:solidFill>
              </a:defRPr>
            </a:lvl4pPr>
            <a:lvl5pPr algn="l">
              <a:defRPr sz="2100" b="1" i="0">
                <a:solidFill>
                  <a:srgbClr val="BEA06A"/>
                </a:solidFill>
              </a:defRPr>
            </a:lvl5pPr>
            <a:lvl6pPr algn="l">
              <a:defRPr sz="2100" b="1" i="0">
                <a:solidFill>
                  <a:srgbClr val="BEA06A"/>
                </a:solidFill>
              </a:defRPr>
            </a:lvl6pPr>
            <a:lvl7pPr algn="l">
              <a:defRPr sz="2100" b="1" i="0">
                <a:solidFill>
                  <a:srgbClr val="BEA06A"/>
                </a:solidFill>
              </a:defRPr>
            </a:lvl7pPr>
            <a:lvl8pPr algn="l">
              <a:defRPr sz="2100" b="1" i="0">
                <a:solidFill>
                  <a:srgbClr val="BEA06A"/>
                </a:solidFill>
              </a:defRPr>
            </a:lvl8pPr>
            <a:lvl9pPr algn="l">
              <a:defRPr sz="2100" b="1" i="0">
                <a:solidFill>
                  <a:srgbClr val="BEA06A"/>
                </a:solidFill>
              </a:defRPr>
            </a:lvl9pPr>
          </a:lstStyle>
          <a:p xmlns:a="http://schemas.openxmlformats.org/drawingml/2006/main">
            <a:pPr algn="l">
              <a:defRPr sz="2100" b="1" i="0">
                <a:solidFill>
                  <a:srgbClr val="BEA06A"/>
                </a:solidFill>
              </a:defRPr>
            </a:pPr>
            <a:r>
              <a:rPr sz="2100" b="1" i="0">
                <a:solidFill>
                  <a:srgbClr val="BEA06A"/>
                </a:solidFill>
              </a:rPr>
              <a:t>Come build and fight with us. Turn AI into action.</a:t>
            </a:r>
          </a:p>
        </p:txBody>
      </p:sp>
      <p:sp>
        <p:nvSpPr>
          <p:cNvPr id="5" name="">
            <a:extLst xmlns:a="http://schemas.openxmlformats.org/drawingml/2006/main">
              <a:ext uri="{FF2B5EF4-FFF2-40B4-BE49-F238E27FC236}">
                <a16:creationId xmlns:a16="http://schemas.microsoft.com/office/drawing/2014/main" id="{6BB4B1C2-72EC-4F8E-9B95-4A3FB2B2C252}"/>
              </a:ext>
            </a:extLst>
          </p:cNvPr>
          <p:cNvSpPr>
            <a:spLocks xmlns:a="http://schemas.openxmlformats.org/drawingml/2006/main" noGrp="1"/>
          </p:cNvSpPr>
          <p:nvPr/>
        </p:nvSpPr>
        <p:spPr>
          <a:xfrm xmlns:a="http://schemas.openxmlformats.org/drawingml/2006/main">
            <a:off x="723900" y="4724400"/>
            <a:ext cx="419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1" i="0">
                <a:solidFill>
                  <a:srgbClr val="BEA06A"/>
                </a:solidFill>
              </a:defRPr>
            </a:defPPr>
            <a:lvl1pPr algn="l">
              <a:defRPr sz="1650" b="1" i="0">
                <a:solidFill>
                  <a:srgbClr val="BEA06A"/>
                </a:solidFill>
              </a:defRPr>
            </a:lvl1pPr>
            <a:lvl2pPr algn="l">
              <a:defRPr sz="1650" b="1" i="0">
                <a:solidFill>
                  <a:srgbClr val="BEA06A"/>
                </a:solidFill>
              </a:defRPr>
            </a:lvl2pPr>
            <a:lvl3pPr algn="l">
              <a:defRPr sz="1650" b="1" i="0">
                <a:solidFill>
                  <a:srgbClr val="BEA06A"/>
                </a:solidFill>
              </a:defRPr>
            </a:lvl3pPr>
            <a:lvl4pPr algn="l">
              <a:defRPr sz="1650" b="1" i="0">
                <a:solidFill>
                  <a:srgbClr val="BEA06A"/>
                </a:solidFill>
              </a:defRPr>
            </a:lvl4pPr>
            <a:lvl5pPr algn="l">
              <a:defRPr sz="1650" b="1" i="0">
                <a:solidFill>
                  <a:srgbClr val="BEA06A"/>
                </a:solidFill>
              </a:defRPr>
            </a:lvl5pPr>
            <a:lvl6pPr algn="l">
              <a:defRPr sz="1650" b="1" i="0">
                <a:solidFill>
                  <a:srgbClr val="BEA06A"/>
                </a:solidFill>
              </a:defRPr>
            </a:lvl6pPr>
            <a:lvl7pPr algn="l">
              <a:defRPr sz="1650" b="1" i="0">
                <a:solidFill>
                  <a:srgbClr val="BEA06A"/>
                </a:solidFill>
              </a:defRPr>
            </a:lvl7pPr>
            <a:lvl8pPr algn="l">
              <a:defRPr sz="1650" b="1" i="0">
                <a:solidFill>
                  <a:srgbClr val="BEA06A"/>
                </a:solidFill>
              </a:defRPr>
            </a:lvl8pPr>
            <a:lvl9pPr algn="l">
              <a:defRPr sz="1650" b="1" i="0">
                <a:solidFill>
                  <a:srgbClr val="BEA06A"/>
                </a:solidFill>
              </a:defRPr>
            </a:lvl9pPr>
          </a:lstStyle>
          <a:p xmlns:a="http://schemas.openxmlformats.org/drawingml/2006/main">
            <a:pPr algn="l">
              <a:defRPr sz="1650" b="1" i="0">
                <a:solidFill>
                  <a:srgbClr val="BEA06A"/>
                </a:solidFill>
              </a:defRPr>
            </a:pPr>
            <a:r>
              <a:rPr sz="1650" b="1" i="0">
                <a:solidFill>
                  <a:srgbClr val="BEA06A"/>
                </a:solidFill>
              </a:rPr>
              <a:t>BRAD</a:t>
            </a:r>
          </a:p>
        </p:txBody>
      </p:sp>
      <p:sp>
        <p:nvSpPr>
          <p:cNvPr id="6" name="">
            <a:extLst xmlns:a="http://schemas.openxmlformats.org/drawingml/2006/main">
              <a:ext uri="{FF2B5EF4-FFF2-40B4-BE49-F238E27FC236}">
                <a16:creationId xmlns:a16="http://schemas.microsoft.com/office/drawing/2014/main" id="{CF15CE39-03ED-485E-A3C8-874F0117C19A}"/>
              </a:ext>
            </a:extLst>
          </p:cNvPr>
          <p:cNvSpPr>
            <a:spLocks xmlns:a="http://schemas.openxmlformats.org/drawingml/2006/main" noGrp="1"/>
          </p:cNvSpPr>
          <p:nvPr/>
        </p:nvSpPr>
        <p:spPr>
          <a:xfrm xmlns:a="http://schemas.openxmlformats.org/drawingml/2006/main">
            <a:off x="723900" y="5038725"/>
            <a:ext cx="4667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1" i="0">
                <a:solidFill>
                  <a:srgbClr val="FFFFFF"/>
                </a:solidFill>
              </a:defRPr>
            </a:defPPr>
            <a:lvl1pPr algn="l">
              <a:defRPr sz="2100" b="1" i="0">
                <a:solidFill>
                  <a:srgbClr val="FFFFFF"/>
                </a:solidFill>
              </a:defRPr>
            </a:lvl1pPr>
            <a:lvl2pPr algn="l">
              <a:defRPr sz="2100" b="1" i="0">
                <a:solidFill>
                  <a:srgbClr val="FFFFFF"/>
                </a:solidFill>
              </a:defRPr>
            </a:lvl2pPr>
            <a:lvl3pPr algn="l">
              <a:defRPr sz="2100" b="1" i="0">
                <a:solidFill>
                  <a:srgbClr val="FFFFFF"/>
                </a:solidFill>
              </a:defRPr>
            </a:lvl3pPr>
            <a:lvl4pPr algn="l">
              <a:defRPr sz="2100" b="1" i="0">
                <a:solidFill>
                  <a:srgbClr val="FFFFFF"/>
                </a:solidFill>
              </a:defRPr>
            </a:lvl4pPr>
            <a:lvl5pPr algn="l">
              <a:defRPr sz="2100" b="1" i="0">
                <a:solidFill>
                  <a:srgbClr val="FFFFFF"/>
                </a:solidFill>
              </a:defRPr>
            </a:lvl5pPr>
            <a:lvl6pPr algn="l">
              <a:defRPr sz="2100" b="1" i="0">
                <a:solidFill>
                  <a:srgbClr val="FFFFFF"/>
                </a:solidFill>
              </a:defRPr>
            </a:lvl6pPr>
            <a:lvl7pPr algn="l">
              <a:defRPr sz="2100" b="1" i="0">
                <a:solidFill>
                  <a:srgbClr val="FFFFFF"/>
                </a:solidFill>
              </a:defRPr>
            </a:lvl7pPr>
            <a:lvl8pPr algn="l">
              <a:defRPr sz="2100" b="1" i="0">
                <a:solidFill>
                  <a:srgbClr val="FFFFFF"/>
                </a:solidFill>
              </a:defRPr>
            </a:lvl8pPr>
            <a:lvl9pPr algn="l">
              <a:defRPr sz="2100" b="1" i="0">
                <a:solidFill>
                  <a:srgbClr val="FFFFFF"/>
                </a:solidFill>
              </a:defRPr>
            </a:lvl9pPr>
          </a:lstStyle>
          <a:p xmlns:a="http://schemas.openxmlformats.org/drawingml/2006/main">
            <a:pPr algn="l">
              <a:defRPr sz="2100" b="1" i="0">
                <a:solidFill>
                  <a:srgbClr val="FFFFFF"/>
                </a:solidFill>
              </a:defRPr>
            </a:pPr>
            <a:r>
              <a:rPr sz="2100" b="1" i="0">
                <a:solidFill>
                  <a:srgbClr val="FFFFFF"/>
                </a:solidFill>
              </a:rPr>
              <a:t>bdaugherty@tkghunt.com</a:t>
            </a:r>
          </a:p>
        </p:txBody>
      </p:sp>
      <p:sp>
        <p:nvSpPr>
          <p:cNvPr id="7" name="">
            <a:extLst xmlns:a="http://schemas.openxmlformats.org/drawingml/2006/main">
              <a:ext uri="{FF2B5EF4-FFF2-40B4-BE49-F238E27FC236}">
                <a16:creationId xmlns:a16="http://schemas.microsoft.com/office/drawing/2014/main" id="{29D66A8B-01CA-46BD-87E6-D9B32A693B67}"/>
              </a:ext>
            </a:extLst>
          </p:cNvPr>
          <p:cNvSpPr>
            <a:spLocks xmlns:a="http://schemas.openxmlformats.org/drawingml/2006/main" noGrp="1"/>
          </p:cNvSpPr>
          <p:nvPr/>
        </p:nvSpPr>
        <p:spPr>
          <a:xfrm xmlns:a="http://schemas.openxmlformats.org/drawingml/2006/main">
            <a:off x="723900" y="5610225"/>
            <a:ext cx="476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575" b="0" i="0">
                <a:solidFill>
                  <a:srgbClr val="D5D8DA"/>
                </a:solidFill>
              </a:defRPr>
            </a:defPPr>
            <a:lvl1pPr algn="l">
              <a:defRPr sz="1575" b="0" i="0">
                <a:solidFill>
                  <a:srgbClr val="D5D8DA"/>
                </a:solidFill>
              </a:defRPr>
            </a:lvl1pPr>
            <a:lvl2pPr algn="l">
              <a:defRPr sz="1575" b="0" i="0">
                <a:solidFill>
                  <a:srgbClr val="D5D8DA"/>
                </a:solidFill>
              </a:defRPr>
            </a:lvl2pPr>
            <a:lvl3pPr algn="l">
              <a:defRPr sz="1575" b="0" i="0">
                <a:solidFill>
                  <a:srgbClr val="D5D8DA"/>
                </a:solidFill>
              </a:defRPr>
            </a:lvl3pPr>
            <a:lvl4pPr algn="l">
              <a:defRPr sz="1575" b="0" i="0">
                <a:solidFill>
                  <a:srgbClr val="D5D8DA"/>
                </a:solidFill>
              </a:defRPr>
            </a:lvl4pPr>
            <a:lvl5pPr algn="l">
              <a:defRPr sz="1575" b="0" i="0">
                <a:solidFill>
                  <a:srgbClr val="D5D8DA"/>
                </a:solidFill>
              </a:defRPr>
            </a:lvl5pPr>
            <a:lvl6pPr algn="l">
              <a:defRPr sz="1575" b="0" i="0">
                <a:solidFill>
                  <a:srgbClr val="D5D8DA"/>
                </a:solidFill>
              </a:defRPr>
            </a:lvl6pPr>
            <a:lvl7pPr algn="l">
              <a:defRPr sz="1575" b="0" i="0">
                <a:solidFill>
                  <a:srgbClr val="D5D8DA"/>
                </a:solidFill>
              </a:defRPr>
            </a:lvl7pPr>
            <a:lvl8pPr algn="l">
              <a:defRPr sz="1575" b="0" i="0">
                <a:solidFill>
                  <a:srgbClr val="D5D8DA"/>
                </a:solidFill>
              </a:defRPr>
            </a:lvl8pPr>
            <a:lvl9pPr algn="l">
              <a:defRPr sz="1575" b="0" i="0">
                <a:solidFill>
                  <a:srgbClr val="D5D8DA"/>
                </a:solidFill>
              </a:defRPr>
            </a:lvl9pPr>
          </a:lstStyle>
          <a:p xmlns:a="http://schemas.openxmlformats.org/drawingml/2006/main">
            <a:pPr algn="l">
              <a:defRPr sz="1575" b="0" i="0">
                <a:solidFill>
                  <a:srgbClr val="D5D8DA"/>
                </a:solidFill>
              </a:defRPr>
            </a:pPr>
            <a:r>
              <a:rPr sz="1575" b="0" i="0">
                <a:solidFill>
                  <a:srgbClr val="D5D8DA"/>
                </a:solidFill>
              </a:rPr>
              <a:t>thekineticgroup.com/careers.html</a:t>
            </a:r>
          </a:p>
        </p:txBody>
      </p:sp>
      <p:sp>
        <p:nvSpPr>
          <p:cNvPr id="8" name="">
            <a:extLst xmlns:a="http://schemas.openxmlformats.org/drawingml/2006/main">
              <a:ext uri="{FF2B5EF4-FFF2-40B4-BE49-F238E27FC236}">
                <a16:creationId xmlns:a16="http://schemas.microsoft.com/office/drawing/2014/main" id="{590BD204-A6D7-45A7-9585-FD92F4A42AD4}"/>
              </a:ext>
            </a:extLst>
          </p:cNvPr>
          <p:cNvSpPr>
            <a:spLocks xmlns:a="http://schemas.openxmlformats.org/drawingml/2006/main" noGrp="1"/>
          </p:cNvSpPr>
          <p:nvPr/>
        </p:nvSpPr>
        <p:spPr>
          <a:xfrm xmlns:a="http://schemas.openxmlformats.org/drawingml/2006/main">
            <a:off x="5543550" y="4724400"/>
            <a:ext cx="2933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1" i="0">
                <a:solidFill>
                  <a:srgbClr val="BEA06A"/>
                </a:solidFill>
              </a:defRPr>
            </a:defPPr>
            <a:lvl1pPr algn="l">
              <a:defRPr sz="1650" b="1" i="0">
                <a:solidFill>
                  <a:srgbClr val="BEA06A"/>
                </a:solidFill>
              </a:defRPr>
            </a:lvl1pPr>
            <a:lvl2pPr algn="l">
              <a:defRPr sz="1650" b="1" i="0">
                <a:solidFill>
                  <a:srgbClr val="BEA06A"/>
                </a:solidFill>
              </a:defRPr>
            </a:lvl2pPr>
            <a:lvl3pPr algn="l">
              <a:defRPr sz="1650" b="1" i="0">
                <a:solidFill>
                  <a:srgbClr val="BEA06A"/>
                </a:solidFill>
              </a:defRPr>
            </a:lvl3pPr>
            <a:lvl4pPr algn="l">
              <a:defRPr sz="1650" b="1" i="0">
                <a:solidFill>
                  <a:srgbClr val="BEA06A"/>
                </a:solidFill>
              </a:defRPr>
            </a:lvl4pPr>
            <a:lvl5pPr algn="l">
              <a:defRPr sz="1650" b="1" i="0">
                <a:solidFill>
                  <a:srgbClr val="BEA06A"/>
                </a:solidFill>
              </a:defRPr>
            </a:lvl5pPr>
            <a:lvl6pPr algn="l">
              <a:defRPr sz="1650" b="1" i="0">
                <a:solidFill>
                  <a:srgbClr val="BEA06A"/>
                </a:solidFill>
              </a:defRPr>
            </a:lvl6pPr>
            <a:lvl7pPr algn="l">
              <a:defRPr sz="1650" b="1" i="0">
                <a:solidFill>
                  <a:srgbClr val="BEA06A"/>
                </a:solidFill>
              </a:defRPr>
            </a:lvl7pPr>
            <a:lvl8pPr algn="l">
              <a:defRPr sz="1650" b="1" i="0">
                <a:solidFill>
                  <a:srgbClr val="BEA06A"/>
                </a:solidFill>
              </a:defRPr>
            </a:lvl8pPr>
            <a:lvl9pPr algn="l">
              <a:defRPr sz="1650" b="1" i="0">
                <a:solidFill>
                  <a:srgbClr val="BEA06A"/>
                </a:solidFill>
              </a:defRPr>
            </a:lvl9pPr>
          </a:lstStyle>
          <a:p xmlns:a="http://schemas.openxmlformats.org/drawingml/2006/main">
            <a:pPr algn="l">
              <a:defRPr sz="1650" b="1" i="0">
                <a:solidFill>
                  <a:srgbClr val="BEA06A"/>
                </a:solidFill>
              </a:defRPr>
            </a:pPr>
            <a:r>
              <a:rPr sz="1650" b="1" i="0">
                <a:solidFill>
                  <a:srgbClr val="BEA06A"/>
                </a:solidFill>
              </a:rPr>
              <a:t>4FOUNDERS</a:t>
            </a:r>
          </a:p>
        </p:txBody>
      </p:sp>
      <p:sp>
        <p:nvSpPr>
          <p:cNvPr id="9" name="">
            <a:extLst xmlns:a="http://schemas.openxmlformats.org/drawingml/2006/main">
              <a:ext uri="{FF2B5EF4-FFF2-40B4-BE49-F238E27FC236}">
                <a16:creationId xmlns:a16="http://schemas.microsoft.com/office/drawing/2014/main" id="{0AD3077D-1780-44E0-8AE9-7FBE62174054}"/>
              </a:ext>
            </a:extLst>
          </p:cNvPr>
          <p:cNvSpPr>
            <a:spLocks xmlns:a="http://schemas.openxmlformats.org/drawingml/2006/main" noGrp="1"/>
          </p:cNvSpPr>
          <p:nvPr/>
        </p:nvSpPr>
        <p:spPr>
          <a:xfrm xmlns:a="http://schemas.openxmlformats.org/drawingml/2006/main">
            <a:off x="5543550" y="5038725"/>
            <a:ext cx="29241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1" i="0">
                <a:solidFill>
                  <a:srgbClr val="FFFFFF"/>
                </a:solidFill>
              </a:defRPr>
            </a:defPPr>
            <a:lvl1pPr algn="l">
              <a:defRPr sz="2100" b="1" i="0">
                <a:solidFill>
                  <a:srgbClr val="FFFFFF"/>
                </a:solidFill>
              </a:defRPr>
            </a:lvl1pPr>
            <a:lvl2pPr algn="l">
              <a:defRPr sz="2100" b="1" i="0">
                <a:solidFill>
                  <a:srgbClr val="FFFFFF"/>
                </a:solidFill>
              </a:defRPr>
            </a:lvl2pPr>
            <a:lvl3pPr algn="l">
              <a:defRPr sz="2100" b="1" i="0">
                <a:solidFill>
                  <a:srgbClr val="FFFFFF"/>
                </a:solidFill>
              </a:defRPr>
            </a:lvl3pPr>
            <a:lvl4pPr algn="l">
              <a:defRPr sz="2100" b="1" i="0">
                <a:solidFill>
                  <a:srgbClr val="FFFFFF"/>
                </a:solidFill>
              </a:defRPr>
            </a:lvl4pPr>
            <a:lvl5pPr algn="l">
              <a:defRPr sz="2100" b="1" i="0">
                <a:solidFill>
                  <a:srgbClr val="FFFFFF"/>
                </a:solidFill>
              </a:defRPr>
            </a:lvl5pPr>
            <a:lvl6pPr algn="l">
              <a:defRPr sz="2100" b="1" i="0">
                <a:solidFill>
                  <a:srgbClr val="FFFFFF"/>
                </a:solidFill>
              </a:defRPr>
            </a:lvl6pPr>
            <a:lvl7pPr algn="l">
              <a:defRPr sz="2100" b="1" i="0">
                <a:solidFill>
                  <a:srgbClr val="FFFFFF"/>
                </a:solidFill>
              </a:defRPr>
            </a:lvl7pPr>
            <a:lvl8pPr algn="l">
              <a:defRPr sz="2100" b="1" i="0">
                <a:solidFill>
                  <a:srgbClr val="FFFFFF"/>
                </a:solidFill>
              </a:defRPr>
            </a:lvl8pPr>
            <a:lvl9pPr algn="l">
              <a:defRPr sz="2100" b="1" i="0">
                <a:solidFill>
                  <a:srgbClr val="FFFFFF"/>
                </a:solidFill>
              </a:defRPr>
            </a:lvl9pPr>
          </a:lstStyle>
          <a:p xmlns:a="http://schemas.openxmlformats.org/drawingml/2006/main">
            <a:pPr algn="l">
              <a:defRPr sz="2100" b="1" i="0">
                <a:solidFill>
                  <a:srgbClr val="FFFFFF"/>
                </a:solidFill>
              </a:defRPr>
            </a:pPr>
            <a:r>
              <a:rPr sz="2100" b="1" i="0">
                <a:solidFill>
                  <a:srgbClr val="FFFFFF"/>
                </a:solidFill>
              </a:rPr>
              <a:t>4founders.dev</a:t>
            </a:r>
          </a:p>
        </p:txBody>
      </p:sp>
      <p:sp>
        <p:nvSpPr>
          <p:cNvPr id="10" name="">
            <a:extLst xmlns:a="http://schemas.openxmlformats.org/drawingml/2006/main">
              <a:ext uri="{FF2B5EF4-FFF2-40B4-BE49-F238E27FC236}">
                <a16:creationId xmlns:a16="http://schemas.microsoft.com/office/drawing/2014/main" id="{3512F6D4-7B37-4DE5-AE82-6E29C3AD8006}"/>
              </a:ext>
            </a:extLst>
          </p:cNvPr>
          <p:cNvSpPr>
            <a:spLocks xmlns:a="http://schemas.openxmlformats.org/drawingml/2006/main" noGrp="1"/>
          </p:cNvSpPr>
          <p:nvPr/>
        </p:nvSpPr>
        <p:spPr>
          <a:xfrm xmlns:a="http://schemas.openxmlformats.org/drawingml/2006/main">
            <a:off x="5543550" y="5524500"/>
            <a:ext cx="29813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425" b="0" i="0">
                <a:solidFill>
                  <a:srgbClr val="D5D8DA"/>
                </a:solidFill>
              </a:defRPr>
            </a:defPPr>
            <a:lvl1pPr algn="l">
              <a:defRPr sz="1425" b="0" i="0">
                <a:solidFill>
                  <a:srgbClr val="D5D8DA"/>
                </a:solidFill>
              </a:defRPr>
            </a:lvl1pPr>
            <a:lvl2pPr algn="l">
              <a:defRPr sz="1425" b="0" i="0">
                <a:solidFill>
                  <a:srgbClr val="D5D8DA"/>
                </a:solidFill>
              </a:defRPr>
            </a:lvl2pPr>
            <a:lvl3pPr algn="l">
              <a:defRPr sz="1425" b="0" i="0">
                <a:solidFill>
                  <a:srgbClr val="D5D8DA"/>
                </a:solidFill>
              </a:defRPr>
            </a:lvl3pPr>
            <a:lvl4pPr algn="l">
              <a:defRPr sz="1425" b="0" i="0">
                <a:solidFill>
                  <a:srgbClr val="D5D8DA"/>
                </a:solidFill>
              </a:defRPr>
            </a:lvl4pPr>
            <a:lvl5pPr algn="l">
              <a:defRPr sz="1425" b="0" i="0">
                <a:solidFill>
                  <a:srgbClr val="D5D8DA"/>
                </a:solidFill>
              </a:defRPr>
            </a:lvl5pPr>
            <a:lvl6pPr algn="l">
              <a:defRPr sz="1425" b="0" i="0">
                <a:solidFill>
                  <a:srgbClr val="D5D8DA"/>
                </a:solidFill>
              </a:defRPr>
            </a:lvl6pPr>
            <a:lvl7pPr algn="l">
              <a:defRPr sz="1425" b="0" i="0">
                <a:solidFill>
                  <a:srgbClr val="D5D8DA"/>
                </a:solidFill>
              </a:defRPr>
            </a:lvl7pPr>
            <a:lvl8pPr algn="l">
              <a:defRPr sz="1425" b="0" i="0">
                <a:solidFill>
                  <a:srgbClr val="D5D8DA"/>
                </a:solidFill>
              </a:defRPr>
            </a:lvl8pPr>
            <a:lvl9pPr algn="l">
              <a:defRPr sz="1425" b="0" i="0">
                <a:solidFill>
                  <a:srgbClr val="D5D8DA"/>
                </a:solidFill>
              </a:defRPr>
            </a:lvl9pPr>
          </a:lstStyle>
          <a:p xmlns:a="http://schemas.openxmlformats.org/drawingml/2006/main">
            <a:pPr algn="l">
              <a:defRPr sz="1425" b="0" i="0">
                <a:solidFill>
                  <a:srgbClr val="D5D8DA"/>
                </a:solidFill>
              </a:defRPr>
            </a:pPr>
            <a:r>
              <a:rPr sz="1425" b="0" i="0">
                <a:solidFill>
                  <a:srgbClr val="D5D8DA"/>
                </a:solidFill>
              </a:rPr>
              <a:t>Independent project platform</a:t>
            </a:r>
          </a:p>
        </p:txBody>
      </p:sp>
    </p:spTree>
    <p:extLst>
      <p:ext uri="{BB962C8B-B14F-4D97-AF65-F5344CB8AC3E}">
        <p14:creationId xmlns:p14="http://schemas.microsoft.com/office/powerpoint/2010/main" val="526665785"/>
      </p:ext>
    </p:extLst>
  </p:cSld>
</p:sld>
</file>

<file path=ppt/theme/theme1.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2026-10-22T18:15:00.1880000Z</dcterms:created>
  <dcterms:modified xsi:type="dcterms:W3CDTF">2026-10-22T18:15:00.1880000Z</dcterms:modified>
</coreProperties>
</file>