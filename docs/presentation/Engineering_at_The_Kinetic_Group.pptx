
<file path=[Content_Types].xml><?xml version="1.0" encoding="utf-8"?>
<Types xmlns="http://schemas.openxmlformats.org/package/2006/content-types">
  <Default Extension="xml" ContentType="application/vnd.openxmlformats-package.core-properties+xml"/>
  <Default Extension="bin" ContentType="image/webp"/>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4d2326d35a4fa6" /><Relationship Type="http://schemas.openxmlformats.org/officeDocument/2006/relationships/extended-properties" Target="/docProps/app.xml" Id="Ra1d37c7bb94340b2" /><Relationship Type="http://schemas.openxmlformats.org/officeDocument/2006/relationships/officeDocument" Target="/ppt/presentation.xml" Id="R7443ac3631ce4ec3" /></Relationships>
</file>

<file path=ppt/presentation.xml><?xml version="1.0" encoding="utf-8"?>
<p:presentation xmlns:p="http://schemas.openxmlformats.org/presentationml/2006/main">
  <p:sldMasterIdLst>
    <p:sldMasterId xmlns:r="http://schemas.openxmlformats.org/officeDocument/2006/relationships" id="2147483648" r:id="Rb5a6074cd6c748a1"/>
  </p:sldMasterIdLst>
  <p:notesMasterIdLst>
    <p:notesMasterId xmlns:r="http://schemas.openxmlformats.org/officeDocument/2006/relationships" r:id="Raeeeb5f1dfa04a99"/>
  </p:notesMasterIdLst>
  <p:sldIdLst>
    <p:sldId xmlns:r="http://schemas.openxmlformats.org/officeDocument/2006/relationships" id="256" r:id="R597a1a7181814a26"/>
    <p:sldId xmlns:r="http://schemas.openxmlformats.org/officeDocument/2006/relationships" id="257" r:id="R8528b334a0904072"/>
    <p:sldId xmlns:r="http://schemas.openxmlformats.org/officeDocument/2006/relationships" id="258" r:id="Rb093eced8b134d80"/>
    <p:sldId xmlns:r="http://schemas.openxmlformats.org/officeDocument/2006/relationships" id="259" r:id="Rffd435dc92594a21"/>
    <p:sldId xmlns:r="http://schemas.openxmlformats.org/officeDocument/2006/relationships" id="260" r:id="R644f5a067690428e"/>
    <p:sldId xmlns:r="http://schemas.openxmlformats.org/officeDocument/2006/relationships" id="261" r:id="Rf7e03b4f919c4230"/>
    <p:sldId xmlns:r="http://schemas.openxmlformats.org/officeDocument/2006/relationships" id="262" r:id="R59846c34ef8b4109"/>
    <p:sldId xmlns:r="http://schemas.openxmlformats.org/officeDocument/2006/relationships" id="263" r:id="Rcbb33221d3e642d0"/>
    <p:sldId xmlns:r="http://schemas.openxmlformats.org/officeDocument/2006/relationships" id="264" r:id="R426761045f18485a"/>
    <p:sldId xmlns:r="http://schemas.openxmlformats.org/officeDocument/2006/relationships" id="265" r:id="R982feb5e85c04a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d7cce1457de4826" /><Relationship Type="http://schemas.openxmlformats.org/officeDocument/2006/relationships/slideMaster" Target="/ppt/slideMasters/slideMaster1.xml" Id="Rb5a6074cd6c748a1" /><Relationship Type="http://schemas.openxmlformats.org/officeDocument/2006/relationships/notesMaster" Target="/ppt/notesMasters/notesMaster1.xml" Id="Raeeeb5f1dfa04a99" /><Relationship Type="http://schemas.openxmlformats.org/officeDocument/2006/relationships/presProps" Target="/ppt/presProps.xml" Id="R16105d209c734cd6" /><Relationship Type="http://schemas.openxmlformats.org/officeDocument/2006/relationships/tableStyles" Target="/ppt/tableStyles.xml" Id="R4e783efa3a574843" /><Relationship Type="http://schemas.openxmlformats.org/officeDocument/2006/relationships/slide" Target="/ppt/slides/slide1.xml" Id="R597a1a7181814a26" /><Relationship Type="http://schemas.openxmlformats.org/officeDocument/2006/relationships/slide" Target="/ppt/slides/slide2.xml" Id="R8528b334a0904072" /><Relationship Type="http://schemas.openxmlformats.org/officeDocument/2006/relationships/slide" Target="/ppt/slides/slide3.xml" Id="Rb093eced8b134d80" /><Relationship Type="http://schemas.openxmlformats.org/officeDocument/2006/relationships/slide" Target="/ppt/slides/slide4.xml" Id="Rffd435dc92594a21" /><Relationship Type="http://schemas.openxmlformats.org/officeDocument/2006/relationships/slide" Target="/ppt/slides/slide5.xml" Id="R644f5a067690428e" /><Relationship Type="http://schemas.openxmlformats.org/officeDocument/2006/relationships/slide" Target="/ppt/slides/slide6.xml" Id="Rf7e03b4f919c4230" /><Relationship Type="http://schemas.openxmlformats.org/officeDocument/2006/relationships/slide" Target="/ppt/slides/slide7.xml" Id="R59846c34ef8b4109" /><Relationship Type="http://schemas.openxmlformats.org/officeDocument/2006/relationships/slide" Target="/ppt/slides/slide8.xml" Id="Rcbb33221d3e642d0" /><Relationship Type="http://schemas.openxmlformats.org/officeDocument/2006/relationships/slide" Target="/ppt/slides/slide9.xml" Id="R426761045f18485a" /><Relationship Type="http://schemas.openxmlformats.org/officeDocument/2006/relationships/slide" Target="/ppt/slides/slide10.xml" Id="R982feb5e85c04a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997c18b143438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12fc259e77470e" /><Relationship Type="http://schemas.openxmlformats.org/officeDocument/2006/relationships/notesMaster" Target="/ppt/notesMasters/notesMaster1.xml" Id="R26bdaeb02d8d45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02675363de4557" /><Relationship Type="http://schemas.openxmlformats.org/officeDocument/2006/relationships/notesMaster" Target="/ppt/notesMasters/notesMaster1.xml" Id="R4cfcb5be24f54c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14a6459309148dd" /><Relationship Type="http://schemas.openxmlformats.org/officeDocument/2006/relationships/notesMaster" Target="/ppt/notesMasters/notesMaster1.xml" Id="R3a60d5735a814d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c496bb0baed4806" /><Relationship Type="http://schemas.openxmlformats.org/officeDocument/2006/relationships/notesMaster" Target="/ppt/notesMasters/notesMaster1.xml" Id="Rfa3b5d4380df48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cef27aeffe4adb" /><Relationship Type="http://schemas.openxmlformats.org/officeDocument/2006/relationships/notesMaster" Target="/ppt/notesMasters/notesMaster1.xml" Id="R39de33b37b5b47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366763f4594802" /><Relationship Type="http://schemas.openxmlformats.org/officeDocument/2006/relationships/notesMaster" Target="/ppt/notesMasters/notesMaster1.xml" Id="R600def2f63dd4ae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93447ba4594ee7" /><Relationship Type="http://schemas.openxmlformats.org/officeDocument/2006/relationships/notesMaster" Target="/ppt/notesMasters/notesMaster1.xml" Id="R7616dff8b62e47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7ef6e79bae4831" /><Relationship Type="http://schemas.openxmlformats.org/officeDocument/2006/relationships/notesMaster" Target="/ppt/notesMasters/notesMaster1.xml" Id="Rf1d550826e9243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1776fe99254f18" /><Relationship Type="http://schemas.openxmlformats.org/officeDocument/2006/relationships/notesMaster" Target="/ppt/notesMasters/notesMaster1.xml" Id="R31b1e5b629d54a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f16caa46f4b4122" /><Relationship Type="http://schemas.openxmlformats.org/officeDocument/2006/relationships/notesMaster" Target="/ppt/notesMasters/notesMaster1.xml" Id="R14594704c3764c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opens and introduces Wesley. Wesley introduces himself: Remington Vision was first assigned to him as an intern, and he carried it into his engineering role. WESLEY GAP (15–20 seconds): add in his own words what he works on now or what drew him into engineering. Brad resumes with the purpose of the talk.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Remington traces its history to 1816: https://www.remington.com/about-us.html . Remington says Lonoke operations began in 1969: https://www.remington.com/big-green-blog/labor-day-special.html . Honor that history. The world has changed, and our ambition is for Remington and The Kinetic Group to keep writing the rules for manufacturing for decades to come. This is an aspiration, not a claim that a new standard already exists.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work crosses machines, controls, and software. These capabilities meet on the factory floor. Use one approved example to show how an engineering idea becomes something people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explains why he loves the work, then hands off to Wesley. Wesley explains why he loves it and how his ownership of Remington Vision grew from intern to engineer. WESLEY GAP (45–60 seconds): one specific problem, what he tried, when he saw progress, and why it mattered to him. Use only public details. Wesley closes the section.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leads the live demonstration while Brad operates slides. Show a Gatorade bottle under the camera, then a different color; pause after each on-screen sorting result. Let the audience choose a bottle or show another visible feature if the setup supports it. The demonstration setup does not control production sorting hardware.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explains the engineering challenges after the demo: changing conditions, timing, and repeatability. WESLEY GAP (20–30 seconds): point to one behavior the audience just saw and describe a practical challenge solved to make it repeatable, using only public details. Brad then connects this to the broader manufacturing ambition.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resumes. Invite people who want to take on these challenges. Opportunities span Remington and The Kinetic Group. Point employment interest to the official careers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the audience into the separate 4Founders interactive challenge. Ask them to scan the QR code or use the displayed link and PIN. Distinguish this independent project platform from The Kinetic Group careers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may have interests beyond the fields just listed. Ask what they want to pursue. If there is a genuine fit, you would be interested in exploring it together, and your organization might even become an early or first customer. Present this as a possibility that depends on the idea and appropriate follow-up,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gives his email and follow-up paths: official careers page for company roles and the independent 4Founders platform for project connections. Wesley invites questions about engineering and students’ own projects. Brad gives the final thanks.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129a2f517c488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e41693706e44ca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aeadbe1cb1d4d9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15d794fbf4a49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751ba8a0940454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2b4e670541540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49A04-FD76-4272-9FFB-32EA24D44CC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6FA1BCF-9FD2-4B5D-8899-4E0FFABAB23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3139A2D-D369-4A23-86D7-CEAA9FFA0EB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83311D-D763-431F-8B8F-A69EE728DB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115C6EE-02EB-4657-923F-7D5BAB5C183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89B5E1A-8A01-465F-A5CE-E4B2CB6587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CD70AE1-A761-4819-A236-5E51D69B846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B1C9EF-4C77-4FE3-B4FD-EE2E5CCDBE7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FBC8DF-6F20-4B8D-8188-E5F7111CF0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E161E2-C714-40EA-A7F4-121705AE893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1bf0b23d11424b" /><Relationship Type="http://schemas.openxmlformats.org/officeDocument/2006/relationships/slideLayout" Target="/ppt/slideLayouts/slideLayout1.xml" Id="Rf74564d163e14f32" /><Relationship Type="http://schemas.openxmlformats.org/officeDocument/2006/relationships/slideLayout" Target="/ppt/slideLayouts/slideLayout2.xml" Id="R4ee5456122a54d36" /><Relationship Type="http://schemas.openxmlformats.org/officeDocument/2006/relationships/slideLayout" Target="/ppt/slideLayouts/slideLayout3.xml" Id="R6243c8e7bf104e7c" /><Relationship Type="http://schemas.openxmlformats.org/officeDocument/2006/relationships/slideLayout" Target="/ppt/slideLayouts/slideLayout4.xml" Id="R89b5447d6eb0417b" /><Relationship Type="http://schemas.openxmlformats.org/officeDocument/2006/relationships/slideLayout" Target="/ppt/slideLayouts/slideLayout5.xml" Id="R5811bc7302d443be" /><Relationship Type="http://schemas.openxmlformats.org/officeDocument/2006/relationships/slideLayout" Target="/ppt/slideLayouts/slideLayout6.xml" Id="R5f19a8b9da6b47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4564d163e14f32"/>
    <p:sldLayoutId xmlns:r="http://schemas.openxmlformats.org/officeDocument/2006/relationships" id="2147483650" r:id="R4ee5456122a54d36"/>
    <p:sldLayoutId xmlns:r="http://schemas.openxmlformats.org/officeDocument/2006/relationships" id="2147483651" r:id="R6243c8e7bf104e7c"/>
    <p:sldLayoutId xmlns:r="http://schemas.openxmlformats.org/officeDocument/2006/relationships" id="2147483652" r:id="R89b5447d6eb0417b"/>
    <p:sldLayoutId xmlns:r="http://schemas.openxmlformats.org/officeDocument/2006/relationships" id="2147483653" r:id="R5811bc7302d443be"/>
    <p:sldLayoutId xmlns:r="http://schemas.openxmlformats.org/officeDocument/2006/relationships" id="2147483654" r:id="R5f19a8b9da6b47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b1775daf7174b46" /><Relationship Type="http://schemas.openxmlformats.org/officeDocument/2006/relationships/image" Target="/ppt/media/image.bin" Id="Rfc8e2a04d1324588" /><Relationship Type="http://schemas.openxmlformats.org/officeDocument/2006/relationships/notesSlide" Target="/ppt/notesSlides/notesSlide1.xml" Id="R5c7af07ce5664f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7faf83ec37f43ca" /><Relationship Type="http://schemas.openxmlformats.org/officeDocument/2006/relationships/image" Target="/ppt/media/image2.bin" Id="Rb6e83ee2901b4360" /><Relationship Type="http://schemas.openxmlformats.org/officeDocument/2006/relationships/image" Target="/ppt/media/image3.bin" Id="R1f8887a097384657" /><Relationship Type="http://schemas.openxmlformats.org/officeDocument/2006/relationships/notesSlide" Target="/ppt/notesSlides/notesSlide2.xml" Id="R408650a3bc7e46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b19f0eeacf14243" /><Relationship Type="http://schemas.openxmlformats.org/officeDocument/2006/relationships/image" Target="/ppt/media/image4.bin" Id="Re0e1ff77b91e470a" /><Relationship Type="http://schemas.openxmlformats.org/officeDocument/2006/relationships/image" Target="/ppt/media/image5.bin" Id="R6c137fb680044baf" /><Relationship Type="http://schemas.openxmlformats.org/officeDocument/2006/relationships/notesSlide" Target="/ppt/notesSlides/notesSlide3.xml" Id="R1ef4f3647b584d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2a0988ea4ca4679" /><Relationship Type="http://schemas.openxmlformats.org/officeDocument/2006/relationships/image" Target="/ppt/media/image6.bin" Id="R452df72340634f87" /><Relationship Type="http://schemas.openxmlformats.org/officeDocument/2006/relationships/image" Target="/ppt/media/image7.bin" Id="R241131685a8e4ac8" /><Relationship Type="http://schemas.openxmlformats.org/officeDocument/2006/relationships/notesSlide" Target="/ppt/notesSlides/notesSlide4.xml" Id="Rfbe60e5a657b41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0b2774f6d134972" /><Relationship Type="http://schemas.openxmlformats.org/officeDocument/2006/relationships/image" Target="/ppt/media/image6.bin" Id="Rca5bf9bf7c3e47ac" /><Relationship Type="http://schemas.openxmlformats.org/officeDocument/2006/relationships/image" Target="/ppt/media/image8.bin" Id="R8565e0e0ee524758" /><Relationship Type="http://schemas.openxmlformats.org/officeDocument/2006/relationships/image" Target="/ppt/media/image9.bin" Id="R7e6e9f1d956d42db" /><Relationship Type="http://schemas.openxmlformats.org/officeDocument/2006/relationships/notesSlide" Target="/ppt/notesSlides/notesSlide5.xml" Id="R1f0447b60296454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a7b244f01aa49ef" /><Relationship Type="http://schemas.openxmlformats.org/officeDocument/2006/relationships/image" Target="/ppt/media/image10.bin" Id="R4f24f81d22fe480a" /><Relationship Type="http://schemas.openxmlformats.org/officeDocument/2006/relationships/image" Target="/ppt/media/image11.bin" Id="R06dc5d0f440048a1" /><Relationship Type="http://schemas.openxmlformats.org/officeDocument/2006/relationships/notesSlide" Target="/ppt/notesSlides/notesSlide6.xml" Id="Re351ba7e744549d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2e07899ddce49dc" /><Relationship Type="http://schemas.openxmlformats.org/officeDocument/2006/relationships/image" Target="/ppt/media/image12.bin" Id="Re8b95dd8900441d2" /><Relationship Type="http://schemas.openxmlformats.org/officeDocument/2006/relationships/image" Target="/ppt/media/image13.bin" Id="R8a2e8338933547f8" /><Relationship Type="http://schemas.openxmlformats.org/officeDocument/2006/relationships/notesSlide" Target="/ppt/notesSlides/notesSlide7.xml" Id="Rf77a739980af4f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85cb05cc30747f4" /><Relationship Type="http://schemas.openxmlformats.org/officeDocument/2006/relationships/image" Target="/ppt/media/image14.bin" Id="R8d97783121f3411f" /><Relationship Type="http://schemas.openxmlformats.org/officeDocument/2006/relationships/image" Target="/ppt/media/image.png" Id="R6dd6e00de20444dd" /><Relationship Type="http://schemas.openxmlformats.org/officeDocument/2006/relationships/image" Target="/ppt/media/image15.bin" Id="Rdf39e788823b4dde" /><Relationship Type="http://schemas.openxmlformats.org/officeDocument/2006/relationships/notesSlide" Target="/ppt/notesSlides/notesSlide8.xml" Id="Rada0ef678ce045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262942e717e4a9a" /><Relationship Type="http://schemas.openxmlformats.org/officeDocument/2006/relationships/image" Target="/ppt/media/image16.bin" Id="Rab816bab28474130" /><Relationship Type="http://schemas.openxmlformats.org/officeDocument/2006/relationships/notesSlide" Target="/ppt/notesSlides/notesSlide9.xml" Id="R1ad71cd4f04a4e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c35059aacf24b16" /><Relationship Type="http://schemas.openxmlformats.org/officeDocument/2006/relationships/image" Target="/ppt/media/image17.bin" Id="Rfaf3a2a390a5438c" /><Relationship Type="http://schemas.openxmlformats.org/officeDocument/2006/relationships/image" Target="/ppt/media/image18.bin" Id="Rbf224fee4ae5465f" /><Relationship Type="http://schemas.openxmlformats.org/officeDocument/2006/relationships/image" Target="/ppt/media/image19.bin" Id="R6fad699d6a124cc1" /><Relationship Type="http://schemas.openxmlformats.org/officeDocument/2006/relationships/notesSlide" Target="/ppt/notesSlides/notesSlide10.xml" Id="R1e84e56d614e4ff6" /></Relationships>
</file>

<file path=ppt/slides/slide1.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C61ABDED-3766-4ECC-ACF4-6132E655255A}"/>
              </a:ext>
            </a:extLst>
          </p:cNvPr>
          <p:cNvPicPr>
            <a:picLocks xmlns:a="http://schemas.openxmlformats.org/drawingml/2006/main" noChangeAspect="1"/>
          </p:cNvPicPr>
          <p:nvPr/>
        </p:nvPicPr>
        <p:blipFill>
          <a:blip xmlns:r="http://schemas.openxmlformats.org/officeDocument/2006/relationships" xmlns:a="http://schemas.openxmlformats.org/drawingml/2006/main" r:embed="Rfc8e2a04d1324588"/>
          <a:stretch xmlns:a="http://schemas.openxmlformats.org/drawingml/2006/main"/>
        </p:blipFill>
        <p:spPr>
          <a:xfrm xmlns:a="http://schemas.openxmlformats.org/drawingml/2006/main">
            <a:off x="723900" y="452438"/>
            <a:ext cx="2667000" cy="857250"/>
          </a:xfrm>
          <a:prstGeom xmlns:a="http://schemas.openxmlformats.org/drawingml/2006/main" prst="rect">
            <a:avLst/>
          </a:prstGeom>
        </p:spPr>
      </p:pic>
      <p:sp>
        <p:nvSpPr>
          <p:cNvPr id="2" name="AI engineering">
            <a:extLst xmlns:a="http://schemas.openxmlformats.org/drawingml/2006/main">
              <a:ext uri="{FF2B5EF4-FFF2-40B4-BE49-F238E27FC236}">
                <a16:creationId xmlns:a16="http://schemas.microsoft.com/office/drawing/2014/main" id="{0602C422-28C5-41FE-B40E-34929660F7AC}"/>
              </a:ext>
            </a:extLst>
          </p:cNvPr>
          <p:cNvSpPr>
            <a:spLocks xmlns:a="http://schemas.openxmlformats.org/drawingml/2006/main" noGrp="1"/>
          </p:cNvSpPr>
          <p:nvPr/>
        </p:nvSpPr>
        <p:spPr>
          <a:xfrm xmlns:a="http://schemas.openxmlformats.org/drawingml/2006/main">
            <a:off x="685800" y="2076450"/>
            <a:ext cx="108204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050" b="1">
                <a:solidFill>
                  <a:srgbClr val="FFFFFF"/>
                </a:solidFill>
                <a:latin typeface="Arial"/>
                <a:ea typeface="Arial"/>
                <a:cs typeface="Arial"/>
              </a:defRPr>
            </a:defPPr>
            <a:lvl1pPr>
              <a:buNone/>
              <a:defRPr sz="7050" b="1">
                <a:solidFill>
                  <a:srgbClr val="FFFFFF"/>
                </a:solidFill>
                <a:latin typeface="Arial"/>
                <a:ea typeface="Arial"/>
                <a:cs typeface="Arial"/>
              </a:defRPr>
            </a:lvl1pPr>
            <a:lvl2pPr>
              <a:buNone/>
              <a:defRPr sz="7050" b="1">
                <a:solidFill>
                  <a:srgbClr val="FFFFFF"/>
                </a:solidFill>
                <a:latin typeface="Arial"/>
                <a:ea typeface="Arial"/>
                <a:cs typeface="Arial"/>
              </a:defRPr>
            </a:lvl2pPr>
            <a:lvl3pPr>
              <a:buNone/>
              <a:defRPr sz="7050" b="1">
                <a:solidFill>
                  <a:srgbClr val="FFFFFF"/>
                </a:solidFill>
                <a:latin typeface="Arial"/>
                <a:ea typeface="Arial"/>
                <a:cs typeface="Arial"/>
              </a:defRPr>
            </a:lvl3pPr>
            <a:lvl4pPr>
              <a:buNone/>
              <a:defRPr sz="7050" b="1">
                <a:solidFill>
                  <a:srgbClr val="FFFFFF"/>
                </a:solidFill>
                <a:latin typeface="Arial"/>
                <a:ea typeface="Arial"/>
                <a:cs typeface="Arial"/>
              </a:defRPr>
            </a:lvl4pPr>
            <a:lvl5pPr>
              <a:buNone/>
              <a:defRPr sz="7050" b="1">
                <a:solidFill>
                  <a:srgbClr val="FFFFFF"/>
                </a:solidFill>
                <a:latin typeface="Arial"/>
                <a:ea typeface="Arial"/>
                <a:cs typeface="Arial"/>
              </a:defRPr>
            </a:lvl5pPr>
            <a:lvl6pPr>
              <a:buNone/>
              <a:defRPr sz="7050" b="1">
                <a:solidFill>
                  <a:srgbClr val="FFFFFF"/>
                </a:solidFill>
                <a:latin typeface="Arial"/>
                <a:ea typeface="Arial"/>
                <a:cs typeface="Arial"/>
              </a:defRPr>
            </a:lvl6pPr>
            <a:lvl7pPr>
              <a:buNone/>
              <a:defRPr sz="7050" b="1">
                <a:solidFill>
                  <a:srgbClr val="FFFFFF"/>
                </a:solidFill>
                <a:latin typeface="Arial"/>
                <a:ea typeface="Arial"/>
                <a:cs typeface="Arial"/>
              </a:defRPr>
            </a:lvl7pPr>
            <a:lvl8pPr>
              <a:buNone/>
              <a:defRPr sz="7050" b="1">
                <a:solidFill>
                  <a:srgbClr val="FFFFFF"/>
                </a:solidFill>
                <a:latin typeface="Arial"/>
                <a:ea typeface="Arial"/>
                <a:cs typeface="Arial"/>
              </a:defRPr>
            </a:lvl8pPr>
            <a:lvl9pPr>
              <a:buNone/>
              <a:defRPr sz="7050" b="1">
                <a:solidFill>
                  <a:srgbClr val="FFFFFF"/>
                </a:solidFill>
                <a:latin typeface="Arial"/>
                <a:ea typeface="Arial"/>
                <a:cs typeface="Arial"/>
              </a:defRPr>
            </a:lvl9pPr>
          </a:lstStyle>
          <a:p xmlns:a="http://schemas.openxmlformats.org/drawingml/2006/main">
            <a:pPr>
              <a:buNone/>
              <a:defRPr sz="7050" b="1">
                <a:solidFill>
                  <a:srgbClr val="FFFFFF"/>
                </a:solidFill>
                <a:latin typeface="Arial"/>
                <a:ea typeface="Arial"/>
                <a:cs typeface="Arial"/>
              </a:defRPr>
            </a:pPr>
            <a:r>
              <a:rPr sz="7050" b="1">
                <a:solidFill>
                  <a:srgbClr val="FFFFFF"/>
                </a:solidFill>
                <a:latin typeface="Arial"/>
                <a:ea typeface="Arial"/>
                <a:cs typeface="Arial"/>
              </a:rPr>
              <a:t>Engineering</a:t>
            </a:r>
          </a:p>
        </p:txBody>
      </p:sp>
      <p:sp>
        <p:nvSpPr>
          <p:cNvPr id="3" name="at The Kinetic Group">
            <a:extLst xmlns:a="http://schemas.openxmlformats.org/drawingml/2006/main">
              <a:ext uri="{FF2B5EF4-FFF2-40B4-BE49-F238E27FC236}">
                <a16:creationId xmlns:a16="http://schemas.microsoft.com/office/drawing/2014/main" id="{1829A00E-2416-45BA-9CA5-E977C766C36C}"/>
              </a:ext>
            </a:extLst>
          </p:cNvPr>
          <p:cNvSpPr>
            <a:spLocks xmlns:a="http://schemas.openxmlformats.org/drawingml/2006/main" noGrp="1"/>
          </p:cNvSpPr>
          <p:nvPr/>
        </p:nvSpPr>
        <p:spPr>
          <a:xfrm xmlns:a="http://schemas.openxmlformats.org/drawingml/2006/main">
            <a:off x="742950" y="3362325"/>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0">
                <a:solidFill>
                  <a:srgbClr val="FFFFFF"/>
                </a:solidFill>
                <a:latin typeface="Arial"/>
                <a:ea typeface="Arial"/>
                <a:cs typeface="Arial"/>
              </a:defRPr>
            </a:defPPr>
            <a:lvl1pPr>
              <a:buNone/>
              <a:defRPr sz="3525" b="0">
                <a:solidFill>
                  <a:srgbClr val="FFFFFF"/>
                </a:solidFill>
                <a:latin typeface="Arial"/>
                <a:ea typeface="Arial"/>
                <a:cs typeface="Arial"/>
              </a:defRPr>
            </a:lvl1pPr>
            <a:lvl2pPr>
              <a:buNone/>
              <a:defRPr sz="3525" b="0">
                <a:solidFill>
                  <a:srgbClr val="FFFFFF"/>
                </a:solidFill>
                <a:latin typeface="Arial"/>
                <a:ea typeface="Arial"/>
                <a:cs typeface="Arial"/>
              </a:defRPr>
            </a:lvl2pPr>
            <a:lvl3pPr>
              <a:buNone/>
              <a:defRPr sz="3525" b="0">
                <a:solidFill>
                  <a:srgbClr val="FFFFFF"/>
                </a:solidFill>
                <a:latin typeface="Arial"/>
                <a:ea typeface="Arial"/>
                <a:cs typeface="Arial"/>
              </a:defRPr>
            </a:lvl3pPr>
            <a:lvl4pPr>
              <a:buNone/>
              <a:defRPr sz="3525" b="0">
                <a:solidFill>
                  <a:srgbClr val="FFFFFF"/>
                </a:solidFill>
                <a:latin typeface="Arial"/>
                <a:ea typeface="Arial"/>
                <a:cs typeface="Arial"/>
              </a:defRPr>
            </a:lvl4pPr>
            <a:lvl5pPr>
              <a:buNone/>
              <a:defRPr sz="3525" b="0">
                <a:solidFill>
                  <a:srgbClr val="FFFFFF"/>
                </a:solidFill>
                <a:latin typeface="Arial"/>
                <a:ea typeface="Arial"/>
                <a:cs typeface="Arial"/>
              </a:defRPr>
            </a:lvl5pPr>
            <a:lvl6pPr>
              <a:buNone/>
              <a:defRPr sz="3525" b="0">
                <a:solidFill>
                  <a:srgbClr val="FFFFFF"/>
                </a:solidFill>
                <a:latin typeface="Arial"/>
                <a:ea typeface="Arial"/>
                <a:cs typeface="Arial"/>
              </a:defRPr>
            </a:lvl6pPr>
            <a:lvl7pPr>
              <a:buNone/>
              <a:defRPr sz="3525" b="0">
                <a:solidFill>
                  <a:srgbClr val="FFFFFF"/>
                </a:solidFill>
                <a:latin typeface="Arial"/>
                <a:ea typeface="Arial"/>
                <a:cs typeface="Arial"/>
              </a:defRPr>
            </a:lvl7pPr>
            <a:lvl8pPr>
              <a:buNone/>
              <a:defRPr sz="3525" b="0">
                <a:solidFill>
                  <a:srgbClr val="FFFFFF"/>
                </a:solidFill>
                <a:latin typeface="Arial"/>
                <a:ea typeface="Arial"/>
                <a:cs typeface="Arial"/>
              </a:defRPr>
            </a:lvl8pPr>
            <a:lvl9pPr>
              <a:buNone/>
              <a:defRPr sz="3525" b="0">
                <a:solidFill>
                  <a:srgbClr val="FFFFFF"/>
                </a:solidFill>
                <a:latin typeface="Arial"/>
                <a:ea typeface="Arial"/>
                <a:cs typeface="Arial"/>
              </a:defRPr>
            </a:lvl9pPr>
          </a:lstStyle>
          <a:p xmlns:a="http://schemas.openxmlformats.org/drawingml/2006/main">
            <a:pPr>
              <a:buNone/>
              <a:defRPr sz="3525" b="0">
                <a:solidFill>
                  <a:srgbClr val="FFFFFF"/>
                </a:solidFill>
                <a:latin typeface="Arial"/>
                <a:ea typeface="Arial"/>
                <a:cs typeface="Arial"/>
              </a:defRPr>
            </a:pPr>
            <a:r>
              <a:rPr sz="3525" b="0">
                <a:solidFill>
                  <a:srgbClr val="FFFFFF"/>
                </a:solidFill>
                <a:latin typeface="Arial"/>
                <a:ea typeface="Arial"/>
                <a:cs typeface="Arial"/>
              </a:rPr>
              <a:t>at The Kinetic Group</a:t>
            </a:r>
          </a:p>
        </p:txBody>
      </p:sp>
      <p:sp>
        <p:nvSpPr>
          <p:cNvPr id="4" name="Brad Daugherty&#10;Engineering Team Lead, Remingt">
            <a:extLst xmlns:a="http://schemas.openxmlformats.org/drawingml/2006/main">
              <a:ext uri="{FF2B5EF4-FFF2-40B4-BE49-F238E27FC236}">
                <a16:creationId xmlns:a16="http://schemas.microsoft.com/office/drawing/2014/main" id="{2049A0EC-E53A-4AC2-B3E1-6A09CEE82B01}"/>
              </a:ext>
            </a:extLst>
          </p:cNvPr>
          <p:cNvSpPr>
            <a:spLocks xmlns:a="http://schemas.openxmlformats.org/drawingml/2006/main" noGrp="1"/>
          </p:cNvSpPr>
          <p:nvPr/>
        </p:nvSpPr>
        <p:spPr>
          <a:xfrm xmlns:a="http://schemas.openxmlformats.org/drawingml/2006/main">
            <a:off x="762000" y="4962525"/>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7D3CC"/>
                </a:solidFill>
                <a:latin typeface="Arial"/>
                <a:ea typeface="Arial"/>
                <a:cs typeface="Arial"/>
              </a:defRPr>
            </a:defPPr>
            <a:lvl1pPr>
              <a:buNone/>
              <a:defRPr sz="2175" b="0">
                <a:solidFill>
                  <a:srgbClr val="D7D3CC"/>
                </a:solidFill>
                <a:latin typeface="Arial"/>
                <a:ea typeface="Arial"/>
                <a:cs typeface="Arial"/>
              </a:defRPr>
            </a:lvl1pPr>
            <a:lvl2pPr>
              <a:buNone/>
              <a:defRPr sz="2175" b="0">
                <a:solidFill>
                  <a:srgbClr val="D7D3CC"/>
                </a:solidFill>
                <a:latin typeface="Arial"/>
                <a:ea typeface="Arial"/>
                <a:cs typeface="Arial"/>
              </a:defRPr>
            </a:lvl2pPr>
            <a:lvl3pPr>
              <a:buNone/>
              <a:defRPr sz="2175" b="0">
                <a:solidFill>
                  <a:srgbClr val="D7D3CC"/>
                </a:solidFill>
                <a:latin typeface="Arial"/>
                <a:ea typeface="Arial"/>
                <a:cs typeface="Arial"/>
              </a:defRPr>
            </a:lvl3pPr>
            <a:lvl4pPr>
              <a:buNone/>
              <a:defRPr sz="2175" b="0">
                <a:solidFill>
                  <a:srgbClr val="D7D3CC"/>
                </a:solidFill>
                <a:latin typeface="Arial"/>
                <a:ea typeface="Arial"/>
                <a:cs typeface="Arial"/>
              </a:defRPr>
            </a:lvl4pPr>
            <a:lvl5pPr>
              <a:buNone/>
              <a:defRPr sz="2175" b="0">
                <a:solidFill>
                  <a:srgbClr val="D7D3CC"/>
                </a:solidFill>
                <a:latin typeface="Arial"/>
                <a:ea typeface="Arial"/>
                <a:cs typeface="Arial"/>
              </a:defRPr>
            </a:lvl5pPr>
            <a:lvl6pPr>
              <a:buNone/>
              <a:defRPr sz="2175" b="0">
                <a:solidFill>
                  <a:srgbClr val="D7D3CC"/>
                </a:solidFill>
                <a:latin typeface="Arial"/>
                <a:ea typeface="Arial"/>
                <a:cs typeface="Arial"/>
              </a:defRPr>
            </a:lvl6pPr>
            <a:lvl7pPr>
              <a:buNone/>
              <a:defRPr sz="2175" b="0">
                <a:solidFill>
                  <a:srgbClr val="D7D3CC"/>
                </a:solidFill>
                <a:latin typeface="Arial"/>
                <a:ea typeface="Arial"/>
                <a:cs typeface="Arial"/>
              </a:defRPr>
            </a:lvl7pPr>
            <a:lvl8pPr>
              <a:buNone/>
              <a:defRPr sz="2175" b="0">
                <a:solidFill>
                  <a:srgbClr val="D7D3CC"/>
                </a:solidFill>
                <a:latin typeface="Arial"/>
                <a:ea typeface="Arial"/>
                <a:cs typeface="Arial"/>
              </a:defRPr>
            </a:lvl8pPr>
            <a:lvl9pPr>
              <a:buNone/>
              <a:defRPr sz="2175" b="0">
                <a:solidFill>
                  <a:srgbClr val="D7D3CC"/>
                </a:solidFill>
                <a:latin typeface="Arial"/>
                <a:ea typeface="Arial"/>
                <a:cs typeface="Arial"/>
              </a:defRPr>
            </a:lvl9pPr>
          </a:lstStyle>
          <a:p xmlns:a="http://schemas.openxmlformats.org/drawingml/2006/main">
            <a:pPr>
              <a:buNone/>
              <a:defRPr sz="2175" b="0">
                <a:solidFill>
                  <a:srgbClr val="D7D3CC"/>
                </a:solidFill>
                <a:latin typeface="Arial"/>
                <a:ea typeface="Arial"/>
                <a:cs typeface="Arial"/>
              </a:defRPr>
            </a:pPr>
            <a:r>
              <a:rPr sz="2175" b="0">
                <a:solidFill>
                  <a:srgbClr val="D7D3CC"/>
                </a:solidFill>
                <a:latin typeface="Arial"/>
                <a:ea typeface="Arial"/>
                <a:cs typeface="Arial"/>
              </a:rPr>
              <a:t/>
            </a:r>
          </a:p>
        </p:txBody>
      </p:sp>
      <p:sp>
        <p:nvSpPr>
          <p:cNvPr id="5" name="Go 4th Fridays&#10;October 23, 2026">
            <a:extLst xmlns:a="http://schemas.openxmlformats.org/drawingml/2006/main">
              <a:ext uri="{FF2B5EF4-FFF2-40B4-BE49-F238E27FC236}">
                <a16:creationId xmlns:a16="http://schemas.microsoft.com/office/drawing/2014/main" id="{7A63BE74-872E-49E5-A889-05251EF30E91}"/>
              </a:ext>
            </a:extLst>
          </p:cNvPr>
          <p:cNvSpPr>
            <a:spLocks xmlns:a="http://schemas.openxmlformats.org/drawingml/2006/main" noGrp="1"/>
          </p:cNvSpPr>
          <p:nvPr/>
        </p:nvSpPr>
        <p:spPr>
          <a:xfrm xmlns:a="http://schemas.openxmlformats.org/drawingml/2006/main">
            <a:off x="9048750" y="5095875"/>
            <a:ext cx="2619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7D3CC"/>
                </a:solidFill>
                <a:latin typeface="Arial"/>
                <a:ea typeface="Arial"/>
                <a:cs typeface="Arial"/>
              </a:defRPr>
            </a:defPPr>
            <a:lvl1pPr>
              <a:buNone/>
              <a:defRPr sz="1800" b="0">
                <a:solidFill>
                  <a:srgbClr val="D7D3CC"/>
                </a:solidFill>
                <a:latin typeface="Arial"/>
                <a:ea typeface="Arial"/>
                <a:cs typeface="Arial"/>
              </a:defRPr>
            </a:lvl1pPr>
            <a:lvl2pPr>
              <a:buNone/>
              <a:defRPr sz="1800" b="0">
                <a:solidFill>
                  <a:srgbClr val="D7D3CC"/>
                </a:solidFill>
                <a:latin typeface="Arial"/>
                <a:ea typeface="Arial"/>
                <a:cs typeface="Arial"/>
              </a:defRPr>
            </a:lvl2pPr>
            <a:lvl3pPr>
              <a:buNone/>
              <a:defRPr sz="1800" b="0">
                <a:solidFill>
                  <a:srgbClr val="D7D3CC"/>
                </a:solidFill>
                <a:latin typeface="Arial"/>
                <a:ea typeface="Arial"/>
                <a:cs typeface="Arial"/>
              </a:defRPr>
            </a:lvl3pPr>
            <a:lvl4pPr>
              <a:buNone/>
              <a:defRPr sz="1800" b="0">
                <a:solidFill>
                  <a:srgbClr val="D7D3CC"/>
                </a:solidFill>
                <a:latin typeface="Arial"/>
                <a:ea typeface="Arial"/>
                <a:cs typeface="Arial"/>
              </a:defRPr>
            </a:lvl4pPr>
            <a:lvl5pPr>
              <a:buNone/>
              <a:defRPr sz="1800" b="0">
                <a:solidFill>
                  <a:srgbClr val="D7D3CC"/>
                </a:solidFill>
                <a:latin typeface="Arial"/>
                <a:ea typeface="Arial"/>
                <a:cs typeface="Arial"/>
              </a:defRPr>
            </a:lvl5pPr>
            <a:lvl6pPr>
              <a:buNone/>
              <a:defRPr sz="1800" b="0">
                <a:solidFill>
                  <a:srgbClr val="D7D3CC"/>
                </a:solidFill>
                <a:latin typeface="Arial"/>
                <a:ea typeface="Arial"/>
                <a:cs typeface="Arial"/>
              </a:defRPr>
            </a:lvl6pPr>
            <a:lvl7pPr>
              <a:buNone/>
              <a:defRPr sz="1800" b="0">
                <a:solidFill>
                  <a:srgbClr val="D7D3CC"/>
                </a:solidFill>
                <a:latin typeface="Arial"/>
                <a:ea typeface="Arial"/>
                <a:cs typeface="Arial"/>
              </a:defRPr>
            </a:lvl7pPr>
            <a:lvl8pPr>
              <a:buNone/>
              <a:defRPr sz="1800" b="0">
                <a:solidFill>
                  <a:srgbClr val="D7D3CC"/>
                </a:solidFill>
                <a:latin typeface="Arial"/>
                <a:ea typeface="Arial"/>
                <a:cs typeface="Arial"/>
              </a:defRPr>
            </a:lvl8pPr>
            <a:lvl9pPr>
              <a:buNone/>
              <a:defRPr sz="1800" b="0">
                <a:solidFill>
                  <a:srgbClr val="D7D3CC"/>
                </a:solidFill>
                <a:latin typeface="Arial"/>
                <a:ea typeface="Arial"/>
                <a:cs typeface="Arial"/>
              </a:defRPr>
            </a:lvl9pPr>
          </a:lstStyle>
          <a:p xmlns:a="http://schemas.openxmlformats.org/drawingml/2006/main">
            <a:pPr>
              <a:buNone/>
              <a:defRPr sz="1800" b="0">
                <a:solidFill>
                  <a:srgbClr val="D7D3CC"/>
                </a:solidFill>
                <a:latin typeface="Arial"/>
                <a:ea typeface="Arial"/>
                <a:cs typeface="Arial"/>
              </a:defRPr>
            </a:pPr>
            <a:r>
              <a:rPr sz="1800" b="0">
                <a:solidFill>
                  <a:srgbClr val="D7D3CC"/>
                </a:solidFill>
                <a:latin typeface="Arial"/>
                <a:ea typeface="Arial"/>
                <a:cs typeface="Arial"/>
              </a:rPr>
              <a:t>Go 4th Fridays</a:t>
            </a:r>
          </a:p>
          <a:p xmlns:a="http://schemas.openxmlformats.org/drawingml/2006/main">
            <a:pPr>
              <a:buNone/>
              <a:defRPr sz="1800" b="0">
                <a:solidFill>
                  <a:srgbClr val="D7D3CC"/>
                </a:solidFill>
                <a:latin typeface="Arial"/>
                <a:ea typeface="Arial"/>
                <a:cs typeface="Arial"/>
              </a:defRPr>
            </a:pPr>
            <a:r>
              <a:rPr sz="1800" b="0">
                <a:solidFill>
                  <a:srgbClr val="D7D3CC"/>
                </a:solidFill>
                <a:latin typeface="Arial"/>
                <a:ea typeface="Arial"/>
                <a:cs typeface="Arial"/>
              </a:rPr>
              <a:t>October 23, 2026</a:t>
            </a:r>
          </a:p>
        </p:txBody>
      </p:sp>
      <p:sp>
        <p:nvSpPr>
          <p:cNvPr id="7" name="">
            <a:extLst xmlns:a="http://schemas.openxmlformats.org/drawingml/2006/main">
              <a:ext uri="{FF2B5EF4-FFF2-40B4-BE49-F238E27FC236}">
                <a16:creationId xmlns:a16="http://schemas.microsoft.com/office/drawing/2014/main" id="{864E43FC-C41B-4D2B-AB44-496AEEAC7033}"/>
              </a:ext>
            </a:extLst>
          </p:cNvPr>
          <p:cNvSpPr>
            <a:spLocks xmlns:a="http://schemas.openxmlformats.org/drawingml/2006/main" noGrp="1"/>
          </p:cNvSpPr>
          <p:nvPr/>
        </p:nvSpPr>
        <p:spPr>
          <a:xfrm xmlns:a="http://schemas.openxmlformats.org/drawingml/2006/main">
            <a:off x="762000" y="4933950"/>
            <a:ext cx="3667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a:solidFill>
                  <a:srgbClr val="FFFFFF"/>
                </a:solidFill>
              </a:defRPr>
            </a:defPPr>
            <a:lvl1pPr algn="l">
              <a:buNone/>
              <a:defRPr sz="2100" b="1">
                <a:solidFill>
                  <a:srgbClr val="FFFFFF"/>
                </a:solidFill>
              </a:defRPr>
            </a:lvl1pPr>
            <a:lvl2pPr algn="l">
              <a:buNone/>
              <a:defRPr sz="2100" b="1">
                <a:solidFill>
                  <a:srgbClr val="FFFFFF"/>
                </a:solidFill>
              </a:defRPr>
            </a:lvl2pPr>
            <a:lvl3pPr algn="l">
              <a:buNone/>
              <a:defRPr sz="2100" b="1">
                <a:solidFill>
                  <a:srgbClr val="FFFFFF"/>
                </a:solidFill>
              </a:defRPr>
            </a:lvl3pPr>
            <a:lvl4pPr algn="l">
              <a:buNone/>
              <a:defRPr sz="2100" b="1">
                <a:solidFill>
                  <a:srgbClr val="FFFFFF"/>
                </a:solidFill>
              </a:defRPr>
            </a:lvl4pPr>
            <a:lvl5pPr algn="l">
              <a:buNone/>
              <a:defRPr sz="2100" b="1">
                <a:solidFill>
                  <a:srgbClr val="FFFFFF"/>
                </a:solidFill>
              </a:defRPr>
            </a:lvl5pPr>
            <a:lvl6pPr algn="l">
              <a:buNone/>
              <a:defRPr sz="2100" b="1">
                <a:solidFill>
                  <a:srgbClr val="FFFFFF"/>
                </a:solidFill>
              </a:defRPr>
            </a:lvl6pPr>
            <a:lvl7pPr algn="l">
              <a:buNone/>
              <a:defRPr sz="2100" b="1">
                <a:solidFill>
                  <a:srgbClr val="FFFFFF"/>
                </a:solidFill>
              </a:defRPr>
            </a:lvl7pPr>
            <a:lvl8pPr algn="l">
              <a:buNone/>
              <a:defRPr sz="2100" b="1">
                <a:solidFill>
                  <a:srgbClr val="FFFFFF"/>
                </a:solidFill>
              </a:defRPr>
            </a:lvl8pPr>
            <a:lvl9pPr algn="l">
              <a:buNone/>
              <a:defRPr sz="2100" b="1">
                <a:solidFill>
                  <a:srgbClr val="FFFFFF"/>
                </a:solidFill>
              </a:defRPr>
            </a:lvl9pPr>
          </a:lstStyle>
          <a:p xmlns:a="http://schemas.openxmlformats.org/drawingml/2006/main">
            <a:pPr algn="l">
              <a:buNone/>
              <a:defRPr sz="2100" b="1">
                <a:solidFill>
                  <a:srgbClr val="FFFFFF"/>
                </a:solidFill>
              </a:defRPr>
            </a:pPr>
            <a:r>
              <a:rPr sz="2100" b="1">
                <a:solidFill>
                  <a:srgbClr val="FFFFFF"/>
                </a:solidFill>
              </a:rPr>
              <a:t>Brad Daugherty</a:t>
            </a:r>
          </a:p>
        </p:txBody>
      </p:sp>
      <p:sp>
        <p:nvSpPr>
          <p:cNvPr id="8" name="">
            <a:extLst xmlns:a="http://schemas.openxmlformats.org/drawingml/2006/main">
              <a:ext uri="{FF2B5EF4-FFF2-40B4-BE49-F238E27FC236}">
                <a16:creationId xmlns:a16="http://schemas.microsoft.com/office/drawing/2014/main" id="{4A3469CE-0AB9-4DCF-80F8-A3791C0565F8}"/>
              </a:ext>
            </a:extLst>
          </p:cNvPr>
          <p:cNvSpPr>
            <a:spLocks xmlns:a="http://schemas.openxmlformats.org/drawingml/2006/main" noGrp="1"/>
          </p:cNvSpPr>
          <p:nvPr/>
        </p:nvSpPr>
        <p:spPr>
          <a:xfrm xmlns:a="http://schemas.openxmlformats.org/drawingml/2006/main">
            <a:off x="762000" y="5362575"/>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00" b="0">
                <a:solidFill>
                  <a:srgbClr val="D7D3CC"/>
                </a:solidFill>
              </a:defRPr>
            </a:defPPr>
            <a:lvl1pPr algn="l">
              <a:buNone/>
              <a:defRPr sz="1500" b="0">
                <a:solidFill>
                  <a:srgbClr val="D7D3CC"/>
                </a:solidFill>
              </a:defRPr>
            </a:lvl1pPr>
            <a:lvl2pPr algn="l">
              <a:buNone/>
              <a:defRPr sz="1500" b="0">
                <a:solidFill>
                  <a:srgbClr val="D7D3CC"/>
                </a:solidFill>
              </a:defRPr>
            </a:lvl2pPr>
            <a:lvl3pPr algn="l">
              <a:buNone/>
              <a:defRPr sz="1500" b="0">
                <a:solidFill>
                  <a:srgbClr val="D7D3CC"/>
                </a:solidFill>
              </a:defRPr>
            </a:lvl3pPr>
            <a:lvl4pPr algn="l">
              <a:buNone/>
              <a:defRPr sz="1500" b="0">
                <a:solidFill>
                  <a:srgbClr val="D7D3CC"/>
                </a:solidFill>
              </a:defRPr>
            </a:lvl4pPr>
            <a:lvl5pPr algn="l">
              <a:buNone/>
              <a:defRPr sz="1500" b="0">
                <a:solidFill>
                  <a:srgbClr val="D7D3CC"/>
                </a:solidFill>
              </a:defRPr>
            </a:lvl5pPr>
            <a:lvl6pPr algn="l">
              <a:buNone/>
              <a:defRPr sz="1500" b="0">
                <a:solidFill>
                  <a:srgbClr val="D7D3CC"/>
                </a:solidFill>
              </a:defRPr>
            </a:lvl6pPr>
            <a:lvl7pPr algn="l">
              <a:buNone/>
              <a:defRPr sz="1500" b="0">
                <a:solidFill>
                  <a:srgbClr val="D7D3CC"/>
                </a:solidFill>
              </a:defRPr>
            </a:lvl7pPr>
            <a:lvl8pPr algn="l">
              <a:buNone/>
              <a:defRPr sz="1500" b="0">
                <a:solidFill>
                  <a:srgbClr val="D7D3CC"/>
                </a:solidFill>
              </a:defRPr>
            </a:lvl8pPr>
            <a:lvl9pPr algn="l">
              <a:buNone/>
              <a:defRPr sz="1500" b="0">
                <a:solidFill>
                  <a:srgbClr val="D7D3CC"/>
                </a:solidFill>
              </a:defRPr>
            </a:lvl9pPr>
          </a:lstStyle>
          <a:p xmlns:a="http://schemas.openxmlformats.org/drawingml/2006/main">
            <a:pPr algn="l">
              <a:buNone/>
              <a:defRPr sz="1500" b="0">
                <a:solidFill>
                  <a:srgbClr val="D7D3CC"/>
                </a:solidFill>
              </a:defRPr>
            </a:pPr>
            <a:r>
              <a:rPr sz="1500" b="0">
                <a:solidFill>
                  <a:srgbClr val="D7D3CC"/>
                </a:solidFill>
              </a:rPr>
              <a:t>Engineering Team Lead, Remington</a:t>
            </a:r>
          </a:p>
        </p:txBody>
      </p:sp>
      <p:sp>
        <p:nvSpPr>
          <p:cNvPr id="9" name="">
            <a:extLst xmlns:a="http://schemas.openxmlformats.org/drawingml/2006/main">
              <a:ext uri="{FF2B5EF4-FFF2-40B4-BE49-F238E27FC236}">
                <a16:creationId xmlns:a16="http://schemas.microsoft.com/office/drawing/2014/main" id="{1AD6AB4A-A049-4EFB-975F-067ABEC1CB78}"/>
              </a:ext>
            </a:extLst>
          </p:cNvPr>
          <p:cNvSpPr>
            <a:spLocks xmlns:a="http://schemas.openxmlformats.org/drawingml/2006/main" noGrp="1"/>
          </p:cNvSpPr>
          <p:nvPr/>
        </p:nvSpPr>
        <p:spPr>
          <a:xfrm xmlns:a="http://schemas.openxmlformats.org/drawingml/2006/main">
            <a:off x="4552950" y="4933950"/>
            <a:ext cx="3667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a:solidFill>
                  <a:srgbClr val="FFFFFF"/>
                </a:solidFill>
              </a:defRPr>
            </a:defPPr>
            <a:lvl1pPr algn="l">
              <a:buNone/>
              <a:defRPr sz="2100" b="1">
                <a:solidFill>
                  <a:srgbClr val="FFFFFF"/>
                </a:solidFill>
              </a:defRPr>
            </a:lvl1pPr>
            <a:lvl2pPr algn="l">
              <a:buNone/>
              <a:defRPr sz="2100" b="1">
                <a:solidFill>
                  <a:srgbClr val="FFFFFF"/>
                </a:solidFill>
              </a:defRPr>
            </a:lvl2pPr>
            <a:lvl3pPr algn="l">
              <a:buNone/>
              <a:defRPr sz="2100" b="1">
                <a:solidFill>
                  <a:srgbClr val="FFFFFF"/>
                </a:solidFill>
              </a:defRPr>
            </a:lvl3pPr>
            <a:lvl4pPr algn="l">
              <a:buNone/>
              <a:defRPr sz="2100" b="1">
                <a:solidFill>
                  <a:srgbClr val="FFFFFF"/>
                </a:solidFill>
              </a:defRPr>
            </a:lvl4pPr>
            <a:lvl5pPr algn="l">
              <a:buNone/>
              <a:defRPr sz="2100" b="1">
                <a:solidFill>
                  <a:srgbClr val="FFFFFF"/>
                </a:solidFill>
              </a:defRPr>
            </a:lvl5pPr>
            <a:lvl6pPr algn="l">
              <a:buNone/>
              <a:defRPr sz="2100" b="1">
                <a:solidFill>
                  <a:srgbClr val="FFFFFF"/>
                </a:solidFill>
              </a:defRPr>
            </a:lvl6pPr>
            <a:lvl7pPr algn="l">
              <a:buNone/>
              <a:defRPr sz="2100" b="1">
                <a:solidFill>
                  <a:srgbClr val="FFFFFF"/>
                </a:solidFill>
              </a:defRPr>
            </a:lvl7pPr>
            <a:lvl8pPr algn="l">
              <a:buNone/>
              <a:defRPr sz="2100" b="1">
                <a:solidFill>
                  <a:srgbClr val="FFFFFF"/>
                </a:solidFill>
              </a:defRPr>
            </a:lvl8pPr>
            <a:lvl9pPr algn="l">
              <a:buNone/>
              <a:defRPr sz="2100" b="1">
                <a:solidFill>
                  <a:srgbClr val="FFFFFF"/>
                </a:solidFill>
              </a:defRPr>
            </a:lvl9pPr>
          </a:lstStyle>
          <a:p xmlns:a="http://schemas.openxmlformats.org/drawingml/2006/main">
            <a:pPr algn="l">
              <a:buNone/>
              <a:defRPr sz="2100" b="1">
                <a:solidFill>
                  <a:srgbClr val="FFFFFF"/>
                </a:solidFill>
              </a:defRPr>
            </a:pPr>
            <a:r>
              <a:rPr sz="2100" b="1">
                <a:solidFill>
                  <a:srgbClr val="FFFFFF"/>
                </a:solidFill>
              </a:rPr>
              <a:t>Wesley Siharth</a:t>
            </a:r>
          </a:p>
        </p:txBody>
      </p:sp>
      <p:sp>
        <p:nvSpPr>
          <p:cNvPr id="10" name="">
            <a:extLst xmlns:a="http://schemas.openxmlformats.org/drawingml/2006/main">
              <a:ext uri="{FF2B5EF4-FFF2-40B4-BE49-F238E27FC236}">
                <a16:creationId xmlns:a16="http://schemas.microsoft.com/office/drawing/2014/main" id="{07902AB8-797A-45D3-8DAA-BF75684B2885}"/>
              </a:ext>
            </a:extLst>
          </p:cNvPr>
          <p:cNvSpPr>
            <a:spLocks xmlns:a="http://schemas.openxmlformats.org/drawingml/2006/main" noGrp="1"/>
          </p:cNvSpPr>
          <p:nvPr/>
        </p:nvSpPr>
        <p:spPr>
          <a:xfrm xmlns:a="http://schemas.openxmlformats.org/drawingml/2006/main">
            <a:off x="4552950" y="5362575"/>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00" b="0">
                <a:solidFill>
                  <a:srgbClr val="D7D3CC"/>
                </a:solidFill>
              </a:defRPr>
            </a:defPPr>
            <a:lvl1pPr algn="l">
              <a:buNone/>
              <a:defRPr sz="1500" b="0">
                <a:solidFill>
                  <a:srgbClr val="D7D3CC"/>
                </a:solidFill>
              </a:defRPr>
            </a:lvl1pPr>
            <a:lvl2pPr algn="l">
              <a:buNone/>
              <a:defRPr sz="1500" b="0">
                <a:solidFill>
                  <a:srgbClr val="D7D3CC"/>
                </a:solidFill>
              </a:defRPr>
            </a:lvl2pPr>
            <a:lvl3pPr algn="l">
              <a:buNone/>
              <a:defRPr sz="1500" b="0">
                <a:solidFill>
                  <a:srgbClr val="D7D3CC"/>
                </a:solidFill>
              </a:defRPr>
            </a:lvl3pPr>
            <a:lvl4pPr algn="l">
              <a:buNone/>
              <a:defRPr sz="1500" b="0">
                <a:solidFill>
                  <a:srgbClr val="D7D3CC"/>
                </a:solidFill>
              </a:defRPr>
            </a:lvl4pPr>
            <a:lvl5pPr algn="l">
              <a:buNone/>
              <a:defRPr sz="1500" b="0">
                <a:solidFill>
                  <a:srgbClr val="D7D3CC"/>
                </a:solidFill>
              </a:defRPr>
            </a:lvl5pPr>
            <a:lvl6pPr algn="l">
              <a:buNone/>
              <a:defRPr sz="1500" b="0">
                <a:solidFill>
                  <a:srgbClr val="D7D3CC"/>
                </a:solidFill>
              </a:defRPr>
            </a:lvl6pPr>
            <a:lvl7pPr algn="l">
              <a:buNone/>
              <a:defRPr sz="1500" b="0">
                <a:solidFill>
                  <a:srgbClr val="D7D3CC"/>
                </a:solidFill>
              </a:defRPr>
            </a:lvl7pPr>
            <a:lvl8pPr algn="l">
              <a:buNone/>
              <a:defRPr sz="1500" b="0">
                <a:solidFill>
                  <a:srgbClr val="D7D3CC"/>
                </a:solidFill>
              </a:defRPr>
            </a:lvl8pPr>
            <a:lvl9pPr algn="l">
              <a:buNone/>
              <a:defRPr sz="1500" b="0">
                <a:solidFill>
                  <a:srgbClr val="D7D3CC"/>
                </a:solidFill>
              </a:defRPr>
            </a:lvl9pPr>
          </a:lstStyle>
          <a:p xmlns:a="http://schemas.openxmlformats.org/drawingml/2006/main">
            <a:pPr algn="l">
              <a:buNone/>
              <a:defRPr sz="1500" b="0">
                <a:solidFill>
                  <a:srgbClr val="D7D3CC"/>
                </a:solidFill>
              </a:defRPr>
            </a:pPr>
            <a:r>
              <a:rPr sz="1500" b="0">
                <a:solidFill>
                  <a:srgbClr val="D7D3CC"/>
                </a:solidFill>
              </a:rPr>
              <a:t>Engineer</a:t>
            </a:r>
          </a:p>
        </p:txBody>
      </p:sp>
    </p:spTree>
    <p:extLst>
      <p:ext uri="{BB962C8B-B14F-4D97-AF65-F5344CB8AC3E}">
        <p14:creationId xmlns:p14="http://schemas.microsoft.com/office/powerpoint/2010/main" val="1159675204"/>
      </p:ext>
    </p:extLst>
  </p:cSld>
</p:sld>
</file>

<file path=ppt/slides/slide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6D22F57C-1761-479D-93E2-6E6116B191E5}"/>
              </a:ext>
            </a:extLst>
          </p:cNvPr>
          <p:cNvPicPr>
            <a:picLocks xmlns:a="http://schemas.openxmlformats.org/drawingml/2006/main" noChangeAspect="1"/>
          </p:cNvPicPr>
          <p:nvPr/>
        </p:nvPicPr>
        <p:blipFill>
          <a:blip xmlns:r="http://schemas.openxmlformats.org/officeDocument/2006/relationships" xmlns:a="http://schemas.openxmlformats.org/drawingml/2006/main" r:embed="Rb6e83ee2901b4360"/>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74A4BDC-F992-4861-85D6-438F91078E81}"/>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2C6222-612E-49E1-A7DB-AF1890EE62E6}"/>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02</a:t>
            </a:r>
          </a:p>
        </p:txBody>
      </p:sp>
      <p:sp>
        <p:nvSpPr>
          <p:cNvPr id="6" name="">
            <a:extLst xmlns:a="http://schemas.openxmlformats.org/drawingml/2006/main">
              <a:ext uri="{FF2B5EF4-FFF2-40B4-BE49-F238E27FC236}">
                <a16:creationId xmlns:a16="http://schemas.microsoft.com/office/drawing/2014/main" id="{0ADFD0A3-E85B-4097-97AB-7EC7BE10517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Writing the next rules</a:t>
            </a:r>
          </a:p>
        </p:txBody>
      </p:sp>
      <p:sp>
        <p:nvSpPr>
          <p:cNvPr id="7" name="">
            <a:extLst xmlns:a="http://schemas.openxmlformats.org/drawingml/2006/main">
              <a:ext uri="{FF2B5EF4-FFF2-40B4-BE49-F238E27FC236}">
                <a16:creationId xmlns:a16="http://schemas.microsoft.com/office/drawing/2014/main" id="{C10AB177-2856-4A72-8EE2-CAAE6D27707C}"/>
              </a:ext>
            </a:extLst>
          </p:cNvPr>
          <p:cNvSpPr>
            <a:spLocks xmlns:a="http://schemas.openxmlformats.org/drawingml/2006/main" noGrp="1"/>
          </p:cNvSpPr>
          <p:nvPr/>
        </p:nvSpPr>
        <p:spPr>
          <a:xfrm xmlns:a="http://schemas.openxmlformats.org/drawingml/2006/main">
            <a:off x="762000" y="2019300"/>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25044B-2A5E-4ACB-92A7-FF0C97D2CF23}"/>
              </a:ext>
            </a:extLst>
          </p:cNvPr>
          <p:cNvSpPr>
            <a:spLocks xmlns:a="http://schemas.openxmlformats.org/drawingml/2006/main" noGrp="1"/>
          </p:cNvSpPr>
          <p:nvPr/>
        </p:nvSpPr>
        <p:spPr>
          <a:xfrm xmlns:a="http://schemas.openxmlformats.org/drawingml/2006/main">
            <a:off x="762000"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1816</a:t>
            </a:r>
          </a:p>
        </p:txBody>
      </p:sp>
      <p:sp>
        <p:nvSpPr>
          <p:cNvPr id="9" name="">
            <a:extLst xmlns:a="http://schemas.openxmlformats.org/drawingml/2006/main">
              <a:ext uri="{FF2B5EF4-FFF2-40B4-BE49-F238E27FC236}">
                <a16:creationId xmlns:a16="http://schemas.microsoft.com/office/drawing/2014/main" id="{51480F62-379F-4F87-9C36-13B4B168FA23}"/>
              </a:ext>
            </a:extLst>
          </p:cNvPr>
          <p:cNvSpPr>
            <a:spLocks xmlns:a="http://schemas.openxmlformats.org/drawingml/2006/main" noGrp="1"/>
          </p:cNvSpPr>
          <p:nvPr/>
        </p:nvSpPr>
        <p:spPr>
          <a:xfrm xmlns:a="http://schemas.openxmlformats.org/drawingml/2006/main">
            <a:off x="762000"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Remington</a:t>
            </a:r>
          </a:p>
        </p:txBody>
      </p:sp>
      <p:sp>
        <p:nvSpPr>
          <p:cNvPr id="10" name="">
            <a:extLst xmlns:a="http://schemas.openxmlformats.org/drawingml/2006/main">
              <a:ext uri="{FF2B5EF4-FFF2-40B4-BE49-F238E27FC236}">
                <a16:creationId xmlns:a16="http://schemas.microsoft.com/office/drawing/2014/main" id="{32B7180A-19FB-43BD-87EF-0B0CF99F6A96}"/>
              </a:ext>
            </a:extLst>
          </p:cNvPr>
          <p:cNvSpPr>
            <a:spLocks xmlns:a="http://schemas.openxmlformats.org/drawingml/2006/main" noGrp="1"/>
          </p:cNvSpPr>
          <p:nvPr/>
        </p:nvSpPr>
        <p:spPr>
          <a:xfrm xmlns:a="http://schemas.openxmlformats.org/drawingml/2006/main">
            <a:off x="4619625"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1969</a:t>
            </a:r>
          </a:p>
        </p:txBody>
      </p:sp>
      <p:sp>
        <p:nvSpPr>
          <p:cNvPr id="11" name="">
            <a:extLst xmlns:a="http://schemas.openxmlformats.org/drawingml/2006/main">
              <a:ext uri="{FF2B5EF4-FFF2-40B4-BE49-F238E27FC236}">
                <a16:creationId xmlns:a16="http://schemas.microsoft.com/office/drawing/2014/main" id="{CEC9E0BD-C7A9-4AF3-B02E-C2DDBBE4F034}"/>
              </a:ext>
            </a:extLst>
          </p:cNvPr>
          <p:cNvSpPr>
            <a:spLocks xmlns:a="http://schemas.openxmlformats.org/drawingml/2006/main" noGrp="1"/>
          </p:cNvSpPr>
          <p:nvPr/>
        </p:nvSpPr>
        <p:spPr>
          <a:xfrm xmlns:a="http://schemas.openxmlformats.org/drawingml/2006/main">
            <a:off x="4619625"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Lonoke</a:t>
            </a:r>
          </a:p>
        </p:txBody>
      </p:sp>
      <p:sp>
        <p:nvSpPr>
          <p:cNvPr id="12" name="">
            <a:extLst xmlns:a="http://schemas.openxmlformats.org/drawingml/2006/main">
              <a:ext uri="{FF2B5EF4-FFF2-40B4-BE49-F238E27FC236}">
                <a16:creationId xmlns:a16="http://schemas.microsoft.com/office/drawing/2014/main" id="{87D41DD5-9941-4EED-ACF2-906A7C57DC81}"/>
              </a:ext>
            </a:extLst>
          </p:cNvPr>
          <p:cNvSpPr>
            <a:spLocks xmlns:a="http://schemas.openxmlformats.org/drawingml/2006/main" noGrp="1"/>
          </p:cNvSpPr>
          <p:nvPr/>
        </p:nvSpPr>
        <p:spPr>
          <a:xfrm xmlns:a="http://schemas.openxmlformats.org/drawingml/2006/main">
            <a:off x="8477250"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Next</a:t>
            </a:r>
          </a:p>
        </p:txBody>
      </p:sp>
      <p:sp>
        <p:nvSpPr>
          <p:cNvPr id="13" name="">
            <a:extLst xmlns:a="http://schemas.openxmlformats.org/drawingml/2006/main">
              <a:ext uri="{FF2B5EF4-FFF2-40B4-BE49-F238E27FC236}">
                <a16:creationId xmlns:a16="http://schemas.microsoft.com/office/drawing/2014/main" id="{3FB9B16A-8C7B-4D20-B751-2410E6276D44}"/>
              </a:ext>
            </a:extLst>
          </p:cNvPr>
          <p:cNvSpPr>
            <a:spLocks xmlns:a="http://schemas.openxmlformats.org/drawingml/2006/main" noGrp="1"/>
          </p:cNvSpPr>
          <p:nvPr/>
        </p:nvSpPr>
        <p:spPr>
          <a:xfrm xmlns:a="http://schemas.openxmlformats.org/drawingml/2006/main">
            <a:off x="8477250"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Remington + TKG</a:t>
            </a:r>
          </a:p>
        </p:txBody>
      </p:sp>
      <p:sp>
        <p:nvSpPr>
          <p:cNvPr id="14" name="">
            <a:extLst xmlns:a="http://schemas.openxmlformats.org/drawingml/2006/main">
              <a:ext uri="{FF2B5EF4-FFF2-40B4-BE49-F238E27FC236}">
                <a16:creationId xmlns:a16="http://schemas.microsoft.com/office/drawing/2014/main" id="{3EB93E60-71F0-4441-8764-BD06906AFB6B}"/>
              </a:ext>
            </a:extLst>
          </p:cNvPr>
          <p:cNvSpPr>
            <a:spLocks xmlns:a="http://schemas.openxmlformats.org/drawingml/2006/main" noGrp="1"/>
          </p:cNvSpPr>
          <p:nvPr/>
        </p:nvSpPr>
        <p:spPr>
          <a:xfrm xmlns:a="http://schemas.openxmlformats.org/drawingml/2006/main">
            <a:off x="762000" y="53054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550" b="1">
                <a:solidFill>
                  <a:srgbClr val="231F20"/>
                </a:solidFill>
              </a:defRPr>
            </a:pPr>
            <a:r>
              <a:rPr sz="2550" b="1">
                <a:solidFill>
                  <a:srgbClr val="231F20"/>
                </a:solidFill>
              </a:rPr>
              <a:t>Our ambition: write the rules for decades to come.</a:t>
            </a:r>
          </a:p>
        </p:txBody>
      </p:sp>
      <p:pic>
        <p:nvPicPr>
          <p:cNvPr id="15" name="">
            <a:extLst xmlns:a="http://schemas.openxmlformats.org/drawingml/2006/main">
              <a:ext uri="{FF2B5EF4-FFF2-40B4-BE49-F238E27FC236}">
                <a16:creationId xmlns:a16="http://schemas.microsoft.com/office/drawing/2014/main" id="{9E1261F3-BC75-42B2-8D13-D01969E42774}"/>
              </a:ext>
            </a:extLst>
          </p:cNvPr>
          <p:cNvPicPr>
            <a:picLocks xmlns:a="http://schemas.openxmlformats.org/drawingml/2006/main" noChangeAspect="1"/>
          </p:cNvPicPr>
          <p:nvPr/>
        </p:nvPicPr>
        <p:blipFill>
          <a:blip xmlns:r="http://schemas.openxmlformats.org/officeDocument/2006/relationships" xmlns:a="http://schemas.openxmlformats.org/drawingml/2006/main" r:embed="R1f8887a097384657"/>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867675861"/>
      </p:ext>
    </p:extLst>
  </p:cSld>
</p:sld>
</file>

<file path=ppt/slides/slide3.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74DAA05D-9933-41C9-929B-E2CD48CE850D}"/>
              </a:ext>
            </a:extLst>
          </p:cNvPr>
          <p:cNvPicPr>
            <a:picLocks xmlns:a="http://schemas.openxmlformats.org/drawingml/2006/main" noChangeAspect="1"/>
          </p:cNvPicPr>
          <p:nvPr/>
        </p:nvPicPr>
        <p:blipFill>
          <a:blip xmlns:r="http://schemas.openxmlformats.org/officeDocument/2006/relationships" xmlns:a="http://schemas.openxmlformats.org/drawingml/2006/main" r:embed="Re0e1ff77b91e470a"/>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0B4455E-F953-4680-A70D-3CD20268D8FC}"/>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A23AC4A-19DE-446C-A5F1-6C2B20D56CBF}"/>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03</a:t>
            </a:r>
          </a:p>
        </p:txBody>
      </p:sp>
      <p:sp>
        <p:nvSpPr>
          <p:cNvPr id="6" name="">
            <a:extLst xmlns:a="http://schemas.openxmlformats.org/drawingml/2006/main">
              <a:ext uri="{FF2B5EF4-FFF2-40B4-BE49-F238E27FC236}">
                <a16:creationId xmlns:a16="http://schemas.microsoft.com/office/drawing/2014/main" id="{1994CFD7-C454-4B1E-88A4-F129D32C6CA0}"/>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Engineering across TKG</a:t>
            </a:r>
          </a:p>
        </p:txBody>
      </p:sp>
      <p:sp>
        <p:nvSpPr>
          <p:cNvPr id="7" name="">
            <a:extLst xmlns:a="http://schemas.openxmlformats.org/drawingml/2006/main">
              <a:ext uri="{FF2B5EF4-FFF2-40B4-BE49-F238E27FC236}">
                <a16:creationId xmlns:a16="http://schemas.microsoft.com/office/drawing/2014/main" id="{F744B8E6-C978-488B-B38B-22BA9C422434}"/>
              </a:ext>
            </a:extLst>
          </p:cNvPr>
          <p:cNvSpPr>
            <a:spLocks xmlns:a="http://schemas.openxmlformats.org/drawingml/2006/main" noGrp="1"/>
          </p:cNvSpPr>
          <p:nvPr/>
        </p:nvSpPr>
        <p:spPr>
          <a:xfrm xmlns:a="http://schemas.openxmlformats.org/drawingml/2006/main">
            <a:off x="76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52F0729-D129-4089-A6EF-7BACA649099D}"/>
              </a:ext>
            </a:extLst>
          </p:cNvPr>
          <p:cNvSpPr>
            <a:spLocks xmlns:a="http://schemas.openxmlformats.org/drawingml/2006/main" noGrp="1"/>
          </p:cNvSpPr>
          <p:nvPr/>
        </p:nvSpPr>
        <p:spPr>
          <a:xfrm xmlns:a="http://schemas.openxmlformats.org/drawingml/2006/main">
            <a:off x="76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Machines</a:t>
            </a:r>
          </a:p>
        </p:txBody>
      </p:sp>
      <p:sp>
        <p:nvSpPr>
          <p:cNvPr id="9" name="">
            <a:extLst xmlns:a="http://schemas.openxmlformats.org/drawingml/2006/main">
              <a:ext uri="{FF2B5EF4-FFF2-40B4-BE49-F238E27FC236}">
                <a16:creationId xmlns:a16="http://schemas.microsoft.com/office/drawing/2014/main" id="{62A8103B-0367-431A-A6EA-365C1FCF9788}"/>
              </a:ext>
            </a:extLst>
          </p:cNvPr>
          <p:cNvSpPr>
            <a:spLocks xmlns:a="http://schemas.openxmlformats.org/drawingml/2006/main" noGrp="1"/>
          </p:cNvSpPr>
          <p:nvPr/>
        </p:nvSpPr>
        <p:spPr>
          <a:xfrm xmlns:a="http://schemas.openxmlformats.org/drawingml/2006/main">
            <a:off x="457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D2E0FBD-5C62-427D-9827-557BF49C86AA}"/>
              </a:ext>
            </a:extLst>
          </p:cNvPr>
          <p:cNvSpPr>
            <a:spLocks xmlns:a="http://schemas.openxmlformats.org/drawingml/2006/main" noGrp="1"/>
          </p:cNvSpPr>
          <p:nvPr/>
        </p:nvSpPr>
        <p:spPr>
          <a:xfrm xmlns:a="http://schemas.openxmlformats.org/drawingml/2006/main">
            <a:off x="457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Controls</a:t>
            </a:r>
          </a:p>
        </p:txBody>
      </p:sp>
      <p:sp>
        <p:nvSpPr>
          <p:cNvPr id="11" name="">
            <a:extLst xmlns:a="http://schemas.openxmlformats.org/drawingml/2006/main">
              <a:ext uri="{FF2B5EF4-FFF2-40B4-BE49-F238E27FC236}">
                <a16:creationId xmlns:a16="http://schemas.microsoft.com/office/drawing/2014/main" id="{2E80ACC1-0D90-463A-8BA7-FDEAF9F51490}"/>
              </a:ext>
            </a:extLst>
          </p:cNvPr>
          <p:cNvSpPr>
            <a:spLocks xmlns:a="http://schemas.openxmlformats.org/drawingml/2006/main" noGrp="1"/>
          </p:cNvSpPr>
          <p:nvPr/>
        </p:nvSpPr>
        <p:spPr>
          <a:xfrm xmlns:a="http://schemas.openxmlformats.org/drawingml/2006/main">
            <a:off x="838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B104FD-4D54-4AE8-9FFA-7AF72092198D}"/>
              </a:ext>
            </a:extLst>
          </p:cNvPr>
          <p:cNvSpPr>
            <a:spLocks xmlns:a="http://schemas.openxmlformats.org/drawingml/2006/main" noGrp="1"/>
          </p:cNvSpPr>
          <p:nvPr/>
        </p:nvSpPr>
        <p:spPr>
          <a:xfrm xmlns:a="http://schemas.openxmlformats.org/drawingml/2006/main">
            <a:off x="838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Software + data</a:t>
            </a:r>
          </a:p>
        </p:txBody>
      </p:sp>
      <p:sp>
        <p:nvSpPr>
          <p:cNvPr id="13" name="">
            <a:extLst xmlns:a="http://schemas.openxmlformats.org/drawingml/2006/main">
              <a:ext uri="{FF2B5EF4-FFF2-40B4-BE49-F238E27FC236}">
                <a16:creationId xmlns:a16="http://schemas.microsoft.com/office/drawing/2014/main" id="{02DC4AB0-C41A-4716-AA36-815D57C8BE65}"/>
              </a:ext>
            </a:extLst>
          </p:cNvPr>
          <p:cNvSpPr>
            <a:spLocks xmlns:a="http://schemas.openxmlformats.org/drawingml/2006/main" noGrp="1"/>
          </p:cNvSpPr>
          <p:nvPr/>
        </p:nvSpPr>
        <p:spPr>
          <a:xfrm xmlns:a="http://schemas.openxmlformats.org/drawingml/2006/main">
            <a:off x="762000" y="542925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B89B68"/>
                </a:solidFill>
              </a:defRPr>
            </a:defPPr>
            <a:lvl1pPr algn="l">
              <a:buNone/>
              <a:defRPr sz="2550" b="1">
                <a:solidFill>
                  <a:srgbClr val="B89B68"/>
                </a:solidFill>
              </a:defRPr>
            </a:lvl1pPr>
            <a:lvl2pPr algn="l">
              <a:buNone/>
              <a:defRPr sz="2550" b="1">
                <a:solidFill>
                  <a:srgbClr val="B89B68"/>
                </a:solidFill>
              </a:defRPr>
            </a:lvl2pPr>
            <a:lvl3pPr algn="l">
              <a:buNone/>
              <a:defRPr sz="2550" b="1">
                <a:solidFill>
                  <a:srgbClr val="B89B68"/>
                </a:solidFill>
              </a:defRPr>
            </a:lvl3pPr>
            <a:lvl4pPr algn="l">
              <a:buNone/>
              <a:defRPr sz="2550" b="1">
                <a:solidFill>
                  <a:srgbClr val="B89B68"/>
                </a:solidFill>
              </a:defRPr>
            </a:lvl4pPr>
            <a:lvl5pPr algn="l">
              <a:buNone/>
              <a:defRPr sz="2550" b="1">
                <a:solidFill>
                  <a:srgbClr val="B89B68"/>
                </a:solidFill>
              </a:defRPr>
            </a:lvl5pPr>
            <a:lvl6pPr algn="l">
              <a:buNone/>
              <a:defRPr sz="2550" b="1">
                <a:solidFill>
                  <a:srgbClr val="B89B68"/>
                </a:solidFill>
              </a:defRPr>
            </a:lvl6pPr>
            <a:lvl7pPr algn="l">
              <a:buNone/>
              <a:defRPr sz="2550" b="1">
                <a:solidFill>
                  <a:srgbClr val="B89B68"/>
                </a:solidFill>
              </a:defRPr>
            </a:lvl7pPr>
            <a:lvl8pPr algn="l">
              <a:buNone/>
              <a:defRPr sz="2550" b="1">
                <a:solidFill>
                  <a:srgbClr val="B89B68"/>
                </a:solidFill>
              </a:defRPr>
            </a:lvl8pPr>
            <a:lvl9pPr algn="l">
              <a:buNone/>
              <a:defRPr sz="2550" b="1">
                <a:solidFill>
                  <a:srgbClr val="B89B68"/>
                </a:solidFill>
              </a:defRPr>
            </a:lvl9pPr>
          </a:lstStyle>
          <a:p xmlns:a="http://schemas.openxmlformats.org/drawingml/2006/main">
            <a:pPr algn="l">
              <a:buNone/>
              <a:defRPr sz="2550" b="1">
                <a:solidFill>
                  <a:srgbClr val="B89B68"/>
                </a:solidFill>
              </a:defRPr>
            </a:pPr>
            <a:r>
              <a:rPr sz="2550" b="1">
                <a:solidFill>
                  <a:srgbClr val="B89B68"/>
                </a:solidFill>
              </a:rPr>
              <a:t>Build. Test. Improve.</a:t>
            </a:r>
          </a:p>
        </p:txBody>
      </p:sp>
      <p:pic>
        <p:nvPicPr>
          <p:cNvPr id="14" name="">
            <a:extLst xmlns:a="http://schemas.openxmlformats.org/drawingml/2006/main">
              <a:ext uri="{FF2B5EF4-FFF2-40B4-BE49-F238E27FC236}">
                <a16:creationId xmlns:a16="http://schemas.microsoft.com/office/drawing/2014/main" id="{C5784B5E-C6D6-4F91-8BA6-E117152E8BF5}"/>
              </a:ext>
            </a:extLst>
          </p:cNvPr>
          <p:cNvPicPr>
            <a:picLocks xmlns:a="http://schemas.openxmlformats.org/drawingml/2006/main" noChangeAspect="1"/>
          </p:cNvPicPr>
          <p:nvPr/>
        </p:nvPicPr>
        <p:blipFill>
          <a:blip xmlns:r="http://schemas.openxmlformats.org/officeDocument/2006/relationships" xmlns:a="http://schemas.openxmlformats.org/drawingml/2006/main" r:embed="R6c137fb680044baf"/>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71763EE-E768-47BC-89A6-6EF557CDE594}"/>
              </a:ext>
            </a:extLst>
          </p:cNvPr>
          <p:cNvSpPr>
            <a:spLocks xmlns:a="http://schemas.openxmlformats.org/drawingml/2006/main" noGrp="1"/>
          </p:cNvSpPr>
          <p:nvPr/>
        </p:nvSpPr>
        <p:spPr>
          <a:xfrm xmlns:a="http://schemas.openxmlformats.org/drawingml/2006/main">
            <a:off x="762000" y="17907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D7D3CC"/>
                </a:solidFill>
              </a:defRPr>
            </a:defPPr>
            <a:lvl1pPr algn="l">
              <a:buNone/>
              <a:defRPr sz="2175" b="0">
                <a:solidFill>
                  <a:srgbClr val="D7D3CC"/>
                </a:solidFill>
              </a:defRPr>
            </a:lvl1pPr>
            <a:lvl2pPr algn="l">
              <a:buNone/>
              <a:defRPr sz="2175" b="0">
                <a:solidFill>
                  <a:srgbClr val="D7D3CC"/>
                </a:solidFill>
              </a:defRPr>
            </a:lvl2pPr>
            <a:lvl3pPr algn="l">
              <a:buNone/>
              <a:defRPr sz="2175" b="0">
                <a:solidFill>
                  <a:srgbClr val="D7D3CC"/>
                </a:solidFill>
              </a:defRPr>
            </a:lvl3pPr>
            <a:lvl4pPr algn="l">
              <a:buNone/>
              <a:defRPr sz="2175" b="0">
                <a:solidFill>
                  <a:srgbClr val="D7D3CC"/>
                </a:solidFill>
              </a:defRPr>
            </a:lvl4pPr>
            <a:lvl5pPr algn="l">
              <a:buNone/>
              <a:defRPr sz="2175" b="0">
                <a:solidFill>
                  <a:srgbClr val="D7D3CC"/>
                </a:solidFill>
              </a:defRPr>
            </a:lvl5pPr>
            <a:lvl6pPr algn="l">
              <a:buNone/>
              <a:defRPr sz="2175" b="0">
                <a:solidFill>
                  <a:srgbClr val="D7D3CC"/>
                </a:solidFill>
              </a:defRPr>
            </a:lvl6pPr>
            <a:lvl7pPr algn="l">
              <a:buNone/>
              <a:defRPr sz="2175" b="0">
                <a:solidFill>
                  <a:srgbClr val="D7D3CC"/>
                </a:solidFill>
              </a:defRPr>
            </a:lvl7pPr>
            <a:lvl8pPr algn="l">
              <a:buNone/>
              <a:defRPr sz="2175" b="0">
                <a:solidFill>
                  <a:srgbClr val="D7D3CC"/>
                </a:solidFill>
              </a:defRPr>
            </a:lvl8pPr>
            <a:lvl9pPr algn="l">
              <a:buNone/>
              <a:defRPr sz="2175" b="0">
                <a:solidFill>
                  <a:srgbClr val="D7D3CC"/>
                </a:solidFill>
              </a:defRPr>
            </a:lvl9pPr>
          </a:lstStyle>
          <a:p xmlns:a="http://schemas.openxmlformats.org/drawingml/2006/main">
            <a:pPr algn="l">
              <a:buNone/>
              <a:defRPr sz="2175" b="0">
                <a:solidFill>
                  <a:srgbClr val="D7D3CC"/>
                </a:solidFill>
              </a:defRPr>
            </a:pPr>
            <a:r>
              <a:rPr sz="2175" b="0">
                <a:solidFill>
                  <a:srgbClr val="D7D3CC"/>
                </a:solidFill>
              </a:rPr>
              <a:t>Small teams across TKG. Primarily at Remington.</a:t>
            </a:r>
          </a:p>
        </p:txBody>
      </p:sp>
      <p:sp>
        <p:nvSpPr>
          <p:cNvPr id="16" name="">
            <a:extLst xmlns:a="http://schemas.openxmlformats.org/drawingml/2006/main">
              <a:ext uri="{FF2B5EF4-FFF2-40B4-BE49-F238E27FC236}">
                <a16:creationId xmlns:a16="http://schemas.microsoft.com/office/drawing/2014/main" id="{C2315CE1-291F-4F80-B1AC-DD5E35064F28}"/>
              </a:ext>
            </a:extLst>
          </p:cNvPr>
          <p:cNvSpPr>
            <a:spLocks xmlns:a="http://schemas.openxmlformats.org/drawingml/2006/main" noGrp="1"/>
          </p:cNvSpPr>
          <p:nvPr/>
        </p:nvSpPr>
        <p:spPr>
          <a:xfrm xmlns:a="http://schemas.openxmlformats.org/drawingml/2006/main">
            <a:off x="76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Equipment built for real production</a:t>
            </a:r>
          </a:p>
        </p:txBody>
      </p:sp>
      <p:sp>
        <p:nvSpPr>
          <p:cNvPr id="17" name="">
            <a:extLst xmlns:a="http://schemas.openxmlformats.org/drawingml/2006/main">
              <a:ext uri="{FF2B5EF4-FFF2-40B4-BE49-F238E27FC236}">
                <a16:creationId xmlns:a16="http://schemas.microsoft.com/office/drawing/2014/main" id="{CDD15BC1-C37F-428C-A5CD-12AC5739040D}"/>
              </a:ext>
            </a:extLst>
          </p:cNvPr>
          <p:cNvSpPr>
            <a:spLocks xmlns:a="http://schemas.openxmlformats.org/drawingml/2006/main" noGrp="1"/>
          </p:cNvSpPr>
          <p:nvPr/>
        </p:nvSpPr>
        <p:spPr>
          <a:xfrm xmlns:a="http://schemas.openxmlformats.org/drawingml/2006/main">
            <a:off x="457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Sensing, motion, and response</a:t>
            </a:r>
          </a:p>
        </p:txBody>
      </p:sp>
      <p:sp>
        <p:nvSpPr>
          <p:cNvPr id="18" name="">
            <a:extLst xmlns:a="http://schemas.openxmlformats.org/drawingml/2006/main">
              <a:ext uri="{FF2B5EF4-FFF2-40B4-BE49-F238E27FC236}">
                <a16:creationId xmlns:a16="http://schemas.microsoft.com/office/drawing/2014/main" id="{382C746F-9ACD-4117-999B-155F0BB33993}"/>
              </a:ext>
            </a:extLst>
          </p:cNvPr>
          <p:cNvSpPr>
            <a:spLocks xmlns:a="http://schemas.openxmlformats.org/drawingml/2006/main" noGrp="1"/>
          </p:cNvSpPr>
          <p:nvPr/>
        </p:nvSpPr>
        <p:spPr>
          <a:xfrm xmlns:a="http://schemas.openxmlformats.org/drawingml/2006/main">
            <a:off x="838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Information people can act on</a:t>
            </a:r>
          </a:p>
        </p:txBody>
      </p:sp>
    </p:spTree>
    <p:extLst>
      <p:ext uri="{BB962C8B-B14F-4D97-AF65-F5344CB8AC3E}">
        <p14:creationId xmlns:p14="http://schemas.microsoft.com/office/powerpoint/2010/main" val="1626996306"/>
      </p:ext>
    </p:extLst>
  </p:cSld>
</p:sld>
</file>

<file path=ppt/slides/slide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2E17B0A8-734B-49A6-8606-82BB732D35EB}"/>
              </a:ext>
            </a:extLst>
          </p:cNvPr>
          <p:cNvPicPr>
            <a:picLocks xmlns:a="http://schemas.openxmlformats.org/drawingml/2006/main" noChangeAspect="1"/>
          </p:cNvPicPr>
          <p:nvPr/>
        </p:nvPicPr>
        <p:blipFill>
          <a:blip xmlns:r="http://schemas.openxmlformats.org/officeDocument/2006/relationships" xmlns:a="http://schemas.openxmlformats.org/drawingml/2006/main" r:embed="R452df72340634f87"/>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251D2DD-C207-45BA-9BE4-3948EFD58A1B}"/>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324B013-41FC-436B-8BF5-5D07715CD733}"/>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04</a:t>
            </a:r>
          </a:p>
        </p:txBody>
      </p:sp>
      <p:sp>
        <p:nvSpPr>
          <p:cNvPr id="6" name="">
            <a:extLst xmlns:a="http://schemas.openxmlformats.org/drawingml/2006/main">
              <a:ext uri="{FF2B5EF4-FFF2-40B4-BE49-F238E27FC236}">
                <a16:creationId xmlns:a16="http://schemas.microsoft.com/office/drawing/2014/main" id="{2370B653-7838-46A8-BC13-D34138918D4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Why we love this work</a:t>
            </a:r>
          </a:p>
        </p:txBody>
      </p:sp>
      <p:sp>
        <p:nvSpPr>
          <p:cNvPr id="7" name="">
            <a:extLst xmlns:a="http://schemas.openxmlformats.org/drawingml/2006/main">
              <a:ext uri="{FF2B5EF4-FFF2-40B4-BE49-F238E27FC236}">
                <a16:creationId xmlns:a16="http://schemas.microsoft.com/office/drawing/2014/main" id="{6E43C8AF-F706-4FA1-8A91-536BBB28DB42}"/>
              </a:ext>
            </a:extLst>
          </p:cNvPr>
          <p:cNvSpPr>
            <a:spLocks xmlns:a="http://schemas.openxmlformats.org/drawingml/2006/main" noGrp="1"/>
          </p:cNvSpPr>
          <p:nvPr/>
        </p:nvSpPr>
        <p:spPr>
          <a:xfrm xmlns:a="http://schemas.openxmlformats.org/drawingml/2006/main">
            <a:off x="762000" y="190500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DEECC2-611E-4B7F-9AF3-E645B868F519}"/>
              </a:ext>
            </a:extLst>
          </p:cNvPr>
          <p:cNvSpPr>
            <a:spLocks xmlns:a="http://schemas.openxmlformats.org/drawingml/2006/main" noGrp="1"/>
          </p:cNvSpPr>
          <p:nvPr/>
        </p:nvSpPr>
        <p:spPr>
          <a:xfrm xmlns:a="http://schemas.openxmlformats.org/drawingml/2006/main">
            <a:off x="762000" y="214312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Variety</a:t>
            </a:r>
          </a:p>
        </p:txBody>
      </p:sp>
      <p:sp>
        <p:nvSpPr>
          <p:cNvPr id="9" name="">
            <a:extLst xmlns:a="http://schemas.openxmlformats.org/drawingml/2006/main">
              <a:ext uri="{FF2B5EF4-FFF2-40B4-BE49-F238E27FC236}">
                <a16:creationId xmlns:a16="http://schemas.microsoft.com/office/drawing/2014/main" id="{73CC0B65-C94B-4EF2-AD00-9C69E908BC3E}"/>
              </a:ext>
            </a:extLst>
          </p:cNvPr>
          <p:cNvSpPr>
            <a:spLocks xmlns:a="http://schemas.openxmlformats.org/drawingml/2006/main" noGrp="1"/>
          </p:cNvSpPr>
          <p:nvPr/>
        </p:nvSpPr>
        <p:spPr>
          <a:xfrm xmlns:a="http://schemas.openxmlformats.org/drawingml/2006/main">
            <a:off x="6334125" y="190500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06FB4F-9F0E-460F-A97A-9369EA2E37E1}"/>
              </a:ext>
            </a:extLst>
          </p:cNvPr>
          <p:cNvSpPr>
            <a:spLocks xmlns:a="http://schemas.openxmlformats.org/drawingml/2006/main" noGrp="1"/>
          </p:cNvSpPr>
          <p:nvPr/>
        </p:nvSpPr>
        <p:spPr>
          <a:xfrm xmlns:a="http://schemas.openxmlformats.org/drawingml/2006/main">
            <a:off x="6334125" y="214312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Visible results</a:t>
            </a:r>
          </a:p>
        </p:txBody>
      </p:sp>
      <p:sp>
        <p:nvSpPr>
          <p:cNvPr id="11" name="">
            <a:extLst xmlns:a="http://schemas.openxmlformats.org/drawingml/2006/main">
              <a:ext uri="{FF2B5EF4-FFF2-40B4-BE49-F238E27FC236}">
                <a16:creationId xmlns:a16="http://schemas.microsoft.com/office/drawing/2014/main" id="{01CACD14-AC64-42F0-8CD7-6CC95EF5ADE1}"/>
              </a:ext>
            </a:extLst>
          </p:cNvPr>
          <p:cNvSpPr>
            <a:spLocks xmlns:a="http://schemas.openxmlformats.org/drawingml/2006/main" noGrp="1"/>
          </p:cNvSpPr>
          <p:nvPr/>
        </p:nvSpPr>
        <p:spPr>
          <a:xfrm xmlns:a="http://schemas.openxmlformats.org/drawingml/2006/main">
            <a:off x="762000" y="390525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93B5BC-6FF4-42C1-A087-AA8325C835DD}"/>
              </a:ext>
            </a:extLst>
          </p:cNvPr>
          <p:cNvSpPr>
            <a:spLocks xmlns:a="http://schemas.openxmlformats.org/drawingml/2006/main" noGrp="1"/>
          </p:cNvSpPr>
          <p:nvPr/>
        </p:nvSpPr>
        <p:spPr>
          <a:xfrm xmlns:a="http://schemas.openxmlformats.org/drawingml/2006/main">
            <a:off x="762000" y="414337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Learning</a:t>
            </a:r>
          </a:p>
        </p:txBody>
      </p:sp>
      <p:sp>
        <p:nvSpPr>
          <p:cNvPr id="13" name="">
            <a:extLst xmlns:a="http://schemas.openxmlformats.org/drawingml/2006/main">
              <a:ext uri="{FF2B5EF4-FFF2-40B4-BE49-F238E27FC236}">
                <a16:creationId xmlns:a16="http://schemas.microsoft.com/office/drawing/2014/main" id="{4C2569D3-3E64-4D6E-9D7E-4C207246B3CB}"/>
              </a:ext>
            </a:extLst>
          </p:cNvPr>
          <p:cNvSpPr>
            <a:spLocks xmlns:a="http://schemas.openxmlformats.org/drawingml/2006/main" noGrp="1"/>
          </p:cNvSpPr>
          <p:nvPr/>
        </p:nvSpPr>
        <p:spPr>
          <a:xfrm xmlns:a="http://schemas.openxmlformats.org/drawingml/2006/main">
            <a:off x="6334125" y="390525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7F8E95-BDD9-4FD9-B6AC-4D977437E46E}"/>
              </a:ext>
            </a:extLst>
          </p:cNvPr>
          <p:cNvSpPr>
            <a:spLocks xmlns:a="http://schemas.openxmlformats.org/drawingml/2006/main" noGrp="1"/>
          </p:cNvSpPr>
          <p:nvPr/>
        </p:nvSpPr>
        <p:spPr>
          <a:xfrm xmlns:a="http://schemas.openxmlformats.org/drawingml/2006/main">
            <a:off x="6334125" y="414337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Ownership</a:t>
            </a:r>
          </a:p>
        </p:txBody>
      </p:sp>
      <p:pic>
        <p:nvPicPr>
          <p:cNvPr id="15" name="">
            <a:extLst xmlns:a="http://schemas.openxmlformats.org/drawingml/2006/main">
              <a:ext uri="{FF2B5EF4-FFF2-40B4-BE49-F238E27FC236}">
                <a16:creationId xmlns:a16="http://schemas.microsoft.com/office/drawing/2014/main" id="{5FB3841B-A70D-4BE0-92DD-CA57B312CF36}"/>
              </a:ext>
            </a:extLst>
          </p:cNvPr>
          <p:cNvPicPr>
            <a:picLocks xmlns:a="http://schemas.openxmlformats.org/drawingml/2006/main" noChangeAspect="1"/>
          </p:cNvPicPr>
          <p:nvPr/>
        </p:nvPicPr>
        <p:blipFill>
          <a:blip xmlns:r="http://schemas.openxmlformats.org/officeDocument/2006/relationships" xmlns:a="http://schemas.openxmlformats.org/drawingml/2006/main" r:embed="R241131685a8e4ac8"/>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AD07D7D7-74DF-4B94-997F-8F83DEA2981D}"/>
              </a:ext>
            </a:extLst>
          </p:cNvPr>
          <p:cNvSpPr>
            <a:spLocks xmlns:a="http://schemas.openxmlformats.org/drawingml/2006/main" noGrp="1"/>
          </p:cNvSpPr>
          <p:nvPr/>
        </p:nvSpPr>
        <p:spPr>
          <a:xfrm xmlns:a="http://schemas.openxmlformats.org/drawingml/2006/main">
            <a:off x="762000" y="28765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A different problem every day</a:t>
            </a:r>
          </a:p>
        </p:txBody>
      </p:sp>
      <p:sp>
        <p:nvSpPr>
          <p:cNvPr id="17" name="">
            <a:extLst xmlns:a="http://schemas.openxmlformats.org/drawingml/2006/main">
              <a:ext uri="{FF2B5EF4-FFF2-40B4-BE49-F238E27FC236}">
                <a16:creationId xmlns:a16="http://schemas.microsoft.com/office/drawing/2014/main" id="{59489E31-4FBB-4B61-8FD5-67B00831AE3F}"/>
              </a:ext>
            </a:extLst>
          </p:cNvPr>
          <p:cNvSpPr>
            <a:spLocks xmlns:a="http://schemas.openxmlformats.org/drawingml/2006/main" noGrp="1"/>
          </p:cNvSpPr>
          <p:nvPr/>
        </p:nvSpPr>
        <p:spPr>
          <a:xfrm xmlns:a="http://schemas.openxmlformats.org/drawingml/2006/main">
            <a:off x="6334125" y="28765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Work you can see on the floor</a:t>
            </a:r>
          </a:p>
        </p:txBody>
      </p:sp>
      <p:sp>
        <p:nvSpPr>
          <p:cNvPr id="18" name="">
            <a:extLst xmlns:a="http://schemas.openxmlformats.org/drawingml/2006/main">
              <a:ext uri="{FF2B5EF4-FFF2-40B4-BE49-F238E27FC236}">
                <a16:creationId xmlns:a16="http://schemas.microsoft.com/office/drawing/2014/main" id="{769AFF8A-58CF-4B6A-B84D-B3C1D17F14C4}"/>
              </a:ext>
            </a:extLst>
          </p:cNvPr>
          <p:cNvSpPr>
            <a:spLocks xmlns:a="http://schemas.openxmlformats.org/drawingml/2006/main" noGrp="1"/>
          </p:cNvSpPr>
          <p:nvPr/>
        </p:nvSpPr>
        <p:spPr>
          <a:xfrm xmlns:a="http://schemas.openxmlformats.org/drawingml/2006/main">
            <a:off x="762000" y="48768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Across engineering disciplines</a:t>
            </a:r>
          </a:p>
        </p:txBody>
      </p:sp>
      <p:sp>
        <p:nvSpPr>
          <p:cNvPr id="19" name="">
            <a:extLst xmlns:a="http://schemas.openxmlformats.org/drawingml/2006/main">
              <a:ext uri="{FF2B5EF4-FFF2-40B4-BE49-F238E27FC236}">
                <a16:creationId xmlns:a16="http://schemas.microsoft.com/office/drawing/2014/main" id="{6C3CA45D-032C-4D74-A703-9B148D718B4F}"/>
              </a:ext>
            </a:extLst>
          </p:cNvPr>
          <p:cNvSpPr>
            <a:spLocks xmlns:a="http://schemas.openxmlformats.org/drawingml/2006/main" noGrp="1"/>
          </p:cNvSpPr>
          <p:nvPr/>
        </p:nvSpPr>
        <p:spPr>
          <a:xfrm xmlns:a="http://schemas.openxmlformats.org/drawingml/2006/main">
            <a:off x="6334125" y="48768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We stay with what we build</a:t>
            </a:r>
          </a:p>
        </p:txBody>
      </p:sp>
    </p:spTree>
    <p:extLst>
      <p:ext uri="{BB962C8B-B14F-4D97-AF65-F5344CB8AC3E}">
        <p14:creationId xmlns:p14="http://schemas.microsoft.com/office/powerpoint/2010/main" val="1111437009"/>
      </p:ext>
    </p:extLst>
  </p:cSld>
</p:sld>
</file>

<file path=ppt/slides/slide5.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1BB4025B-CBC7-40A7-A10F-BB24619CFAC7}"/>
              </a:ext>
            </a:extLst>
          </p:cNvPr>
          <p:cNvPicPr>
            <a:picLocks xmlns:a="http://schemas.openxmlformats.org/drawingml/2006/main" noChangeAspect="1"/>
          </p:cNvPicPr>
          <p:nvPr/>
        </p:nvPicPr>
        <p:blipFill>
          <a:blip xmlns:r="http://schemas.openxmlformats.org/officeDocument/2006/relationships" xmlns:a="http://schemas.openxmlformats.org/drawingml/2006/main" r:embed="Rca5bf9bf7c3e47ac"/>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25FEC65A-EC1A-4ACD-BC74-ABF2A148953C}"/>
              </a:ext>
            </a:extLst>
          </p:cNvPr>
          <p:cNvPicPr>
            <a:picLocks xmlns:a="http://schemas.openxmlformats.org/drawingml/2006/main" noChangeAspect="1"/>
          </p:cNvPicPr>
          <p:nvPr/>
        </p:nvPicPr>
        <p:blipFill>
          <a:blip xmlns:r="http://schemas.openxmlformats.org/officeDocument/2006/relationships" xmlns:a="http://schemas.openxmlformats.org/drawingml/2006/main" r:embed="R8565e0e0ee524758"/>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53E1CB5-0CB6-42FF-893E-381BEB38EAEB}"/>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403381-54A3-49A5-9143-C1176A6D368F}"/>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05</a:t>
            </a:r>
          </a:p>
        </p:txBody>
      </p:sp>
      <p:sp>
        <p:nvSpPr>
          <p:cNvPr id="13" name="">
            <a:extLst xmlns:a="http://schemas.openxmlformats.org/drawingml/2006/main">
              <a:ext uri="{FF2B5EF4-FFF2-40B4-BE49-F238E27FC236}">
                <a16:creationId xmlns:a16="http://schemas.microsoft.com/office/drawing/2014/main" id="{9C6FBD40-DCE7-4DF5-ACAD-DD39B188B8C9}"/>
              </a:ext>
            </a:extLst>
          </p:cNvPr>
          <p:cNvSpPr>
            <a:spLocks xmlns:a="http://schemas.openxmlformats.org/drawingml/2006/main" noGrp="1"/>
          </p:cNvSpPr>
          <p:nvPr/>
        </p:nvSpPr>
        <p:spPr>
          <a:xfrm xmlns:a="http://schemas.openxmlformats.org/drawingml/2006/main">
            <a:off x="762000" y="1743075"/>
            <a:ext cx="1066800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5400" b="1">
                <a:solidFill>
                  <a:srgbClr val="FFFFFF"/>
                </a:solidFill>
              </a:defRPr>
            </a:defPPr>
            <a:lvl1pPr algn="l">
              <a:buNone/>
              <a:defRPr sz="5400" b="1">
                <a:solidFill>
                  <a:srgbClr val="FFFFFF"/>
                </a:solidFill>
              </a:defRPr>
            </a:lvl1pPr>
            <a:lvl2pPr algn="l">
              <a:buNone/>
              <a:defRPr sz="5400" b="1">
                <a:solidFill>
                  <a:srgbClr val="FFFFFF"/>
                </a:solidFill>
              </a:defRPr>
            </a:lvl2pPr>
            <a:lvl3pPr algn="l">
              <a:buNone/>
              <a:defRPr sz="5400" b="1">
                <a:solidFill>
                  <a:srgbClr val="FFFFFF"/>
                </a:solidFill>
              </a:defRPr>
            </a:lvl3pPr>
            <a:lvl4pPr algn="l">
              <a:buNone/>
              <a:defRPr sz="5400" b="1">
                <a:solidFill>
                  <a:srgbClr val="FFFFFF"/>
                </a:solidFill>
              </a:defRPr>
            </a:lvl4pPr>
            <a:lvl5pPr algn="l">
              <a:buNone/>
              <a:defRPr sz="5400" b="1">
                <a:solidFill>
                  <a:srgbClr val="FFFFFF"/>
                </a:solidFill>
              </a:defRPr>
            </a:lvl5pPr>
            <a:lvl6pPr algn="l">
              <a:buNone/>
              <a:defRPr sz="5400" b="1">
                <a:solidFill>
                  <a:srgbClr val="FFFFFF"/>
                </a:solidFill>
              </a:defRPr>
            </a:lvl6pPr>
            <a:lvl7pPr algn="l">
              <a:buNone/>
              <a:defRPr sz="5400" b="1">
                <a:solidFill>
                  <a:srgbClr val="FFFFFF"/>
                </a:solidFill>
              </a:defRPr>
            </a:lvl7pPr>
            <a:lvl8pPr algn="l">
              <a:buNone/>
              <a:defRPr sz="5400" b="1">
                <a:solidFill>
                  <a:srgbClr val="FFFFFF"/>
                </a:solidFill>
              </a:defRPr>
            </a:lvl8pPr>
            <a:lvl9pPr algn="l">
              <a:buNone/>
              <a:defRPr sz="5400" b="1">
                <a:solidFill>
                  <a:srgbClr val="FFFFFF"/>
                </a:solidFill>
              </a:defRPr>
            </a:lvl9pPr>
          </a:lstStyle>
          <a:p xmlns:a="http://schemas.openxmlformats.org/drawingml/2006/main">
            <a:pPr algn="l">
              <a:buNone/>
              <a:defRPr sz="5400" b="1">
                <a:solidFill>
                  <a:srgbClr val="FFFFFF"/>
                </a:solidFill>
              </a:defRPr>
            </a:pPr>
            <a:r>
              <a:rPr sz="5400" b="1">
                <a:solidFill>
                  <a:srgbClr val="FFFFFF"/>
                </a:solidFill>
              </a:rPr>
              <a:t>Live demonstration</a:t>
            </a:r>
          </a:p>
        </p:txBody>
      </p:sp>
      <p:sp>
        <p:nvSpPr>
          <p:cNvPr id="14" name="">
            <a:extLst xmlns:a="http://schemas.openxmlformats.org/drawingml/2006/main">
              <a:ext uri="{FF2B5EF4-FFF2-40B4-BE49-F238E27FC236}">
                <a16:creationId xmlns:a16="http://schemas.microsoft.com/office/drawing/2014/main" id="{12CA80D0-948F-4A15-8062-A3169226E295}"/>
              </a:ext>
            </a:extLst>
          </p:cNvPr>
          <p:cNvSpPr>
            <a:spLocks xmlns:a="http://schemas.openxmlformats.org/drawingml/2006/main" noGrp="1"/>
          </p:cNvSpPr>
          <p:nvPr/>
        </p:nvSpPr>
        <p:spPr>
          <a:xfrm xmlns:a="http://schemas.openxmlformats.org/drawingml/2006/main">
            <a:off x="762000" y="3143250"/>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4C9614F-34B9-4D79-8F0E-519D72AFDF66}"/>
              </a:ext>
            </a:extLst>
          </p:cNvPr>
          <p:cNvSpPr>
            <a:spLocks xmlns:a="http://schemas.openxmlformats.org/drawingml/2006/main" noGrp="1"/>
          </p:cNvSpPr>
          <p:nvPr/>
        </p:nvSpPr>
        <p:spPr>
          <a:xfrm xmlns:a="http://schemas.openxmlformats.org/drawingml/2006/main">
            <a:off x="762000" y="36195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0">
                <a:solidFill>
                  <a:srgbClr val="D7D3CC"/>
                </a:solidFill>
              </a:defRPr>
            </a:defPPr>
            <a:lvl1pPr algn="l">
              <a:buNone/>
              <a:defRPr sz="3225" b="0">
                <a:solidFill>
                  <a:srgbClr val="D7D3CC"/>
                </a:solidFill>
              </a:defRPr>
            </a:lvl1pPr>
            <a:lvl2pPr algn="l">
              <a:buNone/>
              <a:defRPr sz="3225" b="0">
                <a:solidFill>
                  <a:srgbClr val="D7D3CC"/>
                </a:solidFill>
              </a:defRPr>
            </a:lvl2pPr>
            <a:lvl3pPr algn="l">
              <a:buNone/>
              <a:defRPr sz="3225" b="0">
                <a:solidFill>
                  <a:srgbClr val="D7D3CC"/>
                </a:solidFill>
              </a:defRPr>
            </a:lvl3pPr>
            <a:lvl4pPr algn="l">
              <a:buNone/>
              <a:defRPr sz="3225" b="0">
                <a:solidFill>
                  <a:srgbClr val="D7D3CC"/>
                </a:solidFill>
              </a:defRPr>
            </a:lvl4pPr>
            <a:lvl5pPr algn="l">
              <a:buNone/>
              <a:defRPr sz="3225" b="0">
                <a:solidFill>
                  <a:srgbClr val="D7D3CC"/>
                </a:solidFill>
              </a:defRPr>
            </a:lvl5pPr>
            <a:lvl6pPr algn="l">
              <a:buNone/>
              <a:defRPr sz="3225" b="0">
                <a:solidFill>
                  <a:srgbClr val="D7D3CC"/>
                </a:solidFill>
              </a:defRPr>
            </a:lvl6pPr>
            <a:lvl7pPr algn="l">
              <a:buNone/>
              <a:defRPr sz="3225" b="0">
                <a:solidFill>
                  <a:srgbClr val="D7D3CC"/>
                </a:solidFill>
              </a:defRPr>
            </a:lvl7pPr>
            <a:lvl8pPr algn="l">
              <a:buNone/>
              <a:defRPr sz="3225" b="0">
                <a:solidFill>
                  <a:srgbClr val="D7D3CC"/>
                </a:solidFill>
              </a:defRPr>
            </a:lvl8pPr>
            <a:lvl9pPr algn="l">
              <a:buNone/>
              <a:defRPr sz="3225" b="0">
                <a:solidFill>
                  <a:srgbClr val="D7D3CC"/>
                </a:solidFill>
              </a:defRPr>
            </a:lvl9pPr>
          </a:lstStyle>
          <a:p xmlns:a="http://schemas.openxmlformats.org/drawingml/2006/main">
            <a:pPr algn="l">
              <a:buNone/>
              <a:defRPr sz="3225" b="0">
                <a:solidFill>
                  <a:srgbClr val="D7D3CC"/>
                </a:solidFill>
              </a:defRPr>
            </a:pPr>
            <a:r>
              <a:rPr sz="3225" b="0">
                <a:solidFill>
                  <a:srgbClr val="D7D3CC"/>
                </a:solidFill>
              </a:rPr>
              <a:t>Camera  →  AI  →  action</a:t>
            </a:r>
          </a:p>
        </p:txBody>
      </p:sp>
      <p:sp>
        <p:nvSpPr>
          <p:cNvPr id="16" name="">
            <a:extLst xmlns:a="http://schemas.openxmlformats.org/drawingml/2006/main">
              <a:ext uri="{FF2B5EF4-FFF2-40B4-BE49-F238E27FC236}">
                <a16:creationId xmlns:a16="http://schemas.microsoft.com/office/drawing/2014/main" id="{C6039AD9-7994-4D3E-8716-1069E121FCFB}"/>
              </a:ext>
            </a:extLst>
          </p:cNvPr>
          <p:cNvSpPr>
            <a:spLocks xmlns:a="http://schemas.openxmlformats.org/drawingml/2006/main" noGrp="1"/>
          </p:cNvSpPr>
          <p:nvPr/>
        </p:nvSpPr>
        <p:spPr>
          <a:xfrm xmlns:a="http://schemas.openxmlformats.org/drawingml/2006/main">
            <a:off x="762000" y="5476875"/>
            <a:ext cx="106680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a:solidFill>
                  <a:srgbClr val="B89B68"/>
                </a:solidFill>
              </a:defRPr>
            </a:defPPr>
            <a:lvl1pPr algn="l">
              <a:buNone/>
              <a:defRPr sz="2175" b="1">
                <a:solidFill>
                  <a:srgbClr val="B89B68"/>
                </a:solidFill>
              </a:defRPr>
            </a:lvl1pPr>
            <a:lvl2pPr algn="l">
              <a:buNone/>
              <a:defRPr sz="2175" b="1">
                <a:solidFill>
                  <a:srgbClr val="B89B68"/>
                </a:solidFill>
              </a:defRPr>
            </a:lvl2pPr>
            <a:lvl3pPr algn="l">
              <a:buNone/>
              <a:defRPr sz="2175" b="1">
                <a:solidFill>
                  <a:srgbClr val="B89B68"/>
                </a:solidFill>
              </a:defRPr>
            </a:lvl3pPr>
            <a:lvl4pPr algn="l">
              <a:buNone/>
              <a:defRPr sz="2175" b="1">
                <a:solidFill>
                  <a:srgbClr val="B89B68"/>
                </a:solidFill>
              </a:defRPr>
            </a:lvl4pPr>
            <a:lvl5pPr algn="l">
              <a:buNone/>
              <a:defRPr sz="2175" b="1">
                <a:solidFill>
                  <a:srgbClr val="B89B68"/>
                </a:solidFill>
              </a:defRPr>
            </a:lvl5pPr>
            <a:lvl6pPr algn="l">
              <a:buNone/>
              <a:defRPr sz="2175" b="1">
                <a:solidFill>
                  <a:srgbClr val="B89B68"/>
                </a:solidFill>
              </a:defRPr>
            </a:lvl6pPr>
            <a:lvl7pPr algn="l">
              <a:buNone/>
              <a:defRPr sz="2175" b="1">
                <a:solidFill>
                  <a:srgbClr val="B89B68"/>
                </a:solidFill>
              </a:defRPr>
            </a:lvl7pPr>
            <a:lvl8pPr algn="l">
              <a:buNone/>
              <a:defRPr sz="2175" b="1">
                <a:solidFill>
                  <a:srgbClr val="B89B68"/>
                </a:solidFill>
              </a:defRPr>
            </a:lvl8pPr>
            <a:lvl9pPr algn="l">
              <a:buNone/>
              <a:defRPr sz="2175" b="1">
                <a:solidFill>
                  <a:srgbClr val="B89B68"/>
                </a:solidFill>
              </a:defRPr>
            </a:lvl9pPr>
          </a:lstStyle>
          <a:p xmlns:a="http://schemas.openxmlformats.org/drawingml/2006/main">
            <a:pPr algn="l">
              <a:buNone/>
              <a:defRPr sz="2175" b="1">
                <a:solidFill>
                  <a:srgbClr val="B89B68"/>
                </a:solidFill>
              </a:defRPr>
            </a:pPr>
            <a:r>
              <a:rPr sz="2175" b="1">
                <a:solidFill>
                  <a:srgbClr val="B89B68"/>
                </a:solidFill>
              </a:rPr>
              <a:t>Gatorade bottles · on-screen sorting</a:t>
            </a:r>
          </a:p>
        </p:txBody>
      </p:sp>
      <p:pic>
        <p:nvPicPr>
          <p:cNvPr id="17" name="">
            <a:extLst xmlns:a="http://schemas.openxmlformats.org/drawingml/2006/main">
              <a:ext uri="{FF2B5EF4-FFF2-40B4-BE49-F238E27FC236}">
                <a16:creationId xmlns:a16="http://schemas.microsoft.com/office/drawing/2014/main" id="{4CA3FA1A-E62A-44AA-A1AD-9F44F6E4CE9F}"/>
              </a:ext>
            </a:extLst>
          </p:cNvPr>
          <p:cNvPicPr>
            <a:picLocks xmlns:a="http://schemas.openxmlformats.org/drawingml/2006/main" noChangeAspect="1"/>
          </p:cNvPicPr>
          <p:nvPr/>
        </p:nvPicPr>
        <p:blipFill>
          <a:blip xmlns:r="http://schemas.openxmlformats.org/officeDocument/2006/relationships" xmlns:a="http://schemas.openxmlformats.org/drawingml/2006/main" r:embed="R7e6e9f1d956d42db"/>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111437009"/>
      </p:ext>
    </p:extLst>
  </p:cSld>
</p:sld>
</file>

<file path=ppt/slides/slide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CD18FE0C-79B6-4406-9ADE-45ECDECD2FB6}"/>
              </a:ext>
            </a:extLst>
          </p:cNvPr>
          <p:cNvPicPr>
            <a:picLocks xmlns:a="http://schemas.openxmlformats.org/drawingml/2006/main" noChangeAspect="1"/>
          </p:cNvPicPr>
          <p:nvPr/>
        </p:nvPicPr>
        <p:blipFill>
          <a:blip xmlns:r="http://schemas.openxmlformats.org/officeDocument/2006/relationships" xmlns:a="http://schemas.openxmlformats.org/drawingml/2006/main" r:embed="R4f24f81d22fe480a"/>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F2DEB24-D663-4BA2-A31D-A2320F79802D}"/>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EE45360-D461-437C-866A-31612F8A3562}"/>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06</a:t>
            </a:r>
          </a:p>
        </p:txBody>
      </p:sp>
      <p:sp>
        <p:nvSpPr>
          <p:cNvPr id="6" name="">
            <a:extLst xmlns:a="http://schemas.openxmlformats.org/drawingml/2006/main">
              <a:ext uri="{FF2B5EF4-FFF2-40B4-BE49-F238E27FC236}">
                <a16:creationId xmlns:a16="http://schemas.microsoft.com/office/drawing/2014/main" id="{FB3D4CF8-2614-413D-AA1A-3752E1E872B3}"/>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The hard problems</a:t>
            </a:r>
          </a:p>
        </p:txBody>
      </p:sp>
      <p:sp>
        <p:nvSpPr>
          <p:cNvPr id="7" name="">
            <a:extLst xmlns:a="http://schemas.openxmlformats.org/drawingml/2006/main">
              <a:ext uri="{FF2B5EF4-FFF2-40B4-BE49-F238E27FC236}">
                <a16:creationId xmlns:a16="http://schemas.microsoft.com/office/drawing/2014/main" id="{D6B9E863-CA43-469D-9ED7-D1C13769C957}"/>
              </a:ext>
            </a:extLst>
          </p:cNvPr>
          <p:cNvSpPr>
            <a:spLocks xmlns:a="http://schemas.openxmlformats.org/drawingml/2006/main" noGrp="1"/>
          </p:cNvSpPr>
          <p:nvPr/>
        </p:nvSpPr>
        <p:spPr>
          <a:xfrm xmlns:a="http://schemas.openxmlformats.org/drawingml/2006/main">
            <a:off x="762000"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AD952C-E08E-48E9-9624-EF72415B918D}"/>
              </a:ext>
            </a:extLst>
          </p:cNvPr>
          <p:cNvSpPr>
            <a:spLocks xmlns:a="http://schemas.openxmlformats.org/drawingml/2006/main" noGrp="1"/>
          </p:cNvSpPr>
          <p:nvPr/>
        </p:nvSpPr>
        <p:spPr>
          <a:xfrm xmlns:a="http://schemas.openxmlformats.org/drawingml/2006/main">
            <a:off x="762000"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Variation</a:t>
            </a:r>
          </a:p>
        </p:txBody>
      </p:sp>
      <p:sp>
        <p:nvSpPr>
          <p:cNvPr id="9" name="">
            <a:extLst xmlns:a="http://schemas.openxmlformats.org/drawingml/2006/main">
              <a:ext uri="{FF2B5EF4-FFF2-40B4-BE49-F238E27FC236}">
                <a16:creationId xmlns:a16="http://schemas.microsoft.com/office/drawing/2014/main" id="{DB4095DF-4B67-49E5-8C75-064E85267F86}"/>
              </a:ext>
            </a:extLst>
          </p:cNvPr>
          <p:cNvSpPr>
            <a:spLocks xmlns:a="http://schemas.openxmlformats.org/drawingml/2006/main" noGrp="1"/>
          </p:cNvSpPr>
          <p:nvPr/>
        </p:nvSpPr>
        <p:spPr>
          <a:xfrm xmlns:a="http://schemas.openxmlformats.org/drawingml/2006/main">
            <a:off x="762000"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Conditions keep changing</a:t>
            </a:r>
          </a:p>
        </p:txBody>
      </p:sp>
      <p:sp>
        <p:nvSpPr>
          <p:cNvPr id="10" name="">
            <a:extLst xmlns:a="http://schemas.openxmlformats.org/drawingml/2006/main">
              <a:ext uri="{FF2B5EF4-FFF2-40B4-BE49-F238E27FC236}">
                <a16:creationId xmlns:a16="http://schemas.microsoft.com/office/drawing/2014/main" id="{832988FA-746F-41F7-936A-2695BB4ABB7A}"/>
              </a:ext>
            </a:extLst>
          </p:cNvPr>
          <p:cNvSpPr>
            <a:spLocks xmlns:a="http://schemas.openxmlformats.org/drawingml/2006/main" noGrp="1"/>
          </p:cNvSpPr>
          <p:nvPr/>
        </p:nvSpPr>
        <p:spPr>
          <a:xfrm xmlns:a="http://schemas.openxmlformats.org/drawingml/2006/main">
            <a:off x="4619625"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ACC3804-D67F-4D4D-AA2E-7CD1DD5B7009}"/>
              </a:ext>
            </a:extLst>
          </p:cNvPr>
          <p:cNvSpPr>
            <a:spLocks xmlns:a="http://schemas.openxmlformats.org/drawingml/2006/main" noGrp="1"/>
          </p:cNvSpPr>
          <p:nvPr/>
        </p:nvSpPr>
        <p:spPr>
          <a:xfrm xmlns:a="http://schemas.openxmlformats.org/drawingml/2006/main">
            <a:off x="4619625"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Timing</a:t>
            </a:r>
          </a:p>
        </p:txBody>
      </p:sp>
      <p:sp>
        <p:nvSpPr>
          <p:cNvPr id="12" name="">
            <a:extLst xmlns:a="http://schemas.openxmlformats.org/drawingml/2006/main">
              <a:ext uri="{FF2B5EF4-FFF2-40B4-BE49-F238E27FC236}">
                <a16:creationId xmlns:a16="http://schemas.microsoft.com/office/drawing/2014/main" id="{795886BB-A070-41DE-91CC-B6C8AF5BEF2E}"/>
              </a:ext>
            </a:extLst>
          </p:cNvPr>
          <p:cNvSpPr>
            <a:spLocks xmlns:a="http://schemas.openxmlformats.org/drawingml/2006/main" noGrp="1"/>
          </p:cNvSpPr>
          <p:nvPr/>
        </p:nvSpPr>
        <p:spPr>
          <a:xfrm xmlns:a="http://schemas.openxmlformats.org/drawingml/2006/main">
            <a:off x="4619625"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Decisions at production pace</a:t>
            </a:r>
          </a:p>
        </p:txBody>
      </p:sp>
      <p:sp>
        <p:nvSpPr>
          <p:cNvPr id="13" name="">
            <a:extLst xmlns:a="http://schemas.openxmlformats.org/drawingml/2006/main">
              <a:ext uri="{FF2B5EF4-FFF2-40B4-BE49-F238E27FC236}">
                <a16:creationId xmlns:a16="http://schemas.microsoft.com/office/drawing/2014/main" id="{88F62B69-EDDE-43E9-AD12-8898FD00CABF}"/>
              </a:ext>
            </a:extLst>
          </p:cNvPr>
          <p:cNvSpPr>
            <a:spLocks xmlns:a="http://schemas.openxmlformats.org/drawingml/2006/main" noGrp="1"/>
          </p:cNvSpPr>
          <p:nvPr/>
        </p:nvSpPr>
        <p:spPr>
          <a:xfrm xmlns:a="http://schemas.openxmlformats.org/drawingml/2006/main">
            <a:off x="8477250"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0C81D36-75C2-4336-9810-148AF4F68960}"/>
              </a:ext>
            </a:extLst>
          </p:cNvPr>
          <p:cNvSpPr>
            <a:spLocks xmlns:a="http://schemas.openxmlformats.org/drawingml/2006/main" noGrp="1"/>
          </p:cNvSpPr>
          <p:nvPr/>
        </p:nvSpPr>
        <p:spPr>
          <a:xfrm xmlns:a="http://schemas.openxmlformats.org/drawingml/2006/main">
            <a:off x="8477250"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Reliability</a:t>
            </a:r>
          </a:p>
        </p:txBody>
      </p:sp>
      <p:sp>
        <p:nvSpPr>
          <p:cNvPr id="15" name="">
            <a:extLst xmlns:a="http://schemas.openxmlformats.org/drawingml/2006/main">
              <a:ext uri="{FF2B5EF4-FFF2-40B4-BE49-F238E27FC236}">
                <a16:creationId xmlns:a16="http://schemas.microsoft.com/office/drawing/2014/main" id="{E7364BE6-3047-4D07-9FD7-864E59F93573}"/>
              </a:ext>
            </a:extLst>
          </p:cNvPr>
          <p:cNvSpPr>
            <a:spLocks xmlns:a="http://schemas.openxmlformats.org/drawingml/2006/main" noGrp="1"/>
          </p:cNvSpPr>
          <p:nvPr/>
        </p:nvSpPr>
        <p:spPr>
          <a:xfrm xmlns:a="http://schemas.openxmlformats.org/drawingml/2006/main">
            <a:off x="8477250"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Results people can trust</a:t>
            </a:r>
          </a:p>
        </p:txBody>
      </p:sp>
      <p:sp>
        <p:nvSpPr>
          <p:cNvPr id="16" name="">
            <a:extLst xmlns:a="http://schemas.openxmlformats.org/drawingml/2006/main">
              <a:ext uri="{FF2B5EF4-FFF2-40B4-BE49-F238E27FC236}">
                <a16:creationId xmlns:a16="http://schemas.microsoft.com/office/drawing/2014/main" id="{F6D2616A-6042-450A-9DEC-1B34BAABD755}"/>
              </a:ext>
            </a:extLst>
          </p:cNvPr>
          <p:cNvSpPr>
            <a:spLocks xmlns:a="http://schemas.openxmlformats.org/drawingml/2006/main" noGrp="1"/>
          </p:cNvSpPr>
          <p:nvPr/>
        </p:nvSpPr>
        <p:spPr>
          <a:xfrm xmlns:a="http://schemas.openxmlformats.org/drawingml/2006/main">
            <a:off x="762000" y="53625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The next era is built here.</a:t>
            </a:r>
          </a:p>
        </p:txBody>
      </p:sp>
      <p:pic>
        <p:nvPicPr>
          <p:cNvPr id="17" name="">
            <a:extLst xmlns:a="http://schemas.openxmlformats.org/drawingml/2006/main">
              <a:ext uri="{FF2B5EF4-FFF2-40B4-BE49-F238E27FC236}">
                <a16:creationId xmlns:a16="http://schemas.microsoft.com/office/drawing/2014/main" id="{FF502747-4977-466F-9002-5C13B4B923E6}"/>
              </a:ext>
            </a:extLst>
          </p:cNvPr>
          <p:cNvPicPr>
            <a:picLocks xmlns:a="http://schemas.openxmlformats.org/drawingml/2006/main" noChangeAspect="1"/>
          </p:cNvPicPr>
          <p:nvPr/>
        </p:nvPicPr>
        <p:blipFill>
          <a:blip xmlns:r="http://schemas.openxmlformats.org/officeDocument/2006/relationships" xmlns:a="http://schemas.openxmlformats.org/drawingml/2006/main" r:embed="R06dc5d0f440048a1"/>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0FAC396-B4BA-4333-AFC9-11F641BC3B93}"/>
              </a:ext>
            </a:extLst>
          </p:cNvPr>
          <p:cNvSpPr>
            <a:spLocks xmlns:a="http://schemas.openxmlformats.org/drawingml/2006/main" noGrp="1"/>
          </p:cNvSpPr>
          <p:nvPr/>
        </p:nvSpPr>
        <p:spPr>
          <a:xfrm xmlns:a="http://schemas.openxmlformats.org/drawingml/2006/main">
            <a:off x="762000" y="17240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826941"/>
                </a:solidFill>
              </a:defRPr>
            </a:defPPr>
            <a:lvl1pPr algn="l">
              <a:buNone/>
              <a:defRPr sz="2175" b="0">
                <a:solidFill>
                  <a:srgbClr val="826941"/>
                </a:solidFill>
              </a:defRPr>
            </a:lvl1pPr>
            <a:lvl2pPr algn="l">
              <a:buNone/>
              <a:defRPr sz="2175" b="0">
                <a:solidFill>
                  <a:srgbClr val="826941"/>
                </a:solidFill>
              </a:defRPr>
            </a:lvl2pPr>
            <a:lvl3pPr algn="l">
              <a:buNone/>
              <a:defRPr sz="2175" b="0">
                <a:solidFill>
                  <a:srgbClr val="826941"/>
                </a:solidFill>
              </a:defRPr>
            </a:lvl3pPr>
            <a:lvl4pPr algn="l">
              <a:buNone/>
              <a:defRPr sz="2175" b="0">
                <a:solidFill>
                  <a:srgbClr val="826941"/>
                </a:solidFill>
              </a:defRPr>
            </a:lvl4pPr>
            <a:lvl5pPr algn="l">
              <a:buNone/>
              <a:defRPr sz="2175" b="0">
                <a:solidFill>
                  <a:srgbClr val="826941"/>
                </a:solidFill>
              </a:defRPr>
            </a:lvl5pPr>
            <a:lvl6pPr algn="l">
              <a:buNone/>
              <a:defRPr sz="2175" b="0">
                <a:solidFill>
                  <a:srgbClr val="826941"/>
                </a:solidFill>
              </a:defRPr>
            </a:lvl6pPr>
            <a:lvl7pPr algn="l">
              <a:buNone/>
              <a:defRPr sz="2175" b="0">
                <a:solidFill>
                  <a:srgbClr val="826941"/>
                </a:solidFill>
              </a:defRPr>
            </a:lvl7pPr>
            <a:lvl8pPr algn="l">
              <a:buNone/>
              <a:defRPr sz="2175" b="0">
                <a:solidFill>
                  <a:srgbClr val="826941"/>
                </a:solidFill>
              </a:defRPr>
            </a:lvl8pPr>
            <a:lvl9pPr algn="l">
              <a:buNone/>
              <a:defRPr sz="2175" b="0">
                <a:solidFill>
                  <a:srgbClr val="826941"/>
                </a:solidFill>
              </a:defRPr>
            </a:lvl9pPr>
          </a:lstStyle>
          <a:p xmlns:a="http://schemas.openxmlformats.org/drawingml/2006/main">
            <a:pPr algn="l">
              <a:buNone/>
              <a:defRPr sz="2175" b="0">
                <a:solidFill>
                  <a:srgbClr val="826941"/>
                </a:solidFill>
              </a:defRPr>
            </a:pPr>
            <a:r>
              <a:rPr sz="2175" b="0">
                <a:solidFill>
                  <a:srgbClr val="826941"/>
                </a:solidFill>
              </a:rPr>
              <a:t>The factory floor changes. Our systems must keep working.</a:t>
            </a:r>
          </a:p>
        </p:txBody>
      </p:sp>
    </p:spTree>
    <p:extLst>
      <p:ext uri="{BB962C8B-B14F-4D97-AF65-F5344CB8AC3E}">
        <p14:creationId xmlns:p14="http://schemas.microsoft.com/office/powerpoint/2010/main" val="1354752982"/>
      </p:ext>
    </p:extLst>
  </p:cSld>
</p:sld>
</file>

<file path=ppt/slides/slide7.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36F709BE-44EE-4B8B-BC1E-2B87D9EF53C2}"/>
              </a:ext>
            </a:extLst>
          </p:cNvPr>
          <p:cNvPicPr>
            <a:picLocks xmlns:a="http://schemas.openxmlformats.org/drawingml/2006/main" noChangeAspect="1"/>
          </p:cNvPicPr>
          <p:nvPr/>
        </p:nvPicPr>
        <p:blipFill>
          <a:blip xmlns:r="http://schemas.openxmlformats.org/officeDocument/2006/relationships" xmlns:a="http://schemas.openxmlformats.org/drawingml/2006/main" r:embed="Re8b95dd8900441d2"/>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10ABF02-F9DB-45E6-9869-04441741F49C}"/>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3D0A745-D940-4D4C-983B-436E66A780F9}"/>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07</a:t>
            </a:r>
          </a:p>
        </p:txBody>
      </p:sp>
      <p:sp>
        <p:nvSpPr>
          <p:cNvPr id="6" name="">
            <a:extLst xmlns:a="http://schemas.openxmlformats.org/drawingml/2006/main">
              <a:ext uri="{FF2B5EF4-FFF2-40B4-BE49-F238E27FC236}">
                <a16:creationId xmlns:a16="http://schemas.microsoft.com/office/drawing/2014/main" id="{2B22578E-7CB2-49B9-BDF2-86899271560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Come fight for what’s next</a:t>
            </a:r>
          </a:p>
        </p:txBody>
      </p:sp>
      <p:sp>
        <p:nvSpPr>
          <p:cNvPr id="7" name="">
            <a:extLst xmlns:a="http://schemas.openxmlformats.org/drawingml/2006/main">
              <a:ext uri="{FF2B5EF4-FFF2-40B4-BE49-F238E27FC236}">
                <a16:creationId xmlns:a16="http://schemas.microsoft.com/office/drawing/2014/main" id="{A8F264D8-3E1A-4EE0-A8A2-97AD17E57C58}"/>
              </a:ext>
            </a:extLst>
          </p:cNvPr>
          <p:cNvSpPr>
            <a:spLocks xmlns:a="http://schemas.openxmlformats.org/drawingml/2006/main" noGrp="1"/>
          </p:cNvSpPr>
          <p:nvPr/>
        </p:nvSpPr>
        <p:spPr>
          <a:xfrm xmlns:a="http://schemas.openxmlformats.org/drawingml/2006/main">
            <a:off x="762000" y="1914525"/>
            <a:ext cx="10668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0">
                <a:solidFill>
                  <a:srgbClr val="D7D3CC"/>
                </a:solidFill>
              </a:defRPr>
            </a:defPPr>
            <a:lvl1pPr algn="l">
              <a:buNone/>
              <a:defRPr sz="2550" b="0">
                <a:solidFill>
                  <a:srgbClr val="D7D3CC"/>
                </a:solidFill>
              </a:defRPr>
            </a:lvl1pPr>
            <a:lvl2pPr algn="l">
              <a:buNone/>
              <a:defRPr sz="2550" b="0">
                <a:solidFill>
                  <a:srgbClr val="D7D3CC"/>
                </a:solidFill>
              </a:defRPr>
            </a:lvl2pPr>
            <a:lvl3pPr algn="l">
              <a:buNone/>
              <a:defRPr sz="2550" b="0">
                <a:solidFill>
                  <a:srgbClr val="D7D3CC"/>
                </a:solidFill>
              </a:defRPr>
            </a:lvl3pPr>
            <a:lvl4pPr algn="l">
              <a:buNone/>
              <a:defRPr sz="2550" b="0">
                <a:solidFill>
                  <a:srgbClr val="D7D3CC"/>
                </a:solidFill>
              </a:defRPr>
            </a:lvl4pPr>
            <a:lvl5pPr algn="l">
              <a:buNone/>
              <a:defRPr sz="2550" b="0">
                <a:solidFill>
                  <a:srgbClr val="D7D3CC"/>
                </a:solidFill>
              </a:defRPr>
            </a:lvl5pPr>
            <a:lvl6pPr algn="l">
              <a:buNone/>
              <a:defRPr sz="2550" b="0">
                <a:solidFill>
                  <a:srgbClr val="D7D3CC"/>
                </a:solidFill>
              </a:defRPr>
            </a:lvl6pPr>
            <a:lvl7pPr algn="l">
              <a:buNone/>
              <a:defRPr sz="2550" b="0">
                <a:solidFill>
                  <a:srgbClr val="D7D3CC"/>
                </a:solidFill>
              </a:defRPr>
            </a:lvl7pPr>
            <a:lvl8pPr algn="l">
              <a:buNone/>
              <a:defRPr sz="2550" b="0">
                <a:solidFill>
                  <a:srgbClr val="D7D3CC"/>
                </a:solidFill>
              </a:defRPr>
            </a:lvl8pPr>
            <a:lvl9pPr algn="l">
              <a:buNone/>
              <a:defRPr sz="2550" b="0">
                <a:solidFill>
                  <a:srgbClr val="D7D3CC"/>
                </a:solidFill>
              </a:defRPr>
            </a:lvl9pPr>
          </a:lstStyle>
          <a:p xmlns:a="http://schemas.openxmlformats.org/drawingml/2006/main">
            <a:pPr algn="l">
              <a:buNone/>
              <a:defRPr sz="2550" b="0">
                <a:solidFill>
                  <a:srgbClr val="D7D3CC"/>
                </a:solidFill>
              </a:defRPr>
            </a:pPr>
            <a:r>
              <a:rPr sz="2550" b="0">
                <a:solidFill>
                  <a:srgbClr val="D7D3CC"/>
                </a:solidFill>
              </a:rPr>
              <a:t>We’re looking for talent across Remington + TKG.</a:t>
            </a:r>
          </a:p>
        </p:txBody>
      </p:sp>
      <p:sp>
        <p:nvSpPr>
          <p:cNvPr id="8" name="">
            <a:extLst xmlns:a="http://schemas.openxmlformats.org/drawingml/2006/main">
              <a:ext uri="{FF2B5EF4-FFF2-40B4-BE49-F238E27FC236}">
                <a16:creationId xmlns:a16="http://schemas.microsoft.com/office/drawing/2014/main" id="{06A939A6-90C0-415D-AB28-3C7CB67FA099}"/>
              </a:ext>
            </a:extLst>
          </p:cNvPr>
          <p:cNvSpPr>
            <a:spLocks xmlns:a="http://schemas.openxmlformats.org/drawingml/2006/main" noGrp="1"/>
          </p:cNvSpPr>
          <p:nvPr/>
        </p:nvSpPr>
        <p:spPr>
          <a:xfrm xmlns:a="http://schemas.openxmlformats.org/drawingml/2006/main">
            <a:off x="762000" y="30956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4744218-722E-48F3-9C24-808EBB841409}"/>
              </a:ext>
            </a:extLst>
          </p:cNvPr>
          <p:cNvSpPr>
            <a:spLocks xmlns:a="http://schemas.openxmlformats.org/drawingml/2006/main" noGrp="1"/>
          </p:cNvSpPr>
          <p:nvPr/>
        </p:nvSpPr>
        <p:spPr>
          <a:xfrm xmlns:a="http://schemas.openxmlformats.org/drawingml/2006/main">
            <a:off x="762000"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Mechanical</a:t>
            </a:r>
          </a:p>
        </p:txBody>
      </p:sp>
      <p:sp>
        <p:nvSpPr>
          <p:cNvPr id="10" name="">
            <a:extLst xmlns:a="http://schemas.openxmlformats.org/drawingml/2006/main">
              <a:ext uri="{FF2B5EF4-FFF2-40B4-BE49-F238E27FC236}">
                <a16:creationId xmlns:a16="http://schemas.microsoft.com/office/drawing/2014/main" id="{7D7D84E3-78BC-4B0D-A529-C6090D50BC99}"/>
              </a:ext>
            </a:extLst>
          </p:cNvPr>
          <p:cNvSpPr>
            <a:spLocks xmlns:a="http://schemas.openxmlformats.org/drawingml/2006/main" noGrp="1"/>
          </p:cNvSpPr>
          <p:nvPr/>
        </p:nvSpPr>
        <p:spPr>
          <a:xfrm xmlns:a="http://schemas.openxmlformats.org/drawingml/2006/main">
            <a:off x="3571875"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Controls</a:t>
            </a:r>
          </a:p>
        </p:txBody>
      </p:sp>
      <p:sp>
        <p:nvSpPr>
          <p:cNvPr id="11" name="">
            <a:extLst xmlns:a="http://schemas.openxmlformats.org/drawingml/2006/main">
              <a:ext uri="{FF2B5EF4-FFF2-40B4-BE49-F238E27FC236}">
                <a16:creationId xmlns:a16="http://schemas.microsoft.com/office/drawing/2014/main" id="{6797CC3E-1542-433F-A4E2-BBA9FBCF3E04}"/>
              </a:ext>
            </a:extLst>
          </p:cNvPr>
          <p:cNvSpPr>
            <a:spLocks xmlns:a="http://schemas.openxmlformats.org/drawingml/2006/main" noGrp="1"/>
          </p:cNvSpPr>
          <p:nvPr/>
        </p:nvSpPr>
        <p:spPr>
          <a:xfrm xmlns:a="http://schemas.openxmlformats.org/drawingml/2006/main">
            <a:off x="6286500"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Software</a:t>
            </a:r>
          </a:p>
        </p:txBody>
      </p:sp>
      <p:sp>
        <p:nvSpPr>
          <p:cNvPr id="12" name="">
            <a:extLst xmlns:a="http://schemas.openxmlformats.org/drawingml/2006/main">
              <a:ext uri="{FF2B5EF4-FFF2-40B4-BE49-F238E27FC236}">
                <a16:creationId xmlns:a16="http://schemas.microsoft.com/office/drawing/2014/main" id="{5CA965B3-A4CA-4CEA-BA93-7441CAE2540A}"/>
              </a:ext>
            </a:extLst>
          </p:cNvPr>
          <p:cNvSpPr>
            <a:spLocks xmlns:a="http://schemas.openxmlformats.org/drawingml/2006/main" noGrp="1"/>
          </p:cNvSpPr>
          <p:nvPr/>
        </p:nvSpPr>
        <p:spPr>
          <a:xfrm xmlns:a="http://schemas.openxmlformats.org/drawingml/2006/main">
            <a:off x="9001125"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Testing</a:t>
            </a:r>
          </a:p>
        </p:txBody>
      </p:sp>
      <p:pic>
        <p:nvPicPr>
          <p:cNvPr id="13" name="">
            <a:extLst xmlns:a="http://schemas.openxmlformats.org/drawingml/2006/main">
              <a:ext uri="{FF2B5EF4-FFF2-40B4-BE49-F238E27FC236}">
                <a16:creationId xmlns:a16="http://schemas.microsoft.com/office/drawing/2014/main" id="{10C85B9B-3F8A-4C41-8B6E-740345F26602}"/>
              </a:ext>
            </a:extLst>
          </p:cNvPr>
          <p:cNvPicPr>
            <a:picLocks xmlns:a="http://schemas.openxmlformats.org/drawingml/2006/main" noChangeAspect="1"/>
          </p:cNvPicPr>
          <p:nvPr/>
        </p:nvPicPr>
        <p:blipFill>
          <a:blip xmlns:r="http://schemas.openxmlformats.org/officeDocument/2006/relationships" xmlns:a="http://schemas.openxmlformats.org/drawingml/2006/main" r:embed="R8a2e8338933547f8"/>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5290C0A7-0F49-47E1-8600-F62062342504}"/>
              </a:ext>
            </a:extLst>
          </p:cNvPr>
          <p:cNvSpPr>
            <a:spLocks xmlns:a="http://schemas.openxmlformats.org/drawingml/2006/main" noGrp="1"/>
          </p:cNvSpPr>
          <p:nvPr/>
        </p:nvSpPr>
        <p:spPr>
          <a:xfrm xmlns:a="http://schemas.openxmlformats.org/drawingml/2006/main">
            <a:off x="762000" y="50958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475" b="1">
                <a:solidFill>
                  <a:srgbClr val="FFFFFF"/>
                </a:solidFill>
              </a:defRPr>
            </a:defPPr>
            <a:lvl1pPr algn="l">
              <a:buNone/>
              <a:defRPr sz="2475" b="1">
                <a:solidFill>
                  <a:srgbClr val="FFFFFF"/>
                </a:solidFill>
              </a:defRPr>
            </a:lvl1pPr>
            <a:lvl2pPr algn="l">
              <a:buNone/>
              <a:defRPr sz="2475" b="1">
                <a:solidFill>
                  <a:srgbClr val="FFFFFF"/>
                </a:solidFill>
              </a:defRPr>
            </a:lvl2pPr>
            <a:lvl3pPr algn="l">
              <a:buNone/>
              <a:defRPr sz="2475" b="1">
                <a:solidFill>
                  <a:srgbClr val="FFFFFF"/>
                </a:solidFill>
              </a:defRPr>
            </a:lvl3pPr>
            <a:lvl4pPr algn="l">
              <a:buNone/>
              <a:defRPr sz="2475" b="1">
                <a:solidFill>
                  <a:srgbClr val="FFFFFF"/>
                </a:solidFill>
              </a:defRPr>
            </a:lvl4pPr>
            <a:lvl5pPr algn="l">
              <a:buNone/>
              <a:defRPr sz="2475" b="1">
                <a:solidFill>
                  <a:srgbClr val="FFFFFF"/>
                </a:solidFill>
              </a:defRPr>
            </a:lvl5pPr>
            <a:lvl6pPr algn="l">
              <a:buNone/>
              <a:defRPr sz="2475" b="1">
                <a:solidFill>
                  <a:srgbClr val="FFFFFF"/>
                </a:solidFill>
              </a:defRPr>
            </a:lvl6pPr>
            <a:lvl7pPr algn="l">
              <a:buNone/>
              <a:defRPr sz="2475" b="1">
                <a:solidFill>
                  <a:srgbClr val="FFFFFF"/>
                </a:solidFill>
              </a:defRPr>
            </a:lvl7pPr>
            <a:lvl8pPr algn="l">
              <a:buNone/>
              <a:defRPr sz="2475" b="1">
                <a:solidFill>
                  <a:srgbClr val="FFFFFF"/>
                </a:solidFill>
              </a:defRPr>
            </a:lvl8pPr>
            <a:lvl9pPr algn="l">
              <a:buNone/>
              <a:defRPr sz="2475" b="1">
                <a:solidFill>
                  <a:srgbClr val="FFFFFF"/>
                </a:solidFill>
              </a:defRPr>
            </a:lvl9pPr>
          </a:lstStyle>
          <a:p xmlns:a="http://schemas.openxmlformats.org/drawingml/2006/main">
            <a:pPr algn="l">
              <a:buNone/>
              <a:defRPr sz="2475" b="1">
                <a:solidFill>
                  <a:srgbClr val="FFFFFF"/>
                </a:solidFill>
              </a:defRPr>
            </a:pPr>
            <a:r>
              <a:rPr sz="2475" b="1">
                <a:solidFill>
                  <a:srgbClr val="FFFFFF"/>
                </a:solidFill>
              </a:rPr>
              <a:t>Help build the next generation of manufacturing.</a:t>
            </a:r>
          </a:p>
        </p:txBody>
      </p:sp>
      <p:sp>
        <p:nvSpPr>
          <p:cNvPr id="15" name="">
            <a:extLst xmlns:a="http://schemas.openxmlformats.org/drawingml/2006/main">
              <a:ext uri="{FF2B5EF4-FFF2-40B4-BE49-F238E27FC236}">
                <a16:creationId xmlns:a16="http://schemas.microsoft.com/office/drawing/2014/main" id="{09AC483C-D3D5-493F-AE55-33FAF45838EA}"/>
              </a:ext>
            </a:extLst>
          </p:cNvPr>
          <p:cNvSpPr>
            <a:spLocks xmlns:a="http://schemas.openxmlformats.org/drawingml/2006/main" noGrp="1"/>
          </p:cNvSpPr>
          <p:nvPr/>
        </p:nvSpPr>
        <p:spPr>
          <a:xfrm xmlns:a="http://schemas.openxmlformats.org/drawingml/2006/main">
            <a:off x="762000"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Equipment that lasts</a:t>
            </a:r>
          </a:p>
        </p:txBody>
      </p:sp>
      <p:sp>
        <p:nvSpPr>
          <p:cNvPr id="16" name="">
            <a:extLst xmlns:a="http://schemas.openxmlformats.org/drawingml/2006/main">
              <a:ext uri="{FF2B5EF4-FFF2-40B4-BE49-F238E27FC236}">
                <a16:creationId xmlns:a16="http://schemas.microsoft.com/office/drawing/2014/main" id="{9E5F7957-3A9B-415D-8C36-332589ECC0DC}"/>
              </a:ext>
            </a:extLst>
          </p:cNvPr>
          <p:cNvSpPr>
            <a:spLocks xmlns:a="http://schemas.openxmlformats.org/drawingml/2006/main" noGrp="1"/>
          </p:cNvSpPr>
          <p:nvPr/>
        </p:nvSpPr>
        <p:spPr>
          <a:xfrm xmlns:a="http://schemas.openxmlformats.org/drawingml/2006/main">
            <a:off x="3571875"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Reliable response</a:t>
            </a:r>
          </a:p>
        </p:txBody>
      </p:sp>
      <p:sp>
        <p:nvSpPr>
          <p:cNvPr id="17" name="">
            <a:extLst xmlns:a="http://schemas.openxmlformats.org/drawingml/2006/main">
              <a:ext uri="{FF2B5EF4-FFF2-40B4-BE49-F238E27FC236}">
                <a16:creationId xmlns:a16="http://schemas.microsoft.com/office/drawing/2014/main" id="{FBB7711F-7F30-40CB-874B-0C814957BDA0}"/>
              </a:ext>
            </a:extLst>
          </p:cNvPr>
          <p:cNvSpPr>
            <a:spLocks xmlns:a="http://schemas.openxmlformats.org/drawingml/2006/main" noGrp="1"/>
          </p:cNvSpPr>
          <p:nvPr/>
        </p:nvSpPr>
        <p:spPr>
          <a:xfrm xmlns:a="http://schemas.openxmlformats.org/drawingml/2006/main">
            <a:off x="6286500"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Tools for the floor</a:t>
            </a:r>
          </a:p>
        </p:txBody>
      </p:sp>
      <p:sp>
        <p:nvSpPr>
          <p:cNvPr id="18" name="">
            <a:extLst xmlns:a="http://schemas.openxmlformats.org/drawingml/2006/main">
              <a:ext uri="{FF2B5EF4-FFF2-40B4-BE49-F238E27FC236}">
                <a16:creationId xmlns:a16="http://schemas.microsoft.com/office/drawing/2014/main" id="{930E2BB4-B584-4049-88AD-2A0C46588393}"/>
              </a:ext>
            </a:extLst>
          </p:cNvPr>
          <p:cNvSpPr>
            <a:spLocks xmlns:a="http://schemas.openxmlformats.org/drawingml/2006/main" noGrp="1"/>
          </p:cNvSpPr>
          <p:nvPr/>
        </p:nvSpPr>
        <p:spPr>
          <a:xfrm xmlns:a="http://schemas.openxmlformats.org/drawingml/2006/main">
            <a:off x="9001125"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Proof in real conditions</a:t>
            </a:r>
          </a:p>
        </p:txBody>
      </p:sp>
    </p:spTree>
    <p:extLst>
      <p:ext uri="{BB962C8B-B14F-4D97-AF65-F5344CB8AC3E}">
        <p14:creationId xmlns:p14="http://schemas.microsoft.com/office/powerpoint/2010/main" val="1846883819"/>
      </p:ext>
    </p:extLst>
  </p:cSld>
</p:sld>
</file>

<file path=ppt/slides/slide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856DFAE6-72B8-407D-B815-72CF09F725CD}"/>
              </a:ext>
            </a:extLst>
          </p:cNvPr>
          <p:cNvPicPr>
            <a:picLocks xmlns:a="http://schemas.openxmlformats.org/drawingml/2006/main" noChangeAspect="1"/>
          </p:cNvPicPr>
          <p:nvPr/>
        </p:nvPicPr>
        <p:blipFill>
          <a:blip xmlns:r="http://schemas.openxmlformats.org/officeDocument/2006/relationships" xmlns:a="http://schemas.openxmlformats.org/drawingml/2006/main" r:embed="R8d97783121f3411f"/>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B11A55EC-765B-4B2C-89E2-C381BF57D38B}"/>
              </a:ext>
            </a:extLst>
          </p:cNvPr>
          <p:cNvPicPr>
            <a:picLocks xmlns:a="http://schemas.openxmlformats.org/drawingml/2006/main" noChangeAspect="1"/>
          </p:cNvPicPr>
          <p:nvPr/>
        </p:nvPicPr>
        <p:blipFill>
          <a:blip xmlns:r="http://schemas.openxmlformats.org/officeDocument/2006/relationships" xmlns:a="http://schemas.openxmlformats.org/drawingml/2006/main" r:embed="R6dd6e00de20444dd"/>
          <a:stretch xmlns:a="http://schemas.openxmlformats.org/drawingml/2006/main"/>
        </p:blipFill>
        <p:spPr>
          <a:xfrm xmlns:a="http://schemas.openxmlformats.org/drawingml/2006/main">
            <a:off x="8420100" y="2028825"/>
            <a:ext cx="2857500" cy="2857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04BD054-C11E-497F-9C8C-692390B2F26E}"/>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B5C4393-4594-41A1-B382-575EC6333BF7}"/>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08</a:t>
            </a:r>
          </a:p>
        </p:txBody>
      </p:sp>
      <p:sp>
        <p:nvSpPr>
          <p:cNvPr id="10" name="">
            <a:extLst xmlns:a="http://schemas.openxmlformats.org/drawingml/2006/main">
              <a:ext uri="{FF2B5EF4-FFF2-40B4-BE49-F238E27FC236}">
                <a16:creationId xmlns:a16="http://schemas.microsoft.com/office/drawing/2014/main" id="{1367936C-B77C-47B6-AC09-EAA057CF0C54}"/>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Try it yourself</a:t>
            </a:r>
          </a:p>
        </p:txBody>
      </p:sp>
      <p:sp>
        <p:nvSpPr>
          <p:cNvPr id="11" name="">
            <a:extLst xmlns:a="http://schemas.openxmlformats.org/drawingml/2006/main">
              <a:ext uri="{FF2B5EF4-FFF2-40B4-BE49-F238E27FC236}">
                <a16:creationId xmlns:a16="http://schemas.microsoft.com/office/drawing/2014/main" id="{47BE2F6C-A6D2-4EE7-B292-8E8489190D54}"/>
              </a:ext>
            </a:extLst>
          </p:cNvPr>
          <p:cNvSpPr>
            <a:spLocks xmlns:a="http://schemas.openxmlformats.org/drawingml/2006/main" noGrp="1"/>
          </p:cNvSpPr>
          <p:nvPr/>
        </p:nvSpPr>
        <p:spPr>
          <a:xfrm xmlns:a="http://schemas.openxmlformats.org/drawingml/2006/main">
            <a:off x="762000" y="2409825"/>
            <a:ext cx="7143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900" b="1">
                <a:solidFill>
                  <a:srgbClr val="231F20"/>
                </a:solidFill>
              </a:defRPr>
            </a:defPPr>
            <a:lvl1pPr algn="l">
              <a:buNone/>
              <a:defRPr sz="3900" b="1">
                <a:solidFill>
                  <a:srgbClr val="231F20"/>
                </a:solidFill>
              </a:defRPr>
            </a:lvl1pPr>
            <a:lvl2pPr algn="l">
              <a:buNone/>
              <a:defRPr sz="3900" b="1">
                <a:solidFill>
                  <a:srgbClr val="231F20"/>
                </a:solidFill>
              </a:defRPr>
            </a:lvl2pPr>
            <a:lvl3pPr algn="l">
              <a:buNone/>
              <a:defRPr sz="3900" b="1">
                <a:solidFill>
                  <a:srgbClr val="231F20"/>
                </a:solidFill>
              </a:defRPr>
            </a:lvl3pPr>
            <a:lvl4pPr algn="l">
              <a:buNone/>
              <a:defRPr sz="3900" b="1">
                <a:solidFill>
                  <a:srgbClr val="231F20"/>
                </a:solidFill>
              </a:defRPr>
            </a:lvl4pPr>
            <a:lvl5pPr algn="l">
              <a:buNone/>
              <a:defRPr sz="3900" b="1">
                <a:solidFill>
                  <a:srgbClr val="231F20"/>
                </a:solidFill>
              </a:defRPr>
            </a:lvl5pPr>
            <a:lvl6pPr algn="l">
              <a:buNone/>
              <a:defRPr sz="3900" b="1">
                <a:solidFill>
                  <a:srgbClr val="231F20"/>
                </a:solidFill>
              </a:defRPr>
            </a:lvl6pPr>
            <a:lvl7pPr algn="l">
              <a:buNone/>
              <a:defRPr sz="3900" b="1">
                <a:solidFill>
                  <a:srgbClr val="231F20"/>
                </a:solidFill>
              </a:defRPr>
            </a:lvl7pPr>
            <a:lvl8pPr algn="l">
              <a:buNone/>
              <a:defRPr sz="3900" b="1">
                <a:solidFill>
                  <a:srgbClr val="231F20"/>
                </a:solidFill>
              </a:defRPr>
            </a:lvl8pPr>
            <a:lvl9pPr algn="l">
              <a:buNone/>
              <a:defRPr sz="3900" b="1">
                <a:solidFill>
                  <a:srgbClr val="231F20"/>
                </a:solidFill>
              </a:defRPr>
            </a:lvl9pPr>
          </a:lstStyle>
          <a:p xmlns:a="http://schemas.openxmlformats.org/drawingml/2006/main">
            <a:pPr algn="l">
              <a:buNone/>
              <a:defRPr sz="3900" b="1">
                <a:solidFill>
                  <a:srgbClr val="231F20"/>
                </a:solidFill>
              </a:defRPr>
            </a:pPr>
            <a:r>
              <a:rPr sz="3900" b="1">
                <a:solidFill>
                  <a:srgbClr val="231F20"/>
                </a:solidFill>
              </a:rPr>
              <a:t>Draw. Test. Change.</a:t>
            </a:r>
          </a:p>
        </p:txBody>
      </p:sp>
      <p:sp>
        <p:nvSpPr>
          <p:cNvPr id="12" name="">
            <a:extLst xmlns:a="http://schemas.openxmlformats.org/drawingml/2006/main">
              <a:ext uri="{FF2B5EF4-FFF2-40B4-BE49-F238E27FC236}">
                <a16:creationId xmlns:a16="http://schemas.microsoft.com/office/drawing/2014/main" id="{BB71C93E-4BD0-42DC-81A3-4B8EBE454626}"/>
              </a:ext>
            </a:extLst>
          </p:cNvPr>
          <p:cNvSpPr>
            <a:spLocks xmlns:a="http://schemas.openxmlformats.org/drawingml/2006/main" noGrp="1"/>
          </p:cNvSpPr>
          <p:nvPr/>
        </p:nvSpPr>
        <p:spPr>
          <a:xfrm xmlns:a="http://schemas.openxmlformats.org/drawingml/2006/main">
            <a:off x="762000" y="5334000"/>
            <a:ext cx="685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4founders.dev/demo/ai-in-action/</a:t>
            </a:r>
          </a:p>
        </p:txBody>
      </p:sp>
      <p:sp>
        <p:nvSpPr>
          <p:cNvPr id="13" name="">
            <a:extLst xmlns:a="http://schemas.openxmlformats.org/drawingml/2006/main">
              <a:ext uri="{FF2B5EF4-FFF2-40B4-BE49-F238E27FC236}">
                <a16:creationId xmlns:a16="http://schemas.microsoft.com/office/drawing/2014/main" id="{76FB7C0B-BCBA-4EAD-B637-581F835239B9}"/>
              </a:ext>
            </a:extLst>
          </p:cNvPr>
          <p:cNvSpPr>
            <a:spLocks xmlns:a="http://schemas.openxmlformats.org/drawingml/2006/main" noGrp="1"/>
          </p:cNvSpPr>
          <p:nvPr/>
        </p:nvSpPr>
        <p:spPr>
          <a:xfrm xmlns:a="http://schemas.openxmlformats.org/drawingml/2006/main">
            <a:off x="8248650" y="5153025"/>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75" b="1">
                <a:solidFill>
                  <a:srgbClr val="826941"/>
                </a:solidFill>
              </a:defRPr>
            </a:defPPr>
            <a:lvl1pPr algn="l">
              <a:buNone/>
              <a:defRPr sz="1575" b="1">
                <a:solidFill>
                  <a:srgbClr val="826941"/>
                </a:solidFill>
              </a:defRPr>
            </a:lvl1pPr>
            <a:lvl2pPr algn="l">
              <a:buNone/>
              <a:defRPr sz="1575" b="1">
                <a:solidFill>
                  <a:srgbClr val="826941"/>
                </a:solidFill>
              </a:defRPr>
            </a:lvl2pPr>
            <a:lvl3pPr algn="l">
              <a:buNone/>
              <a:defRPr sz="1575" b="1">
                <a:solidFill>
                  <a:srgbClr val="826941"/>
                </a:solidFill>
              </a:defRPr>
            </a:lvl3pPr>
            <a:lvl4pPr algn="l">
              <a:buNone/>
              <a:defRPr sz="1575" b="1">
                <a:solidFill>
                  <a:srgbClr val="826941"/>
                </a:solidFill>
              </a:defRPr>
            </a:lvl4pPr>
            <a:lvl5pPr algn="l">
              <a:buNone/>
              <a:defRPr sz="1575" b="1">
                <a:solidFill>
                  <a:srgbClr val="826941"/>
                </a:solidFill>
              </a:defRPr>
            </a:lvl5pPr>
            <a:lvl6pPr algn="l">
              <a:buNone/>
              <a:defRPr sz="1575" b="1">
                <a:solidFill>
                  <a:srgbClr val="826941"/>
                </a:solidFill>
              </a:defRPr>
            </a:lvl6pPr>
            <a:lvl7pPr algn="l">
              <a:buNone/>
              <a:defRPr sz="1575" b="1">
                <a:solidFill>
                  <a:srgbClr val="826941"/>
                </a:solidFill>
              </a:defRPr>
            </a:lvl7pPr>
            <a:lvl8pPr algn="l">
              <a:buNone/>
              <a:defRPr sz="1575" b="1">
                <a:solidFill>
                  <a:srgbClr val="826941"/>
                </a:solidFill>
              </a:defRPr>
            </a:lvl8pPr>
            <a:lvl9pPr algn="l">
              <a:buNone/>
              <a:defRPr sz="1575" b="1">
                <a:solidFill>
                  <a:srgbClr val="826941"/>
                </a:solidFill>
              </a:defRPr>
            </a:lvl9pPr>
          </a:lstStyle>
          <a:p xmlns:a="http://schemas.openxmlformats.org/drawingml/2006/main">
            <a:pPr algn="l">
              <a:buNone/>
              <a:defRPr sz="1575" b="1">
                <a:solidFill>
                  <a:srgbClr val="826941"/>
                </a:solidFill>
              </a:defRPr>
            </a:pPr>
            <a:r>
              <a:rPr sz="1575" b="1">
                <a:solidFill>
                  <a:srgbClr val="826941"/>
                </a:solidFill>
              </a:rPr>
              <a:t>EVENT PIN</a:t>
            </a:r>
          </a:p>
        </p:txBody>
      </p:sp>
      <p:sp>
        <p:nvSpPr>
          <p:cNvPr id="14" name="">
            <a:extLst xmlns:a="http://schemas.openxmlformats.org/drawingml/2006/main">
              <a:ext uri="{FF2B5EF4-FFF2-40B4-BE49-F238E27FC236}">
                <a16:creationId xmlns:a16="http://schemas.microsoft.com/office/drawing/2014/main" id="{73BBEEFC-CA33-4635-BB9F-3A3AC34EE91C}"/>
              </a:ext>
            </a:extLst>
          </p:cNvPr>
          <p:cNvSpPr>
            <a:spLocks xmlns:a="http://schemas.openxmlformats.org/drawingml/2006/main" noGrp="1"/>
          </p:cNvSpPr>
          <p:nvPr/>
        </p:nvSpPr>
        <p:spPr>
          <a:xfrm xmlns:a="http://schemas.openxmlformats.org/drawingml/2006/main">
            <a:off x="8248650" y="5514975"/>
            <a:ext cx="2857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a:solidFill>
                  <a:srgbClr val="231F20"/>
                </a:solidFill>
              </a:defRPr>
            </a:defPPr>
            <a:lvl1pPr algn="l">
              <a:buNone/>
              <a:defRPr sz="3600" b="1">
                <a:solidFill>
                  <a:srgbClr val="231F20"/>
                </a:solidFill>
              </a:defRPr>
            </a:lvl1pPr>
            <a:lvl2pPr algn="l">
              <a:buNone/>
              <a:defRPr sz="3600" b="1">
                <a:solidFill>
                  <a:srgbClr val="231F20"/>
                </a:solidFill>
              </a:defRPr>
            </a:lvl2pPr>
            <a:lvl3pPr algn="l">
              <a:buNone/>
              <a:defRPr sz="3600" b="1">
                <a:solidFill>
                  <a:srgbClr val="231F20"/>
                </a:solidFill>
              </a:defRPr>
            </a:lvl3pPr>
            <a:lvl4pPr algn="l">
              <a:buNone/>
              <a:defRPr sz="3600" b="1">
                <a:solidFill>
                  <a:srgbClr val="231F20"/>
                </a:solidFill>
              </a:defRPr>
            </a:lvl4pPr>
            <a:lvl5pPr algn="l">
              <a:buNone/>
              <a:defRPr sz="3600" b="1">
                <a:solidFill>
                  <a:srgbClr val="231F20"/>
                </a:solidFill>
              </a:defRPr>
            </a:lvl5pPr>
            <a:lvl6pPr algn="l">
              <a:buNone/>
              <a:defRPr sz="3600" b="1">
                <a:solidFill>
                  <a:srgbClr val="231F20"/>
                </a:solidFill>
              </a:defRPr>
            </a:lvl6pPr>
            <a:lvl7pPr algn="l">
              <a:buNone/>
              <a:defRPr sz="3600" b="1">
                <a:solidFill>
                  <a:srgbClr val="231F20"/>
                </a:solidFill>
              </a:defRPr>
            </a:lvl7pPr>
            <a:lvl8pPr algn="l">
              <a:buNone/>
              <a:defRPr sz="3600" b="1">
                <a:solidFill>
                  <a:srgbClr val="231F20"/>
                </a:solidFill>
              </a:defRPr>
            </a:lvl8pPr>
            <a:lvl9pPr algn="l">
              <a:buNone/>
              <a:defRPr sz="3600" b="1">
                <a:solidFill>
                  <a:srgbClr val="231F20"/>
                </a:solidFill>
              </a:defRPr>
            </a:lvl9pPr>
          </a:lstStyle>
          <a:p xmlns:a="http://schemas.openxmlformats.org/drawingml/2006/main">
            <a:pPr algn="l">
              <a:buNone/>
              <a:defRPr sz="3600" b="1">
                <a:solidFill>
                  <a:srgbClr val="231F20"/>
                </a:solidFill>
              </a:defRPr>
            </a:pPr>
            <a:r>
              <a:rPr sz="3600" b="1">
                <a:solidFill>
                  <a:srgbClr val="231F20"/>
                </a:solidFill>
              </a:rPr>
              <a:t>877262</a:t>
            </a:r>
          </a:p>
        </p:txBody>
      </p:sp>
      <p:pic>
        <p:nvPicPr>
          <p:cNvPr id="15" name="">
            <a:extLst xmlns:a="http://schemas.openxmlformats.org/drawingml/2006/main">
              <a:ext uri="{FF2B5EF4-FFF2-40B4-BE49-F238E27FC236}">
                <a16:creationId xmlns:a16="http://schemas.microsoft.com/office/drawing/2014/main" id="{9A7AF54E-4913-49A4-B401-F91639EF1DC7}"/>
              </a:ext>
            </a:extLst>
          </p:cNvPr>
          <p:cNvPicPr>
            <a:picLocks xmlns:a="http://schemas.openxmlformats.org/drawingml/2006/main" noChangeAspect="1"/>
          </p:cNvPicPr>
          <p:nvPr/>
        </p:nvPicPr>
        <p:blipFill>
          <a:blip xmlns:r="http://schemas.openxmlformats.org/officeDocument/2006/relationships" xmlns:a="http://schemas.openxmlformats.org/drawingml/2006/main" r:embed="Rdf39e788823b4dde"/>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514784635"/>
      </p:ext>
    </p:extLst>
  </p:cSld>
</p:sld>
</file>

<file path=ppt/slides/slide9.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D50456-0F4F-444E-8B01-AA719D1BE2E2}"/>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3F0A3CA-4013-435F-B7B7-61838B57C134}"/>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09</a:t>
            </a:r>
          </a:p>
        </p:txBody>
      </p:sp>
      <p:pic>
        <p:nvPicPr>
          <p:cNvPr id="3" name="">
            <a:extLst xmlns:a="http://schemas.openxmlformats.org/drawingml/2006/main">
              <a:ext uri="{FF2B5EF4-FFF2-40B4-BE49-F238E27FC236}">
                <a16:creationId xmlns:a16="http://schemas.microsoft.com/office/drawing/2014/main" id="{2B3C6D56-E089-41D8-BC58-FB1B621A8271}"/>
              </a:ext>
            </a:extLst>
          </p:cNvPr>
          <p:cNvPicPr>
            <a:picLocks xmlns:a="http://schemas.openxmlformats.org/drawingml/2006/main" noChangeAspect="1"/>
          </p:cNvPicPr>
          <p:nvPr/>
        </p:nvPicPr>
        <p:blipFill>
          <a:blip xmlns:r="http://schemas.openxmlformats.org/officeDocument/2006/relationships" xmlns:a="http://schemas.openxmlformats.org/drawingml/2006/main" r:embed="Rab816bab28474130"/>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D376432-9107-4000-A7F5-29CB03B6F9EE}"/>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Bring us your idea</a:t>
            </a:r>
          </a:p>
        </p:txBody>
      </p:sp>
      <p:sp>
        <p:nvSpPr>
          <p:cNvPr id="5" name="">
            <a:extLst xmlns:a="http://schemas.openxmlformats.org/drawingml/2006/main">
              <a:ext uri="{FF2B5EF4-FFF2-40B4-BE49-F238E27FC236}">
                <a16:creationId xmlns:a16="http://schemas.microsoft.com/office/drawing/2014/main" id="{BE0E36E1-5465-4CD0-8749-A5E0F0A81A7F}"/>
              </a:ext>
            </a:extLst>
          </p:cNvPr>
          <p:cNvSpPr>
            <a:spLocks xmlns:a="http://schemas.openxmlformats.org/drawingml/2006/main" noGrp="1"/>
          </p:cNvSpPr>
          <p:nvPr/>
        </p:nvSpPr>
        <p:spPr>
          <a:xfrm xmlns:a="http://schemas.openxmlformats.org/drawingml/2006/main">
            <a:off x="762000" y="1895475"/>
            <a:ext cx="10668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1">
                <a:solidFill>
                  <a:srgbClr val="B89B68"/>
                </a:solidFill>
              </a:defRPr>
            </a:defPPr>
            <a:lvl1pPr algn="l">
              <a:buNone/>
              <a:defRPr sz="1725" b="1">
                <a:solidFill>
                  <a:srgbClr val="B89B68"/>
                </a:solidFill>
              </a:defRPr>
            </a:lvl1pPr>
            <a:lvl2pPr algn="l">
              <a:buNone/>
              <a:defRPr sz="1725" b="1">
                <a:solidFill>
                  <a:srgbClr val="B89B68"/>
                </a:solidFill>
              </a:defRPr>
            </a:lvl2pPr>
            <a:lvl3pPr algn="l">
              <a:buNone/>
              <a:defRPr sz="1725" b="1">
                <a:solidFill>
                  <a:srgbClr val="B89B68"/>
                </a:solidFill>
              </a:defRPr>
            </a:lvl3pPr>
            <a:lvl4pPr algn="l">
              <a:buNone/>
              <a:defRPr sz="1725" b="1">
                <a:solidFill>
                  <a:srgbClr val="B89B68"/>
                </a:solidFill>
              </a:defRPr>
            </a:lvl4pPr>
            <a:lvl5pPr algn="l">
              <a:buNone/>
              <a:defRPr sz="1725" b="1">
                <a:solidFill>
                  <a:srgbClr val="B89B68"/>
                </a:solidFill>
              </a:defRPr>
            </a:lvl5pPr>
            <a:lvl6pPr algn="l">
              <a:buNone/>
              <a:defRPr sz="1725" b="1">
                <a:solidFill>
                  <a:srgbClr val="B89B68"/>
                </a:solidFill>
              </a:defRPr>
            </a:lvl6pPr>
            <a:lvl7pPr algn="l">
              <a:buNone/>
              <a:defRPr sz="1725" b="1">
                <a:solidFill>
                  <a:srgbClr val="B89B68"/>
                </a:solidFill>
              </a:defRPr>
            </a:lvl7pPr>
            <a:lvl8pPr algn="l">
              <a:buNone/>
              <a:defRPr sz="1725" b="1">
                <a:solidFill>
                  <a:srgbClr val="B89B68"/>
                </a:solidFill>
              </a:defRPr>
            </a:lvl8pPr>
            <a:lvl9pPr algn="l">
              <a:buNone/>
              <a:defRPr sz="1725" b="1">
                <a:solidFill>
                  <a:srgbClr val="B89B68"/>
                </a:solidFill>
              </a:defRPr>
            </a:lvl9pPr>
          </a:lstStyle>
          <a:p xmlns:a="http://schemas.openxmlformats.org/drawingml/2006/main">
            <a:pPr algn="l">
              <a:buNone/>
              <a:defRPr sz="1725" b="1">
                <a:solidFill>
                  <a:srgbClr val="B89B68"/>
                </a:solidFill>
              </a:defRPr>
            </a:pPr>
            <a:r>
              <a:rPr sz="1725" b="1">
                <a:solidFill>
                  <a:srgbClr val="B89B68"/>
                </a:solidFill>
              </a:rPr>
              <a:t>BEYOND THE ROLES YOU’VE SEEN</a:t>
            </a:r>
          </a:p>
        </p:txBody>
      </p:sp>
      <p:sp>
        <p:nvSpPr>
          <p:cNvPr id="6" name="">
            <a:extLst xmlns:a="http://schemas.openxmlformats.org/drawingml/2006/main">
              <a:ext uri="{FF2B5EF4-FFF2-40B4-BE49-F238E27FC236}">
                <a16:creationId xmlns:a16="http://schemas.microsoft.com/office/drawing/2014/main" id="{8BCF010B-6530-44E4-B0CD-570273B723CE}"/>
              </a:ext>
            </a:extLst>
          </p:cNvPr>
          <p:cNvSpPr>
            <a:spLocks xmlns:a="http://schemas.openxmlformats.org/drawingml/2006/main" noGrp="1"/>
          </p:cNvSpPr>
          <p:nvPr/>
        </p:nvSpPr>
        <p:spPr>
          <a:xfrm xmlns:a="http://schemas.openxmlformats.org/drawingml/2006/main">
            <a:off x="762000" y="2590800"/>
            <a:ext cx="106680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a:solidFill>
                  <a:srgbClr val="FFFFFF"/>
                </a:solidFill>
              </a:defRPr>
            </a:defPPr>
            <a:lvl1pPr algn="l">
              <a:buNone/>
              <a:defRPr sz="4200" b="1">
                <a:solidFill>
                  <a:srgbClr val="FFFFFF"/>
                </a:solidFill>
              </a:defRPr>
            </a:lvl1pPr>
            <a:lvl2pPr algn="l">
              <a:buNone/>
              <a:defRPr sz="4200" b="1">
                <a:solidFill>
                  <a:srgbClr val="FFFFFF"/>
                </a:solidFill>
              </a:defRPr>
            </a:lvl2pPr>
            <a:lvl3pPr algn="l">
              <a:buNone/>
              <a:defRPr sz="4200" b="1">
                <a:solidFill>
                  <a:srgbClr val="FFFFFF"/>
                </a:solidFill>
              </a:defRPr>
            </a:lvl3pPr>
            <a:lvl4pPr algn="l">
              <a:buNone/>
              <a:defRPr sz="4200" b="1">
                <a:solidFill>
                  <a:srgbClr val="FFFFFF"/>
                </a:solidFill>
              </a:defRPr>
            </a:lvl4pPr>
            <a:lvl5pPr algn="l">
              <a:buNone/>
              <a:defRPr sz="4200" b="1">
                <a:solidFill>
                  <a:srgbClr val="FFFFFF"/>
                </a:solidFill>
              </a:defRPr>
            </a:lvl5pPr>
            <a:lvl6pPr algn="l">
              <a:buNone/>
              <a:defRPr sz="4200" b="1">
                <a:solidFill>
                  <a:srgbClr val="FFFFFF"/>
                </a:solidFill>
              </a:defRPr>
            </a:lvl6pPr>
            <a:lvl7pPr algn="l">
              <a:buNone/>
              <a:defRPr sz="4200" b="1">
                <a:solidFill>
                  <a:srgbClr val="FFFFFF"/>
                </a:solidFill>
              </a:defRPr>
            </a:lvl7pPr>
            <a:lvl8pPr algn="l">
              <a:buNone/>
              <a:defRPr sz="4200" b="1">
                <a:solidFill>
                  <a:srgbClr val="FFFFFF"/>
                </a:solidFill>
              </a:defRPr>
            </a:lvl8pPr>
            <a:lvl9pPr algn="l">
              <a:buNone/>
              <a:defRPr sz="4200" b="1">
                <a:solidFill>
                  <a:srgbClr val="FFFFFF"/>
                </a:solidFill>
              </a:defRPr>
            </a:lvl9pPr>
          </a:lstStyle>
          <a:p xmlns:a="http://schemas.openxmlformats.org/drawingml/2006/main">
            <a:pPr algn="l">
              <a:buNone/>
              <a:defRPr sz="4200" b="1">
                <a:solidFill>
                  <a:srgbClr val="FFFFFF"/>
                </a:solidFill>
              </a:defRPr>
            </a:pPr>
            <a:r>
              <a:rPr sz="4200" b="1">
                <a:solidFill>
                  <a:srgbClr val="FFFFFF"/>
                </a:solidFill>
              </a:rPr>
              <a:t>What do you want to pursue?</a:t>
            </a:r>
          </a:p>
        </p:txBody>
      </p:sp>
      <p:sp>
        <p:nvSpPr>
          <p:cNvPr id="7" name="">
            <a:extLst xmlns:a="http://schemas.openxmlformats.org/drawingml/2006/main">
              <a:ext uri="{FF2B5EF4-FFF2-40B4-BE49-F238E27FC236}">
                <a16:creationId xmlns:a16="http://schemas.microsoft.com/office/drawing/2014/main" id="{E9F47B79-DDEE-46EB-98D3-FAAB5A015F4B}"/>
              </a:ext>
            </a:extLst>
          </p:cNvPr>
          <p:cNvSpPr>
            <a:spLocks xmlns:a="http://schemas.openxmlformats.org/drawingml/2006/main" noGrp="1"/>
          </p:cNvSpPr>
          <p:nvPr/>
        </p:nvSpPr>
        <p:spPr>
          <a:xfrm xmlns:a="http://schemas.openxmlformats.org/drawingml/2006/main">
            <a:off x="762000" y="37433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E308AD-66F5-493E-AD04-7700F42A7EEB}"/>
              </a:ext>
            </a:extLst>
          </p:cNvPr>
          <p:cNvSpPr>
            <a:spLocks xmlns:a="http://schemas.openxmlformats.org/drawingml/2006/main" noGrp="1"/>
          </p:cNvSpPr>
          <p:nvPr/>
        </p:nvSpPr>
        <p:spPr>
          <a:xfrm xmlns:a="http://schemas.openxmlformats.org/drawingml/2006/main">
            <a:off x="762000" y="42195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475" b="0">
                <a:solidFill>
                  <a:srgbClr val="D7D3CC"/>
                </a:solidFill>
              </a:defRPr>
            </a:defPPr>
            <a:lvl1pPr algn="l">
              <a:buNone/>
              <a:defRPr sz="2475" b="0">
                <a:solidFill>
                  <a:srgbClr val="D7D3CC"/>
                </a:solidFill>
              </a:defRPr>
            </a:lvl1pPr>
            <a:lvl2pPr algn="l">
              <a:buNone/>
              <a:defRPr sz="2475" b="0">
                <a:solidFill>
                  <a:srgbClr val="D7D3CC"/>
                </a:solidFill>
              </a:defRPr>
            </a:lvl2pPr>
            <a:lvl3pPr algn="l">
              <a:buNone/>
              <a:defRPr sz="2475" b="0">
                <a:solidFill>
                  <a:srgbClr val="D7D3CC"/>
                </a:solidFill>
              </a:defRPr>
            </a:lvl3pPr>
            <a:lvl4pPr algn="l">
              <a:buNone/>
              <a:defRPr sz="2475" b="0">
                <a:solidFill>
                  <a:srgbClr val="D7D3CC"/>
                </a:solidFill>
              </a:defRPr>
            </a:lvl4pPr>
            <a:lvl5pPr algn="l">
              <a:buNone/>
              <a:defRPr sz="2475" b="0">
                <a:solidFill>
                  <a:srgbClr val="D7D3CC"/>
                </a:solidFill>
              </a:defRPr>
            </a:lvl5pPr>
            <a:lvl6pPr algn="l">
              <a:buNone/>
              <a:defRPr sz="2475" b="0">
                <a:solidFill>
                  <a:srgbClr val="D7D3CC"/>
                </a:solidFill>
              </a:defRPr>
            </a:lvl6pPr>
            <a:lvl7pPr algn="l">
              <a:buNone/>
              <a:defRPr sz="2475" b="0">
                <a:solidFill>
                  <a:srgbClr val="D7D3CC"/>
                </a:solidFill>
              </a:defRPr>
            </a:lvl7pPr>
            <a:lvl8pPr algn="l">
              <a:buNone/>
              <a:defRPr sz="2475" b="0">
                <a:solidFill>
                  <a:srgbClr val="D7D3CC"/>
                </a:solidFill>
              </a:defRPr>
            </a:lvl8pPr>
            <a:lvl9pPr algn="l">
              <a:buNone/>
              <a:defRPr sz="2475" b="0">
                <a:solidFill>
                  <a:srgbClr val="D7D3CC"/>
                </a:solidFill>
              </a:defRPr>
            </a:lvl9pPr>
          </a:lstStyle>
          <a:p xmlns:a="http://schemas.openxmlformats.org/drawingml/2006/main">
            <a:pPr algn="l">
              <a:buNone/>
              <a:defRPr sz="2475" b="0">
                <a:solidFill>
                  <a:srgbClr val="D7D3CC"/>
                </a:solidFill>
              </a:defRPr>
            </a:pPr>
            <a:r>
              <a:rPr sz="2475" b="0">
                <a:solidFill>
                  <a:srgbClr val="D7D3CC"/>
                </a:solidFill>
              </a:rPr>
              <a:t>If there’s a fit, let’s explore it together.</a:t>
            </a:r>
          </a:p>
        </p:txBody>
      </p:sp>
      <p:sp>
        <p:nvSpPr>
          <p:cNvPr id="9" name="">
            <a:extLst xmlns:a="http://schemas.openxmlformats.org/drawingml/2006/main">
              <a:ext uri="{FF2B5EF4-FFF2-40B4-BE49-F238E27FC236}">
                <a16:creationId xmlns:a16="http://schemas.microsoft.com/office/drawing/2014/main" id="{5DC12E1D-48FD-4BB6-96D1-A472A347531E}"/>
              </a:ext>
            </a:extLst>
          </p:cNvPr>
          <p:cNvSpPr>
            <a:spLocks xmlns:a="http://schemas.openxmlformats.org/drawingml/2006/main" noGrp="1"/>
          </p:cNvSpPr>
          <p:nvPr/>
        </p:nvSpPr>
        <p:spPr>
          <a:xfrm xmlns:a="http://schemas.openxmlformats.org/drawingml/2006/main">
            <a:off x="762000" y="521970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B89B68"/>
                </a:solidFill>
              </a:defRPr>
            </a:defPPr>
            <a:lvl1pPr algn="l">
              <a:buNone/>
              <a:defRPr sz="2550" b="1">
                <a:solidFill>
                  <a:srgbClr val="B89B68"/>
                </a:solidFill>
              </a:defRPr>
            </a:lvl1pPr>
            <a:lvl2pPr algn="l">
              <a:buNone/>
              <a:defRPr sz="2550" b="1">
                <a:solidFill>
                  <a:srgbClr val="B89B68"/>
                </a:solidFill>
              </a:defRPr>
            </a:lvl2pPr>
            <a:lvl3pPr algn="l">
              <a:buNone/>
              <a:defRPr sz="2550" b="1">
                <a:solidFill>
                  <a:srgbClr val="B89B68"/>
                </a:solidFill>
              </a:defRPr>
            </a:lvl3pPr>
            <a:lvl4pPr algn="l">
              <a:buNone/>
              <a:defRPr sz="2550" b="1">
                <a:solidFill>
                  <a:srgbClr val="B89B68"/>
                </a:solidFill>
              </a:defRPr>
            </a:lvl4pPr>
            <a:lvl5pPr algn="l">
              <a:buNone/>
              <a:defRPr sz="2550" b="1">
                <a:solidFill>
                  <a:srgbClr val="B89B68"/>
                </a:solidFill>
              </a:defRPr>
            </a:lvl5pPr>
            <a:lvl6pPr algn="l">
              <a:buNone/>
              <a:defRPr sz="2550" b="1">
                <a:solidFill>
                  <a:srgbClr val="B89B68"/>
                </a:solidFill>
              </a:defRPr>
            </a:lvl6pPr>
            <a:lvl7pPr algn="l">
              <a:buNone/>
              <a:defRPr sz="2550" b="1">
                <a:solidFill>
                  <a:srgbClr val="B89B68"/>
                </a:solidFill>
              </a:defRPr>
            </a:lvl7pPr>
            <a:lvl8pPr algn="l">
              <a:buNone/>
              <a:defRPr sz="2550" b="1">
                <a:solidFill>
                  <a:srgbClr val="B89B68"/>
                </a:solidFill>
              </a:defRPr>
            </a:lvl8pPr>
            <a:lvl9pPr algn="l">
              <a:buNone/>
              <a:defRPr sz="2550" b="1">
                <a:solidFill>
                  <a:srgbClr val="B89B68"/>
                </a:solidFill>
              </a:defRPr>
            </a:lvl9pPr>
          </a:lstStyle>
          <a:p xmlns:a="http://schemas.openxmlformats.org/drawingml/2006/main">
            <a:pPr algn="l">
              <a:buNone/>
              <a:defRPr sz="2550" b="1">
                <a:solidFill>
                  <a:srgbClr val="B89B68"/>
                </a:solidFill>
              </a:defRPr>
            </a:pPr>
            <a:r>
              <a:rPr sz="2550" b="1">
                <a:solidFill>
                  <a:srgbClr val="B89B68"/>
                </a:solidFill>
              </a:rPr>
              <a:t>We could even become your first customer.</a:t>
            </a:r>
          </a:p>
        </p:txBody>
      </p:sp>
    </p:spTree>
    <p:extLst>
      <p:ext uri="{BB962C8B-B14F-4D97-AF65-F5344CB8AC3E}">
        <p14:creationId xmlns:p14="http://schemas.microsoft.com/office/powerpoint/2010/main" val="1919598051"/>
      </p:ext>
    </p:extLst>
  </p:cSld>
</p:sld>
</file>

<file path=ppt/slides/slide10.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E2B45AB5-D299-4AB2-8AEA-AFA171D875A2}"/>
              </a:ext>
            </a:extLst>
          </p:cNvPr>
          <p:cNvPicPr>
            <a:picLocks xmlns:a="http://schemas.openxmlformats.org/drawingml/2006/main" noChangeAspect="1"/>
          </p:cNvPicPr>
          <p:nvPr/>
        </p:nvPicPr>
        <p:blipFill>
          <a:blip xmlns:r="http://schemas.openxmlformats.org/officeDocument/2006/relationships" xmlns:a="http://schemas.openxmlformats.org/drawingml/2006/main" r:embed="Rfaf3a2a390a5438c"/>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16" name="">
            <a:extLst xmlns:a="http://schemas.openxmlformats.org/drawingml/2006/main">
              <a:ext uri="{FF2B5EF4-FFF2-40B4-BE49-F238E27FC236}">
                <a16:creationId xmlns:a16="http://schemas.microsoft.com/office/drawing/2014/main" id="{C7C82162-4CC3-43D8-93BB-52656653B8B8}"/>
              </a:ext>
            </a:extLst>
          </p:cNvPr>
          <p:cNvPicPr>
            <a:picLocks xmlns:a="http://schemas.openxmlformats.org/drawingml/2006/main" noChangeAspect="1"/>
          </p:cNvPicPr>
          <p:nvPr/>
        </p:nvPicPr>
        <p:blipFill>
          <a:blip xmlns:r="http://schemas.openxmlformats.org/officeDocument/2006/relationships" xmlns:a="http://schemas.openxmlformats.org/drawingml/2006/main" r:embed="Rbf224fee4ae5465f"/>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507C87FD-7CE1-42AE-BE28-6924B2D1F0B8}"/>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0A31E03-671A-4B28-9DD1-DBB60193B5AA}"/>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10</a:t>
            </a:r>
          </a:p>
        </p:txBody>
      </p:sp>
      <p:sp>
        <p:nvSpPr>
          <p:cNvPr id="19" name="">
            <a:extLst xmlns:a="http://schemas.openxmlformats.org/drawingml/2006/main">
              <a:ext uri="{FF2B5EF4-FFF2-40B4-BE49-F238E27FC236}">
                <a16:creationId xmlns:a16="http://schemas.microsoft.com/office/drawing/2014/main" id="{ADE316D5-7B33-45C7-9B42-D6AF34214426}"/>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Let’s connect</a:t>
            </a:r>
          </a:p>
        </p:txBody>
      </p:sp>
      <p:sp>
        <p:nvSpPr>
          <p:cNvPr id="20" name="">
            <a:extLst xmlns:a="http://schemas.openxmlformats.org/drawingml/2006/main">
              <a:ext uri="{FF2B5EF4-FFF2-40B4-BE49-F238E27FC236}">
                <a16:creationId xmlns:a16="http://schemas.microsoft.com/office/drawing/2014/main" id="{C3B2AC67-CB3C-4713-84BC-B785662B4534}"/>
              </a:ext>
            </a:extLst>
          </p:cNvPr>
          <p:cNvSpPr>
            <a:spLocks xmlns:a="http://schemas.openxmlformats.org/drawingml/2006/main" noGrp="1"/>
          </p:cNvSpPr>
          <p:nvPr/>
        </p:nvSpPr>
        <p:spPr>
          <a:xfrm xmlns:a="http://schemas.openxmlformats.org/drawingml/2006/main">
            <a:off x="762000" y="1914525"/>
            <a:ext cx="10668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75" b="1">
                <a:solidFill>
                  <a:srgbClr val="FFFFFF"/>
                </a:solidFill>
              </a:defRPr>
            </a:defPPr>
            <a:lvl1pPr algn="l">
              <a:buNone/>
              <a:defRPr sz="4275" b="1">
                <a:solidFill>
                  <a:srgbClr val="FFFFFF"/>
                </a:solidFill>
              </a:defRPr>
            </a:lvl1pPr>
            <a:lvl2pPr algn="l">
              <a:buNone/>
              <a:defRPr sz="4275" b="1">
                <a:solidFill>
                  <a:srgbClr val="FFFFFF"/>
                </a:solidFill>
              </a:defRPr>
            </a:lvl2pPr>
            <a:lvl3pPr algn="l">
              <a:buNone/>
              <a:defRPr sz="4275" b="1">
                <a:solidFill>
                  <a:srgbClr val="FFFFFF"/>
                </a:solidFill>
              </a:defRPr>
            </a:lvl3pPr>
            <a:lvl4pPr algn="l">
              <a:buNone/>
              <a:defRPr sz="4275" b="1">
                <a:solidFill>
                  <a:srgbClr val="FFFFFF"/>
                </a:solidFill>
              </a:defRPr>
            </a:lvl4pPr>
            <a:lvl5pPr algn="l">
              <a:buNone/>
              <a:defRPr sz="4275" b="1">
                <a:solidFill>
                  <a:srgbClr val="FFFFFF"/>
                </a:solidFill>
              </a:defRPr>
            </a:lvl5pPr>
            <a:lvl6pPr algn="l">
              <a:buNone/>
              <a:defRPr sz="4275" b="1">
                <a:solidFill>
                  <a:srgbClr val="FFFFFF"/>
                </a:solidFill>
              </a:defRPr>
            </a:lvl6pPr>
            <a:lvl7pPr algn="l">
              <a:buNone/>
              <a:defRPr sz="4275" b="1">
                <a:solidFill>
                  <a:srgbClr val="FFFFFF"/>
                </a:solidFill>
              </a:defRPr>
            </a:lvl7pPr>
            <a:lvl8pPr algn="l">
              <a:buNone/>
              <a:defRPr sz="4275" b="1">
                <a:solidFill>
                  <a:srgbClr val="FFFFFF"/>
                </a:solidFill>
              </a:defRPr>
            </a:lvl8pPr>
            <a:lvl9pPr algn="l">
              <a:buNone/>
              <a:defRPr sz="4275" b="1">
                <a:solidFill>
                  <a:srgbClr val="FFFFFF"/>
                </a:solidFill>
              </a:defRPr>
            </a:lvl9pPr>
          </a:lstStyle>
          <a:p xmlns:a="http://schemas.openxmlformats.org/drawingml/2006/main">
            <a:pPr algn="l">
              <a:buNone/>
              <a:defRPr sz="4275" b="1">
                <a:solidFill>
                  <a:srgbClr val="FFFFFF"/>
                </a:solidFill>
              </a:defRPr>
            </a:pPr>
            <a:r>
              <a:rPr sz="4275" b="1">
                <a:solidFill>
                  <a:srgbClr val="FFFFFF"/>
                </a:solidFill>
              </a:rPr>
              <a:t>Let’s continue the conversation.</a:t>
            </a:r>
          </a:p>
        </p:txBody>
      </p:sp>
      <p:sp>
        <p:nvSpPr>
          <p:cNvPr id="21" name="">
            <a:extLst xmlns:a="http://schemas.openxmlformats.org/drawingml/2006/main">
              <a:ext uri="{FF2B5EF4-FFF2-40B4-BE49-F238E27FC236}">
                <a16:creationId xmlns:a16="http://schemas.microsoft.com/office/drawing/2014/main" id="{015A9DDD-BF86-4430-A032-42089584A93B}"/>
              </a:ext>
            </a:extLst>
          </p:cNvPr>
          <p:cNvSpPr>
            <a:spLocks xmlns:a="http://schemas.openxmlformats.org/drawingml/2006/main" noGrp="1"/>
          </p:cNvSpPr>
          <p:nvPr/>
        </p:nvSpPr>
        <p:spPr>
          <a:xfrm xmlns:a="http://schemas.openxmlformats.org/drawingml/2006/main">
            <a:off x="762000" y="30575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FF6202A-0862-4112-B3B4-7D0A221EF371}"/>
              </a:ext>
            </a:extLst>
          </p:cNvPr>
          <p:cNvSpPr>
            <a:spLocks xmlns:a="http://schemas.openxmlformats.org/drawingml/2006/main" noGrp="1"/>
          </p:cNvSpPr>
          <p:nvPr/>
        </p:nvSpPr>
        <p:spPr>
          <a:xfrm xmlns:a="http://schemas.openxmlformats.org/drawingml/2006/main">
            <a:off x="762000" y="3457575"/>
            <a:ext cx="6048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BRAD</a:t>
            </a:r>
          </a:p>
        </p:txBody>
      </p:sp>
      <p:sp>
        <p:nvSpPr>
          <p:cNvPr id="23" name="">
            <a:extLst xmlns:a="http://schemas.openxmlformats.org/drawingml/2006/main">
              <a:ext uri="{FF2B5EF4-FFF2-40B4-BE49-F238E27FC236}">
                <a16:creationId xmlns:a16="http://schemas.microsoft.com/office/drawing/2014/main" id="{6E7EB7A2-57F3-464B-BC16-63FC788DBC1F}"/>
              </a:ext>
            </a:extLst>
          </p:cNvPr>
          <p:cNvSpPr>
            <a:spLocks xmlns:a="http://schemas.openxmlformats.org/drawingml/2006/main" noGrp="1"/>
          </p:cNvSpPr>
          <p:nvPr/>
        </p:nvSpPr>
        <p:spPr>
          <a:xfrm xmlns:a="http://schemas.openxmlformats.org/drawingml/2006/main">
            <a:off x="762000" y="3876675"/>
            <a:ext cx="65722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a:solidFill>
                  <a:srgbClr val="FFFFFF"/>
                </a:solidFill>
              </a:defRPr>
            </a:defPPr>
            <a:lvl1pPr algn="l">
              <a:buNone/>
              <a:defRPr sz="2625" b="1">
                <a:solidFill>
                  <a:srgbClr val="FFFFFF"/>
                </a:solidFill>
              </a:defRPr>
            </a:lvl1pPr>
            <a:lvl2pPr algn="l">
              <a:buNone/>
              <a:defRPr sz="2625" b="1">
                <a:solidFill>
                  <a:srgbClr val="FFFFFF"/>
                </a:solidFill>
              </a:defRPr>
            </a:lvl2pPr>
            <a:lvl3pPr algn="l">
              <a:buNone/>
              <a:defRPr sz="2625" b="1">
                <a:solidFill>
                  <a:srgbClr val="FFFFFF"/>
                </a:solidFill>
              </a:defRPr>
            </a:lvl3pPr>
            <a:lvl4pPr algn="l">
              <a:buNone/>
              <a:defRPr sz="2625" b="1">
                <a:solidFill>
                  <a:srgbClr val="FFFFFF"/>
                </a:solidFill>
              </a:defRPr>
            </a:lvl4pPr>
            <a:lvl5pPr algn="l">
              <a:buNone/>
              <a:defRPr sz="2625" b="1">
                <a:solidFill>
                  <a:srgbClr val="FFFFFF"/>
                </a:solidFill>
              </a:defRPr>
            </a:lvl5pPr>
            <a:lvl6pPr algn="l">
              <a:buNone/>
              <a:defRPr sz="2625" b="1">
                <a:solidFill>
                  <a:srgbClr val="FFFFFF"/>
                </a:solidFill>
              </a:defRPr>
            </a:lvl6pPr>
            <a:lvl7pPr algn="l">
              <a:buNone/>
              <a:defRPr sz="2625" b="1">
                <a:solidFill>
                  <a:srgbClr val="FFFFFF"/>
                </a:solidFill>
              </a:defRPr>
            </a:lvl7pPr>
            <a:lvl8pPr algn="l">
              <a:buNone/>
              <a:defRPr sz="2625" b="1">
                <a:solidFill>
                  <a:srgbClr val="FFFFFF"/>
                </a:solidFill>
              </a:defRPr>
            </a:lvl8pPr>
            <a:lvl9pPr algn="l">
              <a:buNone/>
              <a:defRPr sz="2625" b="1">
                <a:solidFill>
                  <a:srgbClr val="FFFFFF"/>
                </a:solidFill>
              </a:defRPr>
            </a:lvl9pPr>
          </a:lstStyle>
          <a:p xmlns:a="http://schemas.openxmlformats.org/drawingml/2006/main">
            <a:pPr algn="l">
              <a:buNone/>
              <a:defRPr sz="2625" b="1">
                <a:solidFill>
                  <a:srgbClr val="FFFFFF"/>
                </a:solidFill>
              </a:defRPr>
            </a:pPr>
            <a:r>
              <a:rPr sz="2625" b="1">
                <a:solidFill>
                  <a:srgbClr val="FFFFFF"/>
                </a:solidFill>
              </a:rPr>
              <a:t>bdaugherty@tkghunt.com</a:t>
            </a:r>
          </a:p>
        </p:txBody>
      </p:sp>
      <p:sp>
        <p:nvSpPr>
          <p:cNvPr id="24" name="">
            <a:extLst xmlns:a="http://schemas.openxmlformats.org/drawingml/2006/main">
              <a:ext uri="{FF2B5EF4-FFF2-40B4-BE49-F238E27FC236}">
                <a16:creationId xmlns:a16="http://schemas.microsoft.com/office/drawing/2014/main" id="{253FD5B6-8460-461B-9E61-63487238924F}"/>
              </a:ext>
            </a:extLst>
          </p:cNvPr>
          <p:cNvSpPr>
            <a:spLocks xmlns:a="http://schemas.openxmlformats.org/drawingml/2006/main" noGrp="1"/>
          </p:cNvSpPr>
          <p:nvPr/>
        </p:nvSpPr>
        <p:spPr>
          <a:xfrm xmlns:a="http://schemas.openxmlformats.org/drawingml/2006/main">
            <a:off x="762000" y="4943475"/>
            <a:ext cx="6048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CAREERS</a:t>
            </a:r>
          </a:p>
        </p:txBody>
      </p:sp>
      <p:sp>
        <p:nvSpPr>
          <p:cNvPr id="25" name="">
            <a:extLst xmlns:a="http://schemas.openxmlformats.org/drawingml/2006/main">
              <a:ext uri="{FF2B5EF4-FFF2-40B4-BE49-F238E27FC236}">
                <a16:creationId xmlns:a16="http://schemas.microsoft.com/office/drawing/2014/main" id="{4604021E-BC58-4EF9-8048-574E7058BA96}"/>
              </a:ext>
            </a:extLst>
          </p:cNvPr>
          <p:cNvSpPr>
            <a:spLocks xmlns:a="http://schemas.openxmlformats.org/drawingml/2006/main" noGrp="1"/>
          </p:cNvSpPr>
          <p:nvPr/>
        </p:nvSpPr>
        <p:spPr>
          <a:xfrm xmlns:a="http://schemas.openxmlformats.org/drawingml/2006/main">
            <a:off x="762000" y="5362575"/>
            <a:ext cx="67151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FFFFFF"/>
                </a:solidFill>
              </a:defRPr>
            </a:defPPr>
            <a:lvl1pPr algn="l">
              <a:buNone/>
              <a:defRPr sz="2175" b="0">
                <a:solidFill>
                  <a:srgbClr val="FFFFFF"/>
                </a:solidFill>
              </a:defRPr>
            </a:lvl1pPr>
            <a:lvl2pPr algn="l">
              <a:buNone/>
              <a:defRPr sz="2175" b="0">
                <a:solidFill>
                  <a:srgbClr val="FFFFFF"/>
                </a:solidFill>
              </a:defRPr>
            </a:lvl2pPr>
            <a:lvl3pPr algn="l">
              <a:buNone/>
              <a:defRPr sz="2175" b="0">
                <a:solidFill>
                  <a:srgbClr val="FFFFFF"/>
                </a:solidFill>
              </a:defRPr>
            </a:lvl3pPr>
            <a:lvl4pPr algn="l">
              <a:buNone/>
              <a:defRPr sz="2175" b="0">
                <a:solidFill>
                  <a:srgbClr val="FFFFFF"/>
                </a:solidFill>
              </a:defRPr>
            </a:lvl4pPr>
            <a:lvl5pPr algn="l">
              <a:buNone/>
              <a:defRPr sz="2175" b="0">
                <a:solidFill>
                  <a:srgbClr val="FFFFFF"/>
                </a:solidFill>
              </a:defRPr>
            </a:lvl5pPr>
            <a:lvl6pPr algn="l">
              <a:buNone/>
              <a:defRPr sz="2175" b="0">
                <a:solidFill>
                  <a:srgbClr val="FFFFFF"/>
                </a:solidFill>
              </a:defRPr>
            </a:lvl6pPr>
            <a:lvl7pPr algn="l">
              <a:buNone/>
              <a:defRPr sz="2175" b="0">
                <a:solidFill>
                  <a:srgbClr val="FFFFFF"/>
                </a:solidFill>
              </a:defRPr>
            </a:lvl7pPr>
            <a:lvl8pPr algn="l">
              <a:buNone/>
              <a:defRPr sz="2175" b="0">
                <a:solidFill>
                  <a:srgbClr val="FFFFFF"/>
                </a:solidFill>
              </a:defRPr>
            </a:lvl8pPr>
            <a:lvl9pPr algn="l">
              <a:buNone/>
              <a:defRPr sz="2175" b="0">
                <a:solidFill>
                  <a:srgbClr val="FFFFFF"/>
                </a:solidFill>
              </a:defRPr>
            </a:lvl9pPr>
          </a:lstStyle>
          <a:p xmlns:a="http://schemas.openxmlformats.org/drawingml/2006/main">
            <a:pPr algn="l">
              <a:buNone/>
              <a:defRPr sz="2175" b="0">
                <a:solidFill>
                  <a:srgbClr val="FFFFFF"/>
                </a:solidFill>
              </a:defRPr>
            </a:pPr>
            <a:r>
              <a:rPr sz="2175" b="0">
                <a:solidFill>
                  <a:srgbClr val="FFFFFF"/>
                </a:solidFill>
              </a:rPr>
              <a:t>thekineticgroup.com/careers.html</a:t>
            </a:r>
          </a:p>
        </p:txBody>
      </p:sp>
      <p:sp>
        <p:nvSpPr>
          <p:cNvPr id="26" name="">
            <a:extLst xmlns:a="http://schemas.openxmlformats.org/drawingml/2006/main">
              <a:ext uri="{FF2B5EF4-FFF2-40B4-BE49-F238E27FC236}">
                <a16:creationId xmlns:a16="http://schemas.microsoft.com/office/drawing/2014/main" id="{A942469C-4372-4CA2-9C63-FC31461D39A2}"/>
              </a:ext>
            </a:extLst>
          </p:cNvPr>
          <p:cNvSpPr>
            <a:spLocks xmlns:a="http://schemas.openxmlformats.org/drawingml/2006/main" noGrp="1"/>
          </p:cNvSpPr>
          <p:nvPr/>
        </p:nvSpPr>
        <p:spPr>
          <a:xfrm xmlns:a="http://schemas.openxmlformats.org/drawingml/2006/main">
            <a:off x="7667625" y="3457575"/>
            <a:ext cx="3714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4FOUNDERS</a:t>
            </a:r>
          </a:p>
        </p:txBody>
      </p:sp>
      <p:sp>
        <p:nvSpPr>
          <p:cNvPr id="27" name="">
            <a:extLst xmlns:a="http://schemas.openxmlformats.org/drawingml/2006/main">
              <a:ext uri="{FF2B5EF4-FFF2-40B4-BE49-F238E27FC236}">
                <a16:creationId xmlns:a16="http://schemas.microsoft.com/office/drawing/2014/main" id="{E4B48B17-1633-4EBB-B73A-6B45B9CE4B01}"/>
              </a:ext>
            </a:extLst>
          </p:cNvPr>
          <p:cNvSpPr>
            <a:spLocks xmlns:a="http://schemas.openxmlformats.org/drawingml/2006/main" noGrp="1"/>
          </p:cNvSpPr>
          <p:nvPr/>
        </p:nvSpPr>
        <p:spPr>
          <a:xfrm xmlns:a="http://schemas.openxmlformats.org/drawingml/2006/main">
            <a:off x="7667625" y="3876675"/>
            <a:ext cx="37147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00" b="1">
                <a:solidFill>
                  <a:srgbClr val="FFFFFF"/>
                </a:solidFill>
              </a:defRPr>
            </a:defPPr>
            <a:lvl1pPr algn="l">
              <a:buNone/>
              <a:defRPr sz="2700" b="1">
                <a:solidFill>
                  <a:srgbClr val="FFFFFF"/>
                </a:solidFill>
              </a:defRPr>
            </a:lvl1pPr>
            <a:lvl2pPr algn="l">
              <a:buNone/>
              <a:defRPr sz="2700" b="1">
                <a:solidFill>
                  <a:srgbClr val="FFFFFF"/>
                </a:solidFill>
              </a:defRPr>
            </a:lvl2pPr>
            <a:lvl3pPr algn="l">
              <a:buNone/>
              <a:defRPr sz="2700" b="1">
                <a:solidFill>
                  <a:srgbClr val="FFFFFF"/>
                </a:solidFill>
              </a:defRPr>
            </a:lvl3pPr>
            <a:lvl4pPr algn="l">
              <a:buNone/>
              <a:defRPr sz="2700" b="1">
                <a:solidFill>
                  <a:srgbClr val="FFFFFF"/>
                </a:solidFill>
              </a:defRPr>
            </a:lvl4pPr>
            <a:lvl5pPr algn="l">
              <a:buNone/>
              <a:defRPr sz="2700" b="1">
                <a:solidFill>
                  <a:srgbClr val="FFFFFF"/>
                </a:solidFill>
              </a:defRPr>
            </a:lvl5pPr>
            <a:lvl6pPr algn="l">
              <a:buNone/>
              <a:defRPr sz="2700" b="1">
                <a:solidFill>
                  <a:srgbClr val="FFFFFF"/>
                </a:solidFill>
              </a:defRPr>
            </a:lvl6pPr>
            <a:lvl7pPr algn="l">
              <a:buNone/>
              <a:defRPr sz="2700" b="1">
                <a:solidFill>
                  <a:srgbClr val="FFFFFF"/>
                </a:solidFill>
              </a:defRPr>
            </a:lvl7pPr>
            <a:lvl8pPr algn="l">
              <a:buNone/>
              <a:defRPr sz="2700" b="1">
                <a:solidFill>
                  <a:srgbClr val="FFFFFF"/>
                </a:solidFill>
              </a:defRPr>
            </a:lvl8pPr>
            <a:lvl9pPr algn="l">
              <a:buNone/>
              <a:defRPr sz="2700" b="1">
                <a:solidFill>
                  <a:srgbClr val="FFFFFF"/>
                </a:solidFill>
              </a:defRPr>
            </a:lvl9pPr>
          </a:lstStyle>
          <a:p xmlns:a="http://schemas.openxmlformats.org/drawingml/2006/main">
            <a:pPr algn="l">
              <a:buNone/>
              <a:defRPr sz="2700" b="1">
                <a:solidFill>
                  <a:srgbClr val="FFFFFF"/>
                </a:solidFill>
              </a:defRPr>
            </a:pPr>
            <a:r>
              <a:rPr sz="2700" b="1">
                <a:solidFill>
                  <a:srgbClr val="FFFFFF"/>
                </a:solidFill>
              </a:rPr>
              <a:t>4founders.dev</a:t>
            </a:r>
          </a:p>
        </p:txBody>
      </p:sp>
      <p:sp>
        <p:nvSpPr>
          <p:cNvPr id="28" name="">
            <a:extLst xmlns:a="http://schemas.openxmlformats.org/drawingml/2006/main">
              <a:ext uri="{FF2B5EF4-FFF2-40B4-BE49-F238E27FC236}">
                <a16:creationId xmlns:a16="http://schemas.microsoft.com/office/drawing/2014/main" id="{45968E78-20E0-4B2B-8042-D68405F1CFDB}"/>
              </a:ext>
            </a:extLst>
          </p:cNvPr>
          <p:cNvSpPr>
            <a:spLocks xmlns:a="http://schemas.openxmlformats.org/drawingml/2006/main" noGrp="1"/>
          </p:cNvSpPr>
          <p:nvPr/>
        </p:nvSpPr>
        <p:spPr>
          <a:xfrm xmlns:a="http://schemas.openxmlformats.org/drawingml/2006/main">
            <a:off x="7667625" y="4514850"/>
            <a:ext cx="3714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Independent project platform</a:t>
            </a:r>
          </a:p>
        </p:txBody>
      </p:sp>
      <p:pic>
        <p:nvPicPr>
          <p:cNvPr id="29" name="">
            <a:extLst xmlns:a="http://schemas.openxmlformats.org/drawingml/2006/main">
              <a:ext uri="{FF2B5EF4-FFF2-40B4-BE49-F238E27FC236}">
                <a16:creationId xmlns:a16="http://schemas.microsoft.com/office/drawing/2014/main" id="{5226836F-E796-41CD-A232-E3494E29E7E9}"/>
              </a:ext>
            </a:extLst>
          </p:cNvPr>
          <p:cNvPicPr>
            <a:picLocks xmlns:a="http://schemas.openxmlformats.org/drawingml/2006/main" noChangeAspect="1"/>
          </p:cNvPicPr>
          <p:nvPr/>
        </p:nvPicPr>
        <p:blipFill>
          <a:blip xmlns:r="http://schemas.openxmlformats.org/officeDocument/2006/relationships" xmlns:a="http://schemas.openxmlformats.org/drawingml/2006/main" r:embed="R6fad699d6a124cc1"/>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9590112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2026-10-22T17:52:44.7230000Z</dcterms:created>
  <dcterms:modified xsi:type="dcterms:W3CDTF">2026-10-22T17:52:44.7230000Z</dcterms:modified>
</coreProperties>
</file>