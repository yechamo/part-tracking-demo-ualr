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ad0aab1841456f" /><Relationship Type="http://schemas.openxmlformats.org/officeDocument/2006/relationships/extended-properties" Target="/docProps/app.xml" Id="Rf8ac89b9cb75456d" /><Relationship Type="http://schemas.openxmlformats.org/officeDocument/2006/relationships/officeDocument" Target="/ppt/presentation.xml" Id="R2be0bc57860d4006" /></Relationships>
</file>

<file path=ppt/presentation.xml><?xml version="1.0" encoding="utf-8"?>
<p:presentation xmlns:p="http://schemas.openxmlformats.org/presentationml/2006/main">
  <p:sldMasterIdLst>
    <p:sldMasterId xmlns:r="http://schemas.openxmlformats.org/officeDocument/2006/relationships" id="2147483648" r:id="Rede46759d1c74068"/>
  </p:sldMasterIdLst>
  <p:notesMasterIdLst>
    <p:notesMasterId xmlns:r="http://schemas.openxmlformats.org/officeDocument/2006/relationships" r:id="Ref95a56e606341cf"/>
  </p:notesMasterIdLst>
  <p:sldIdLst>
    <p:sldId xmlns:r="http://schemas.openxmlformats.org/officeDocument/2006/relationships" id="256" r:id="R40d72490408047b6"/>
    <p:sldId xmlns:r="http://schemas.openxmlformats.org/officeDocument/2006/relationships" id="257" r:id="R045b43ace8e14d46"/>
    <p:sldId xmlns:r="http://schemas.openxmlformats.org/officeDocument/2006/relationships" id="258" r:id="R03163fdee49648be"/>
    <p:sldId xmlns:r="http://schemas.openxmlformats.org/officeDocument/2006/relationships" id="259" r:id="Rcdf20f27e27345c9"/>
    <p:sldId xmlns:r="http://schemas.openxmlformats.org/officeDocument/2006/relationships" id="260" r:id="Rd10fc1fbb063430c"/>
    <p:sldId xmlns:r="http://schemas.openxmlformats.org/officeDocument/2006/relationships" id="261" r:id="Rd7a80537863a46b4"/>
    <p:sldId xmlns:r="http://schemas.openxmlformats.org/officeDocument/2006/relationships" id="262" r:id="Rb78027dc02f44fa8"/>
    <p:sldId xmlns:r="http://schemas.openxmlformats.org/officeDocument/2006/relationships" id="263" r:id="R2f5368904e35420c"/>
    <p:sldId xmlns:r="http://schemas.openxmlformats.org/officeDocument/2006/relationships" id="264" r:id="R8d44cebb45074d4c"/>
    <p:sldId xmlns:r="http://schemas.openxmlformats.org/officeDocument/2006/relationships" id="265" r:id="R3c90913c65ec4b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2774bbdb314708" /><Relationship Type="http://schemas.openxmlformats.org/officeDocument/2006/relationships/slideMaster" Target="/ppt/slideMasters/slideMaster1.xml" Id="Rede46759d1c74068" /><Relationship Type="http://schemas.openxmlformats.org/officeDocument/2006/relationships/notesMaster" Target="/ppt/notesMasters/notesMaster1.xml" Id="Ref95a56e606341cf" /><Relationship Type="http://schemas.openxmlformats.org/officeDocument/2006/relationships/presProps" Target="/ppt/presProps.xml" Id="R4dd2ae03092f4957" /><Relationship Type="http://schemas.openxmlformats.org/officeDocument/2006/relationships/tableStyles" Target="/ppt/tableStyles.xml" Id="Ra4036f1523c84d71" /><Relationship Type="http://schemas.openxmlformats.org/officeDocument/2006/relationships/slide" Target="/ppt/slides/slide1.xml" Id="R40d72490408047b6" /><Relationship Type="http://schemas.openxmlformats.org/officeDocument/2006/relationships/slide" Target="/ppt/slides/slide2.xml" Id="R045b43ace8e14d46" /><Relationship Type="http://schemas.openxmlformats.org/officeDocument/2006/relationships/slide" Target="/ppt/slides/slide3.xml" Id="R03163fdee49648be" /><Relationship Type="http://schemas.openxmlformats.org/officeDocument/2006/relationships/slide" Target="/ppt/slides/slide4.xml" Id="Rcdf20f27e27345c9" /><Relationship Type="http://schemas.openxmlformats.org/officeDocument/2006/relationships/slide" Target="/ppt/slides/slide5.xml" Id="Rd10fc1fbb063430c" /><Relationship Type="http://schemas.openxmlformats.org/officeDocument/2006/relationships/slide" Target="/ppt/slides/slide6.xml" Id="Rd7a80537863a46b4" /><Relationship Type="http://schemas.openxmlformats.org/officeDocument/2006/relationships/slide" Target="/ppt/slides/slide7.xml" Id="Rb78027dc02f44fa8" /><Relationship Type="http://schemas.openxmlformats.org/officeDocument/2006/relationships/slide" Target="/ppt/slides/slide8.xml" Id="R2f5368904e35420c" /><Relationship Type="http://schemas.openxmlformats.org/officeDocument/2006/relationships/slide" Target="/ppt/slides/slide9.xml" Id="R8d44cebb45074d4c" /><Relationship Type="http://schemas.openxmlformats.org/officeDocument/2006/relationships/slide" Target="/ppt/slides/slide10.xml" Id="R3c90913c65ec4b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de84a5f7a345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b19848b2ea4683" /><Relationship Type="http://schemas.openxmlformats.org/officeDocument/2006/relationships/notesMaster" Target="/ppt/notesMasters/notesMaster1.xml" Id="Rd7426114248f4c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0387ee7b134ab3" /><Relationship Type="http://schemas.openxmlformats.org/officeDocument/2006/relationships/notesMaster" Target="/ppt/notesMasters/notesMaster1.xml" Id="Rad8d6241823f4e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95ee46e61d4b4f" /><Relationship Type="http://schemas.openxmlformats.org/officeDocument/2006/relationships/notesMaster" Target="/ppt/notesMasters/notesMaster1.xml" Id="R8f30b06b4b7b4f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941cb744524225" /><Relationship Type="http://schemas.openxmlformats.org/officeDocument/2006/relationships/notesMaster" Target="/ppt/notesMasters/notesMaster1.xml" Id="Re803102806f04c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7d7cdd9bb041c9" /><Relationship Type="http://schemas.openxmlformats.org/officeDocument/2006/relationships/notesMaster" Target="/ppt/notesMasters/notesMaster1.xml" Id="R42f7ee45aa734b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f4638bed454259" /><Relationship Type="http://schemas.openxmlformats.org/officeDocument/2006/relationships/notesMaster" Target="/ppt/notesMasters/notesMaster1.xml" Id="R2b22d90198834e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97f3d8314342fe" /><Relationship Type="http://schemas.openxmlformats.org/officeDocument/2006/relationships/notesMaster" Target="/ppt/notesMasters/notesMaster1.xml" Id="R0c537aa3b7b74c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3c3272336e4cc7" /><Relationship Type="http://schemas.openxmlformats.org/officeDocument/2006/relationships/notesMaster" Target="/ppt/notesMasters/notesMaster1.xml" Id="R252cc1ec8b114c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5a311dae984377" /><Relationship Type="http://schemas.openxmlformats.org/officeDocument/2006/relationships/notesMaster" Target="/ppt/notesMasters/notesMaster1.xml" Id="Rf2f54cdcf17e44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d97c97bfd24284" /><Relationship Type="http://schemas.openxmlformats.org/officeDocument/2006/relationships/notesMaster" Target="/ppt/notesMasters/notesMaster1.xml" Id="R0ed2e8efd8204c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Brad opens. Introduce Wesley Siharth as an engineer who helped start Remington Vision. Wesley was first tasked with the project as an intern and carried it into his engineering role. Both Brad and Wesley will speak.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Remington traces its history to 1816: https://www.remington.com/about-us.html . Remington says Lonoke operations began in 1969: https://www.remington.com/big-green-blog/labor-day-special.html . Honor that history. The world has changed, and our ambition is for Remington and The Kinetic Group to keep writing the rules for manufacturing for decades to come. This is an aspiration, not a claim that a new standard already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work crosses machines, controls, and software. These capabilities meet on the factory floor. Use one approved example to show how an engineering idea becomes something people can actually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Wesley speaks. Remington Vision was first assigned to him as an intern, and he carried the work into his role as an engineer. Explain why both presenters love the variety, visible results, learning, and ownership in this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Wesley leads the live demonstration. Show the camera image, Gatorade bottle detection, and on-screen sorting result. The demonstration program carries the explanation. This is a demonstration setup, not a production sorting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Wesley explains the engineering difficulty after the demo: conditions vary, decisions have to happen at the right pace, and results need to be reliable enough for people to trust. The on-screen sorting decision does not actuate production hardware.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Brad resumes. Invite people who want to take on these challenges. Opportunities span Remington and The Kinetic Group. Point employment interest to the official careers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the audience into the separate 4Founders interactive challenge. Ask them to scan the QR code or use the displayed link and PIN. Distinguish this independent project platform from The Kinetic Group careers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may have interests beyond the fields just listed. Ask what they want to pursue. If there is a genuine fit, you would be interested in exploring it together, and your organization might even become an early or first customer. Present this as a possibility that depends on the idea and appropriate follow-up, not a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Brad closes. Invite follow-up with both Brad and Wesley. Brad’s email is on screen; company jobs use the official careers page, while 4Founders is an independent project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b4830fa92945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e58b27789545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874042ca8f4e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c51664aa4649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95940668cf43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980f4f2dad4e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E49A04-FD76-4272-9FFB-32EA24D44C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FA1BCF-9FD2-4B5D-8899-4E0FFABAB2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3139A2D-D369-4A23-86D7-CEAA9FFA0E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83311D-D763-431F-8B8F-A69EE728DB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15C6EE-02EB-4657-923F-7D5BAB5C18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9B5E1A-8A01-465F-A5CE-E4B2CB6587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D70AE1-A761-4819-A236-5E51D69B84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FB1C9EF-4C77-4FE3-B4FD-EE2E5CCDBE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FBC8DF-6F20-4B8D-8188-E5F7111CF0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E161E2-C714-40EA-A7F4-121705AE89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0eafe0336e4496" /><Relationship Type="http://schemas.openxmlformats.org/officeDocument/2006/relationships/slideLayout" Target="/ppt/slideLayouts/slideLayout1.xml" Id="R5c32e10bd4454f07" /><Relationship Type="http://schemas.openxmlformats.org/officeDocument/2006/relationships/slideLayout" Target="/ppt/slideLayouts/slideLayout2.xml" Id="R4201aff697014e8a" /><Relationship Type="http://schemas.openxmlformats.org/officeDocument/2006/relationships/slideLayout" Target="/ppt/slideLayouts/slideLayout3.xml" Id="Rc3a9cefd27b9443c" /><Relationship Type="http://schemas.openxmlformats.org/officeDocument/2006/relationships/slideLayout" Target="/ppt/slideLayouts/slideLayout4.xml" Id="Rd08d1d051eb64f45" /><Relationship Type="http://schemas.openxmlformats.org/officeDocument/2006/relationships/slideLayout" Target="/ppt/slideLayouts/slideLayout5.xml" Id="R64cf28eb2029474f" /><Relationship Type="http://schemas.openxmlformats.org/officeDocument/2006/relationships/slideLayout" Target="/ppt/slideLayouts/slideLayout6.xml" Id="R1dce60d7d55942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32e10bd4454f07"/>
    <p:sldLayoutId xmlns:r="http://schemas.openxmlformats.org/officeDocument/2006/relationships" id="2147483650" r:id="R4201aff697014e8a"/>
    <p:sldLayoutId xmlns:r="http://schemas.openxmlformats.org/officeDocument/2006/relationships" id="2147483651" r:id="Rc3a9cefd27b9443c"/>
    <p:sldLayoutId xmlns:r="http://schemas.openxmlformats.org/officeDocument/2006/relationships" id="2147483652" r:id="Rd08d1d051eb64f45"/>
    <p:sldLayoutId xmlns:r="http://schemas.openxmlformats.org/officeDocument/2006/relationships" id="2147483653" r:id="R64cf28eb2029474f"/>
    <p:sldLayoutId xmlns:r="http://schemas.openxmlformats.org/officeDocument/2006/relationships" id="2147483654" r:id="R1dce60d7d55942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5a00c5f0a8497e" /><Relationship Type="http://schemas.openxmlformats.org/officeDocument/2006/relationships/image" Target="/ppt/media/image.bin" Id="R1176cbb55a1d489d" /><Relationship Type="http://schemas.openxmlformats.org/officeDocument/2006/relationships/notesSlide" Target="/ppt/notesSlides/notesSlide1.xml" Id="Rba0e8e9f22d444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301505851b4f2b" /><Relationship Type="http://schemas.openxmlformats.org/officeDocument/2006/relationships/image" Target="/ppt/media/image2.bin" Id="Rc6fd4b6133014af4" /><Relationship Type="http://schemas.openxmlformats.org/officeDocument/2006/relationships/image" Target="/ppt/media/image3.bin" Id="R02736cfe8b554a6a" /><Relationship Type="http://schemas.openxmlformats.org/officeDocument/2006/relationships/notesSlide" Target="/ppt/notesSlides/notesSlide2.xml" Id="Ra86eb85eb56e45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0dec5acb534f30" /><Relationship Type="http://schemas.openxmlformats.org/officeDocument/2006/relationships/image" Target="/ppt/media/image4.bin" Id="Racacc491cb814f3b" /><Relationship Type="http://schemas.openxmlformats.org/officeDocument/2006/relationships/image" Target="/ppt/media/image5.bin" Id="R22bd137d53a0477f" /><Relationship Type="http://schemas.openxmlformats.org/officeDocument/2006/relationships/notesSlide" Target="/ppt/notesSlides/notesSlide3.xml" Id="R3b6dd36435ed41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f44c3805024cbc" /><Relationship Type="http://schemas.openxmlformats.org/officeDocument/2006/relationships/image" Target="/ppt/media/image6.bin" Id="R2f301cc407184f82" /><Relationship Type="http://schemas.openxmlformats.org/officeDocument/2006/relationships/image" Target="/ppt/media/image7.bin" Id="Rec087dc33e8d4428" /><Relationship Type="http://schemas.openxmlformats.org/officeDocument/2006/relationships/notesSlide" Target="/ppt/notesSlides/notesSlide4.xml" Id="Red90119f11ea4a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e1ba7e98934e22" /><Relationship Type="http://schemas.openxmlformats.org/officeDocument/2006/relationships/image" Target="/ppt/media/image6.bin" Id="Rf9976cc7ad3d4e7c" /><Relationship Type="http://schemas.openxmlformats.org/officeDocument/2006/relationships/image" Target="/ppt/media/image8.bin" Id="R853a1dc91ab94517" /><Relationship Type="http://schemas.openxmlformats.org/officeDocument/2006/relationships/image" Target="/ppt/media/image9.bin" Id="Rc50a038bfc0645d0" /><Relationship Type="http://schemas.openxmlformats.org/officeDocument/2006/relationships/notesSlide" Target="/ppt/notesSlides/notesSlide5.xml" Id="Re70797ce92f540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51baecae6b490a" /><Relationship Type="http://schemas.openxmlformats.org/officeDocument/2006/relationships/image" Target="/ppt/media/image10.bin" Id="R138ddc231b314744" /><Relationship Type="http://schemas.openxmlformats.org/officeDocument/2006/relationships/image" Target="/ppt/media/image11.bin" Id="Rd60948dc7fc148a9" /><Relationship Type="http://schemas.openxmlformats.org/officeDocument/2006/relationships/notesSlide" Target="/ppt/notesSlides/notesSlide6.xml" Id="R08d0e1b375d446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7fe69e15b5c4cb7" /><Relationship Type="http://schemas.openxmlformats.org/officeDocument/2006/relationships/image" Target="/ppt/media/image12.bin" Id="R4a77bfccdeab46c5" /><Relationship Type="http://schemas.openxmlformats.org/officeDocument/2006/relationships/image" Target="/ppt/media/image13.bin" Id="Rc67ab743a4f84946" /><Relationship Type="http://schemas.openxmlformats.org/officeDocument/2006/relationships/notesSlide" Target="/ppt/notesSlides/notesSlide7.xml" Id="Ra38a4d5d0c4f4e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88cb8676de44b0" /><Relationship Type="http://schemas.openxmlformats.org/officeDocument/2006/relationships/image" Target="/ppt/media/image14.bin" Id="R0c1dae8ebf3440f6" /><Relationship Type="http://schemas.openxmlformats.org/officeDocument/2006/relationships/image" Target="/ppt/media/image.png" Id="Ra48562c9dbe0424d" /><Relationship Type="http://schemas.openxmlformats.org/officeDocument/2006/relationships/image" Target="/ppt/media/image15.bin" Id="Ra7213ef0b843400c" /><Relationship Type="http://schemas.openxmlformats.org/officeDocument/2006/relationships/notesSlide" Target="/ppt/notesSlides/notesSlide8.xml" Id="R8ab1baaedb054b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ba8e5da82b649fb" /><Relationship Type="http://schemas.openxmlformats.org/officeDocument/2006/relationships/image" Target="/ppt/media/image16.bin" Id="Rd00defa0ae1b4289" /><Relationship Type="http://schemas.openxmlformats.org/officeDocument/2006/relationships/notesSlide" Target="/ppt/notesSlides/notesSlide9.xml" Id="R844a200e551f4f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ea277c7d074af9" /><Relationship Type="http://schemas.openxmlformats.org/officeDocument/2006/relationships/image" Target="/ppt/media/image17.bin" Id="R03682504381e4ac3" /><Relationship Type="http://schemas.openxmlformats.org/officeDocument/2006/relationships/image" Target="/ppt/media/image18.bin" Id="R8622f21e6ec64500" /><Relationship Type="http://schemas.openxmlformats.org/officeDocument/2006/relationships/image" Target="/ppt/media/image19.bin" Id="R7bf7fc33c7d2452f" /><Relationship Type="http://schemas.openxmlformats.org/officeDocument/2006/relationships/notesSlide" Target="/ppt/notesSlides/notesSlide10.xml" Id="R9946703e470e4bb5" /></Relationships>
</file>

<file path=ppt/slides/slide1.xml><?xml version="1.0" encoding="utf-8"?>
<p:sld xmlns:p="http://schemas.openxmlformats.org/presentationml/2006/main">
  <p:cSld>
    <p:bg>
      <p:bgPr>
        <a:solidFill xmlns:a="http://schemas.openxmlformats.org/drawingml/2006/main">
          <a:srgbClr val="231F2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281F9BE-729D-4EEA-A056-B10B043D5765}"/>
              </a:ext>
            </a:extLst>
          </p:cNvPr>
          <p:cNvPicPr>
            <a:picLocks xmlns:a="http://schemas.openxmlformats.org/drawingml/2006/main" noChangeAspect="1"/>
          </p:cNvPicPr>
          <p:nvPr/>
        </p:nvPicPr>
        <p:blipFill>
          <a:blip xmlns:r="http://schemas.openxmlformats.org/officeDocument/2006/relationships" xmlns:a="http://schemas.openxmlformats.org/drawingml/2006/main" r:embed="R1176cbb55a1d489d"/>
          <a:stretch xmlns:a="http://schemas.openxmlformats.org/drawingml/2006/main"/>
        </p:blipFill>
        <p:spPr>
          <a:xfrm xmlns:a="http://schemas.openxmlformats.org/drawingml/2006/main">
            <a:off x="723900" y="452438"/>
            <a:ext cx="2667000" cy="857250"/>
          </a:xfrm>
          <a:prstGeom xmlns:a="http://schemas.openxmlformats.org/drawingml/2006/main" prst="rect">
            <a:avLst/>
          </a:prstGeom>
        </p:spPr>
      </p:pic>
      <p:sp>
        <p:nvSpPr>
          <p:cNvPr id="2" name="AI engineering">
            <a:extLst xmlns:a="http://schemas.openxmlformats.org/drawingml/2006/main">
              <a:ext uri="{FF2B5EF4-FFF2-40B4-BE49-F238E27FC236}">
                <a16:creationId xmlns:a16="http://schemas.microsoft.com/office/drawing/2014/main" id="{0602C422-28C5-41FE-B40E-34929660F7AC}"/>
              </a:ext>
            </a:extLst>
          </p:cNvPr>
          <p:cNvSpPr>
            <a:spLocks xmlns:a="http://schemas.openxmlformats.org/drawingml/2006/main" noGrp="1"/>
          </p:cNvSpPr>
          <p:nvPr/>
        </p:nvSpPr>
        <p:spPr>
          <a:xfrm xmlns:a="http://schemas.openxmlformats.org/drawingml/2006/main">
            <a:off x="685800" y="2076450"/>
            <a:ext cx="108204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FFFFF"/>
                </a:solidFill>
                <a:latin typeface="Arial"/>
                <a:ea typeface="Arial"/>
                <a:cs typeface="Arial"/>
              </a:defRPr>
            </a:defPPr>
            <a:lvl1pPr>
              <a:buNone/>
              <a:defRPr sz="7050" b="1">
                <a:solidFill>
                  <a:srgbClr val="FFFFFF"/>
                </a:solidFill>
                <a:latin typeface="Arial"/>
                <a:ea typeface="Arial"/>
                <a:cs typeface="Arial"/>
              </a:defRPr>
            </a:lvl1pPr>
            <a:lvl2pPr>
              <a:buNone/>
              <a:defRPr sz="7050" b="1">
                <a:solidFill>
                  <a:srgbClr val="FFFFFF"/>
                </a:solidFill>
                <a:latin typeface="Arial"/>
                <a:ea typeface="Arial"/>
                <a:cs typeface="Arial"/>
              </a:defRPr>
            </a:lvl2pPr>
            <a:lvl3pPr>
              <a:buNone/>
              <a:defRPr sz="7050" b="1">
                <a:solidFill>
                  <a:srgbClr val="FFFFFF"/>
                </a:solidFill>
                <a:latin typeface="Arial"/>
                <a:ea typeface="Arial"/>
                <a:cs typeface="Arial"/>
              </a:defRPr>
            </a:lvl3pPr>
            <a:lvl4pPr>
              <a:buNone/>
              <a:defRPr sz="7050" b="1">
                <a:solidFill>
                  <a:srgbClr val="FFFFFF"/>
                </a:solidFill>
                <a:latin typeface="Arial"/>
                <a:ea typeface="Arial"/>
                <a:cs typeface="Arial"/>
              </a:defRPr>
            </a:lvl4pPr>
            <a:lvl5pPr>
              <a:buNone/>
              <a:defRPr sz="7050" b="1">
                <a:solidFill>
                  <a:srgbClr val="FFFFFF"/>
                </a:solidFill>
                <a:latin typeface="Arial"/>
                <a:ea typeface="Arial"/>
                <a:cs typeface="Arial"/>
              </a:defRPr>
            </a:lvl5pPr>
            <a:lvl6pPr>
              <a:buNone/>
              <a:defRPr sz="7050" b="1">
                <a:solidFill>
                  <a:srgbClr val="FFFFFF"/>
                </a:solidFill>
                <a:latin typeface="Arial"/>
                <a:ea typeface="Arial"/>
                <a:cs typeface="Arial"/>
              </a:defRPr>
            </a:lvl6pPr>
            <a:lvl7pPr>
              <a:buNone/>
              <a:defRPr sz="7050" b="1">
                <a:solidFill>
                  <a:srgbClr val="FFFFFF"/>
                </a:solidFill>
                <a:latin typeface="Arial"/>
                <a:ea typeface="Arial"/>
                <a:cs typeface="Arial"/>
              </a:defRPr>
            </a:lvl7pPr>
            <a:lvl8pPr>
              <a:buNone/>
              <a:defRPr sz="7050" b="1">
                <a:solidFill>
                  <a:srgbClr val="FFFFFF"/>
                </a:solidFill>
                <a:latin typeface="Arial"/>
                <a:ea typeface="Arial"/>
                <a:cs typeface="Arial"/>
              </a:defRPr>
            </a:lvl8pPr>
            <a:lvl9pPr>
              <a:buNone/>
              <a:defRPr sz="7050" b="1">
                <a:solidFill>
                  <a:srgbClr val="FFFFFF"/>
                </a:solidFill>
                <a:latin typeface="Arial"/>
                <a:ea typeface="Arial"/>
                <a:cs typeface="Arial"/>
              </a:defRPr>
            </a:lvl9pPr>
          </a:lstStyle>
          <a:p xmlns:a="http://schemas.openxmlformats.org/drawingml/2006/main">
            <a:pPr>
              <a:buNone/>
              <a:defRPr sz="7050" b="1">
                <a:solidFill>
                  <a:srgbClr val="FFFFFF"/>
                </a:solidFill>
                <a:latin typeface="Arial"/>
                <a:ea typeface="Arial"/>
                <a:cs typeface="Arial"/>
              </a:defRPr>
            </a:pPr>
            <a:r>
              <a:rPr sz="7050" b="1">
                <a:solidFill>
                  <a:srgbClr val="FFFFFF"/>
                </a:solidFill>
                <a:latin typeface="Arial"/>
                <a:ea typeface="Arial"/>
                <a:cs typeface="Arial"/>
              </a:rPr>
              <a:t>Engineering</a:t>
            </a:r>
          </a:p>
        </p:txBody>
      </p:sp>
      <p:sp>
        <p:nvSpPr>
          <p:cNvPr id="3" name="at The Kinetic Group">
            <a:extLst xmlns:a="http://schemas.openxmlformats.org/drawingml/2006/main">
              <a:ext uri="{FF2B5EF4-FFF2-40B4-BE49-F238E27FC236}">
                <a16:creationId xmlns:a16="http://schemas.microsoft.com/office/drawing/2014/main" id="{1829A00E-2416-45BA-9CA5-E977C766C36C}"/>
              </a:ext>
            </a:extLst>
          </p:cNvPr>
          <p:cNvSpPr>
            <a:spLocks xmlns:a="http://schemas.openxmlformats.org/drawingml/2006/main" noGrp="1"/>
          </p:cNvSpPr>
          <p:nvPr/>
        </p:nvSpPr>
        <p:spPr>
          <a:xfrm xmlns:a="http://schemas.openxmlformats.org/drawingml/2006/main">
            <a:off x="742950" y="33623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0">
                <a:solidFill>
                  <a:srgbClr val="FFFFFF"/>
                </a:solidFill>
                <a:latin typeface="Arial"/>
                <a:ea typeface="Arial"/>
                <a:cs typeface="Arial"/>
              </a:defRPr>
            </a:defPPr>
            <a:lvl1pPr>
              <a:buNone/>
              <a:defRPr sz="3525" b="0">
                <a:solidFill>
                  <a:srgbClr val="FFFFFF"/>
                </a:solidFill>
                <a:latin typeface="Arial"/>
                <a:ea typeface="Arial"/>
                <a:cs typeface="Arial"/>
              </a:defRPr>
            </a:lvl1pPr>
            <a:lvl2pPr>
              <a:buNone/>
              <a:defRPr sz="3525" b="0">
                <a:solidFill>
                  <a:srgbClr val="FFFFFF"/>
                </a:solidFill>
                <a:latin typeface="Arial"/>
                <a:ea typeface="Arial"/>
                <a:cs typeface="Arial"/>
              </a:defRPr>
            </a:lvl2pPr>
            <a:lvl3pPr>
              <a:buNone/>
              <a:defRPr sz="3525" b="0">
                <a:solidFill>
                  <a:srgbClr val="FFFFFF"/>
                </a:solidFill>
                <a:latin typeface="Arial"/>
                <a:ea typeface="Arial"/>
                <a:cs typeface="Arial"/>
              </a:defRPr>
            </a:lvl3pPr>
            <a:lvl4pPr>
              <a:buNone/>
              <a:defRPr sz="3525" b="0">
                <a:solidFill>
                  <a:srgbClr val="FFFFFF"/>
                </a:solidFill>
                <a:latin typeface="Arial"/>
                <a:ea typeface="Arial"/>
                <a:cs typeface="Arial"/>
              </a:defRPr>
            </a:lvl4pPr>
            <a:lvl5pPr>
              <a:buNone/>
              <a:defRPr sz="3525" b="0">
                <a:solidFill>
                  <a:srgbClr val="FFFFFF"/>
                </a:solidFill>
                <a:latin typeface="Arial"/>
                <a:ea typeface="Arial"/>
                <a:cs typeface="Arial"/>
              </a:defRPr>
            </a:lvl5pPr>
            <a:lvl6pPr>
              <a:buNone/>
              <a:defRPr sz="3525" b="0">
                <a:solidFill>
                  <a:srgbClr val="FFFFFF"/>
                </a:solidFill>
                <a:latin typeface="Arial"/>
                <a:ea typeface="Arial"/>
                <a:cs typeface="Arial"/>
              </a:defRPr>
            </a:lvl6pPr>
            <a:lvl7pPr>
              <a:buNone/>
              <a:defRPr sz="3525" b="0">
                <a:solidFill>
                  <a:srgbClr val="FFFFFF"/>
                </a:solidFill>
                <a:latin typeface="Arial"/>
                <a:ea typeface="Arial"/>
                <a:cs typeface="Arial"/>
              </a:defRPr>
            </a:lvl7pPr>
            <a:lvl8pPr>
              <a:buNone/>
              <a:defRPr sz="3525" b="0">
                <a:solidFill>
                  <a:srgbClr val="FFFFFF"/>
                </a:solidFill>
                <a:latin typeface="Arial"/>
                <a:ea typeface="Arial"/>
                <a:cs typeface="Arial"/>
              </a:defRPr>
            </a:lvl8pPr>
            <a:lvl9pPr>
              <a:buNone/>
              <a:defRPr sz="3525" b="0">
                <a:solidFill>
                  <a:srgbClr val="FFFFFF"/>
                </a:solidFill>
                <a:latin typeface="Arial"/>
                <a:ea typeface="Arial"/>
                <a:cs typeface="Arial"/>
              </a:defRPr>
            </a:lvl9pPr>
          </a:lstStyle>
          <a:p xmlns:a="http://schemas.openxmlformats.org/drawingml/2006/main">
            <a:pPr>
              <a:buNone/>
              <a:defRPr sz="3525" b="0">
                <a:solidFill>
                  <a:srgbClr val="FFFFFF"/>
                </a:solidFill>
                <a:latin typeface="Arial"/>
                <a:ea typeface="Arial"/>
                <a:cs typeface="Arial"/>
              </a:defRPr>
            </a:pPr>
            <a:r>
              <a:rPr sz="3525" b="0">
                <a:solidFill>
                  <a:srgbClr val="FFFFFF"/>
                </a:solidFill>
                <a:latin typeface="Arial"/>
                <a:ea typeface="Arial"/>
                <a:cs typeface="Arial"/>
              </a:rPr>
              <a:t>at The Kinetic Group</a:t>
            </a:r>
          </a:p>
        </p:txBody>
      </p:sp>
      <p:sp>
        <p:nvSpPr>
          <p:cNvPr id="4" name="Brad Daugherty&#10;Engineering Team Lead, Remingt">
            <a:extLst xmlns:a="http://schemas.openxmlformats.org/drawingml/2006/main">
              <a:ext uri="{FF2B5EF4-FFF2-40B4-BE49-F238E27FC236}">
                <a16:creationId xmlns:a16="http://schemas.microsoft.com/office/drawing/2014/main" id="{2049A0EC-E53A-4AC2-B3E1-6A09CEE82B01}"/>
              </a:ext>
            </a:extLst>
          </p:cNvPr>
          <p:cNvSpPr>
            <a:spLocks xmlns:a="http://schemas.openxmlformats.org/drawingml/2006/main" noGrp="1"/>
          </p:cNvSpPr>
          <p:nvPr/>
        </p:nvSpPr>
        <p:spPr>
          <a:xfrm xmlns:a="http://schemas.openxmlformats.org/drawingml/2006/main">
            <a:off x="762000" y="4962525"/>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7D3CC"/>
                </a:solidFill>
                <a:latin typeface="Arial"/>
                <a:ea typeface="Arial"/>
                <a:cs typeface="Arial"/>
              </a:defRPr>
            </a:defPPr>
            <a:lvl1pPr>
              <a:buNone/>
              <a:defRPr sz="2175" b="0">
                <a:solidFill>
                  <a:srgbClr val="D7D3CC"/>
                </a:solidFill>
                <a:latin typeface="Arial"/>
                <a:ea typeface="Arial"/>
                <a:cs typeface="Arial"/>
              </a:defRPr>
            </a:lvl1pPr>
            <a:lvl2pPr>
              <a:buNone/>
              <a:defRPr sz="2175" b="0">
                <a:solidFill>
                  <a:srgbClr val="D7D3CC"/>
                </a:solidFill>
                <a:latin typeface="Arial"/>
                <a:ea typeface="Arial"/>
                <a:cs typeface="Arial"/>
              </a:defRPr>
            </a:lvl2pPr>
            <a:lvl3pPr>
              <a:buNone/>
              <a:defRPr sz="2175" b="0">
                <a:solidFill>
                  <a:srgbClr val="D7D3CC"/>
                </a:solidFill>
                <a:latin typeface="Arial"/>
                <a:ea typeface="Arial"/>
                <a:cs typeface="Arial"/>
              </a:defRPr>
            </a:lvl3pPr>
            <a:lvl4pPr>
              <a:buNone/>
              <a:defRPr sz="2175" b="0">
                <a:solidFill>
                  <a:srgbClr val="D7D3CC"/>
                </a:solidFill>
                <a:latin typeface="Arial"/>
                <a:ea typeface="Arial"/>
                <a:cs typeface="Arial"/>
              </a:defRPr>
            </a:lvl4pPr>
            <a:lvl5pPr>
              <a:buNone/>
              <a:defRPr sz="2175" b="0">
                <a:solidFill>
                  <a:srgbClr val="D7D3CC"/>
                </a:solidFill>
                <a:latin typeface="Arial"/>
                <a:ea typeface="Arial"/>
                <a:cs typeface="Arial"/>
              </a:defRPr>
            </a:lvl5pPr>
            <a:lvl6pPr>
              <a:buNone/>
              <a:defRPr sz="2175" b="0">
                <a:solidFill>
                  <a:srgbClr val="D7D3CC"/>
                </a:solidFill>
                <a:latin typeface="Arial"/>
                <a:ea typeface="Arial"/>
                <a:cs typeface="Arial"/>
              </a:defRPr>
            </a:lvl6pPr>
            <a:lvl7pPr>
              <a:buNone/>
              <a:defRPr sz="2175" b="0">
                <a:solidFill>
                  <a:srgbClr val="D7D3CC"/>
                </a:solidFill>
                <a:latin typeface="Arial"/>
                <a:ea typeface="Arial"/>
                <a:cs typeface="Arial"/>
              </a:defRPr>
            </a:lvl7pPr>
            <a:lvl8pPr>
              <a:buNone/>
              <a:defRPr sz="2175" b="0">
                <a:solidFill>
                  <a:srgbClr val="D7D3CC"/>
                </a:solidFill>
                <a:latin typeface="Arial"/>
                <a:ea typeface="Arial"/>
                <a:cs typeface="Arial"/>
              </a:defRPr>
            </a:lvl8pPr>
            <a:lvl9pPr>
              <a:buNone/>
              <a:defRPr sz="2175" b="0">
                <a:solidFill>
                  <a:srgbClr val="D7D3CC"/>
                </a:solidFill>
                <a:latin typeface="Arial"/>
                <a:ea typeface="Arial"/>
                <a:cs typeface="Arial"/>
              </a:defRPr>
            </a:lvl9pPr>
          </a:lstStyle>
          <a:p xmlns:a="http://schemas.openxmlformats.org/drawingml/2006/main">
            <a:pPr>
              <a:buNone/>
              <a:defRPr sz="2175" b="0">
                <a:solidFill>
                  <a:srgbClr val="D7D3CC"/>
                </a:solidFill>
                <a:latin typeface="Arial"/>
                <a:ea typeface="Arial"/>
                <a:cs typeface="Arial"/>
              </a:defRPr>
            </a:pPr>
            <a:r>
              <a:rPr sz="2175" b="0">
                <a:solidFill>
                  <a:srgbClr val="D7D3CC"/>
                </a:solidFill>
                <a:latin typeface="Arial"/>
                <a:ea typeface="Arial"/>
                <a:cs typeface="Arial"/>
              </a:rPr>
              <a:t/>
            </a:r>
          </a:p>
        </p:txBody>
      </p:sp>
      <p:sp>
        <p:nvSpPr>
          <p:cNvPr id="5" name="Go 4th Fridays&#10;October 23, 2026">
            <a:extLst xmlns:a="http://schemas.openxmlformats.org/drawingml/2006/main">
              <a:ext uri="{FF2B5EF4-FFF2-40B4-BE49-F238E27FC236}">
                <a16:creationId xmlns:a16="http://schemas.microsoft.com/office/drawing/2014/main" id="{7A63BE74-872E-49E5-A889-05251EF30E91}"/>
              </a:ext>
            </a:extLst>
          </p:cNvPr>
          <p:cNvSpPr>
            <a:spLocks xmlns:a="http://schemas.openxmlformats.org/drawingml/2006/main" noGrp="1"/>
          </p:cNvSpPr>
          <p:nvPr/>
        </p:nvSpPr>
        <p:spPr>
          <a:xfrm xmlns:a="http://schemas.openxmlformats.org/drawingml/2006/main">
            <a:off x="9048750" y="5095875"/>
            <a:ext cx="2619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7D3CC"/>
                </a:solidFill>
                <a:latin typeface="Arial"/>
                <a:ea typeface="Arial"/>
                <a:cs typeface="Arial"/>
              </a:defRPr>
            </a:defPPr>
            <a:lvl1pPr>
              <a:buNone/>
              <a:defRPr sz="1800" b="0">
                <a:solidFill>
                  <a:srgbClr val="D7D3CC"/>
                </a:solidFill>
                <a:latin typeface="Arial"/>
                <a:ea typeface="Arial"/>
                <a:cs typeface="Arial"/>
              </a:defRPr>
            </a:lvl1pPr>
            <a:lvl2pPr>
              <a:buNone/>
              <a:defRPr sz="1800" b="0">
                <a:solidFill>
                  <a:srgbClr val="D7D3CC"/>
                </a:solidFill>
                <a:latin typeface="Arial"/>
                <a:ea typeface="Arial"/>
                <a:cs typeface="Arial"/>
              </a:defRPr>
            </a:lvl2pPr>
            <a:lvl3pPr>
              <a:buNone/>
              <a:defRPr sz="1800" b="0">
                <a:solidFill>
                  <a:srgbClr val="D7D3CC"/>
                </a:solidFill>
                <a:latin typeface="Arial"/>
                <a:ea typeface="Arial"/>
                <a:cs typeface="Arial"/>
              </a:defRPr>
            </a:lvl3pPr>
            <a:lvl4pPr>
              <a:buNone/>
              <a:defRPr sz="1800" b="0">
                <a:solidFill>
                  <a:srgbClr val="D7D3CC"/>
                </a:solidFill>
                <a:latin typeface="Arial"/>
                <a:ea typeface="Arial"/>
                <a:cs typeface="Arial"/>
              </a:defRPr>
            </a:lvl4pPr>
            <a:lvl5pPr>
              <a:buNone/>
              <a:defRPr sz="1800" b="0">
                <a:solidFill>
                  <a:srgbClr val="D7D3CC"/>
                </a:solidFill>
                <a:latin typeface="Arial"/>
                <a:ea typeface="Arial"/>
                <a:cs typeface="Arial"/>
              </a:defRPr>
            </a:lvl5pPr>
            <a:lvl6pPr>
              <a:buNone/>
              <a:defRPr sz="1800" b="0">
                <a:solidFill>
                  <a:srgbClr val="D7D3CC"/>
                </a:solidFill>
                <a:latin typeface="Arial"/>
                <a:ea typeface="Arial"/>
                <a:cs typeface="Arial"/>
              </a:defRPr>
            </a:lvl6pPr>
            <a:lvl7pPr>
              <a:buNone/>
              <a:defRPr sz="1800" b="0">
                <a:solidFill>
                  <a:srgbClr val="D7D3CC"/>
                </a:solidFill>
                <a:latin typeface="Arial"/>
                <a:ea typeface="Arial"/>
                <a:cs typeface="Arial"/>
              </a:defRPr>
            </a:lvl7pPr>
            <a:lvl8pPr>
              <a:buNone/>
              <a:defRPr sz="1800" b="0">
                <a:solidFill>
                  <a:srgbClr val="D7D3CC"/>
                </a:solidFill>
                <a:latin typeface="Arial"/>
                <a:ea typeface="Arial"/>
                <a:cs typeface="Arial"/>
              </a:defRPr>
            </a:lvl8pPr>
            <a:lvl9pPr>
              <a:buNone/>
              <a:defRPr sz="1800" b="0">
                <a:solidFill>
                  <a:srgbClr val="D7D3CC"/>
                </a:solidFill>
                <a:latin typeface="Arial"/>
                <a:ea typeface="Arial"/>
                <a:cs typeface="Arial"/>
              </a:defRPr>
            </a:lvl9pPr>
          </a:lstStyle>
          <a:p xmlns:a="http://schemas.openxmlformats.org/drawingml/2006/main">
            <a:pPr>
              <a:buNone/>
              <a:defRPr sz="1800" b="0">
                <a:solidFill>
                  <a:srgbClr val="D7D3CC"/>
                </a:solidFill>
                <a:latin typeface="Arial"/>
                <a:ea typeface="Arial"/>
                <a:cs typeface="Arial"/>
              </a:defRPr>
            </a:pPr>
            <a:r>
              <a:rPr sz="1800" b="0">
                <a:solidFill>
                  <a:srgbClr val="D7D3CC"/>
                </a:solidFill>
                <a:latin typeface="Arial"/>
                <a:ea typeface="Arial"/>
                <a:cs typeface="Arial"/>
              </a:rPr>
              <a:t>Go 4th Fridays</a:t>
            </a:r>
          </a:p>
          <a:p xmlns:a="http://schemas.openxmlformats.org/drawingml/2006/main">
            <a:pPr>
              <a:buNone/>
              <a:defRPr sz="1800" b="0">
                <a:solidFill>
                  <a:srgbClr val="D7D3CC"/>
                </a:solidFill>
                <a:latin typeface="Arial"/>
                <a:ea typeface="Arial"/>
                <a:cs typeface="Arial"/>
              </a:defRPr>
            </a:pPr>
            <a:r>
              <a:rPr sz="1800" b="0">
                <a:solidFill>
                  <a:srgbClr val="D7D3CC"/>
                </a:solidFill>
                <a:latin typeface="Arial"/>
                <a:ea typeface="Arial"/>
                <a:cs typeface="Arial"/>
              </a:rPr>
              <a:t>October 23, 2026</a:t>
            </a:r>
          </a:p>
        </p:txBody>
      </p:sp>
      <p:sp>
        <p:nvSpPr>
          <p:cNvPr id="7" name="">
            <a:extLst xmlns:a="http://schemas.openxmlformats.org/drawingml/2006/main">
              <a:ext uri="{FF2B5EF4-FFF2-40B4-BE49-F238E27FC236}">
                <a16:creationId xmlns:a16="http://schemas.microsoft.com/office/drawing/2014/main" id="{864E43FC-C41B-4D2B-AB44-496AEEAC7033}"/>
              </a:ext>
            </a:extLst>
          </p:cNvPr>
          <p:cNvSpPr>
            <a:spLocks xmlns:a="http://schemas.openxmlformats.org/drawingml/2006/main" noGrp="1"/>
          </p:cNvSpPr>
          <p:nvPr/>
        </p:nvSpPr>
        <p:spPr>
          <a:xfrm xmlns:a="http://schemas.openxmlformats.org/drawingml/2006/main">
            <a:off x="762000" y="4933950"/>
            <a:ext cx="3667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FFFFFF"/>
                </a:solidFill>
              </a:defRPr>
            </a:defPPr>
            <a:lvl1pPr algn="l">
              <a:defRPr sz="2100" b="1">
                <a:solidFill>
                  <a:srgbClr val="FFFFFF"/>
                </a:solidFill>
              </a:defRPr>
            </a:lvl1pPr>
            <a:lvl2pPr algn="l">
              <a:defRPr sz="2100" b="1">
                <a:solidFill>
                  <a:srgbClr val="FFFFFF"/>
                </a:solidFill>
              </a:defRPr>
            </a:lvl2pPr>
            <a:lvl3pPr algn="l">
              <a:defRPr sz="2100" b="1">
                <a:solidFill>
                  <a:srgbClr val="FFFFFF"/>
                </a:solidFill>
              </a:defRPr>
            </a:lvl3pPr>
            <a:lvl4pPr algn="l">
              <a:defRPr sz="2100" b="1">
                <a:solidFill>
                  <a:srgbClr val="FFFFFF"/>
                </a:solidFill>
              </a:defRPr>
            </a:lvl4pPr>
            <a:lvl5pPr algn="l">
              <a:defRPr sz="2100" b="1">
                <a:solidFill>
                  <a:srgbClr val="FFFFFF"/>
                </a:solidFill>
              </a:defRPr>
            </a:lvl5pPr>
            <a:lvl6pPr algn="l">
              <a:defRPr sz="2100" b="1">
                <a:solidFill>
                  <a:srgbClr val="FFFFFF"/>
                </a:solidFill>
              </a:defRPr>
            </a:lvl6pPr>
            <a:lvl7pPr algn="l">
              <a:defRPr sz="2100" b="1">
                <a:solidFill>
                  <a:srgbClr val="FFFFFF"/>
                </a:solidFill>
              </a:defRPr>
            </a:lvl7pPr>
            <a:lvl8pPr algn="l">
              <a:defRPr sz="2100" b="1">
                <a:solidFill>
                  <a:srgbClr val="FFFFFF"/>
                </a:solidFill>
              </a:defRPr>
            </a:lvl8pPr>
            <a:lvl9pPr algn="l">
              <a:defRPr sz="2100" b="1">
                <a:solidFill>
                  <a:srgbClr val="FFFFFF"/>
                </a:solidFill>
              </a:defRPr>
            </a:lvl9pPr>
          </a:lstStyle>
          <a:p xmlns:a="http://schemas.openxmlformats.org/drawingml/2006/main">
            <a:pPr algn="l">
              <a:defRPr sz="2100" b="1">
                <a:solidFill>
                  <a:srgbClr val="FFFFFF"/>
                </a:solidFill>
              </a:defRPr>
            </a:pPr>
            <a:r>
              <a:rPr sz="2100" b="1">
                <a:solidFill>
                  <a:srgbClr val="FFFFFF"/>
                </a:solidFill>
              </a:rPr>
              <a:t>Brad Daugherty</a:t>
            </a:r>
          </a:p>
        </p:txBody>
      </p:sp>
      <p:sp>
        <p:nvSpPr>
          <p:cNvPr id="8" name="">
            <a:extLst xmlns:a="http://schemas.openxmlformats.org/drawingml/2006/main">
              <a:ext uri="{FF2B5EF4-FFF2-40B4-BE49-F238E27FC236}">
                <a16:creationId xmlns:a16="http://schemas.microsoft.com/office/drawing/2014/main" id="{4A3469CE-0AB9-4DCF-80F8-A3791C0565F8}"/>
              </a:ext>
            </a:extLst>
          </p:cNvPr>
          <p:cNvSpPr>
            <a:spLocks xmlns:a="http://schemas.openxmlformats.org/drawingml/2006/main" noGrp="1"/>
          </p:cNvSpPr>
          <p:nvPr/>
        </p:nvSpPr>
        <p:spPr>
          <a:xfrm xmlns:a="http://schemas.openxmlformats.org/drawingml/2006/main">
            <a:off x="762000" y="5362575"/>
            <a:ext cx="3667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D7D3CC"/>
                </a:solidFill>
              </a:defRPr>
            </a:defPPr>
            <a:lvl1pPr algn="l">
              <a:defRPr sz="1500" b="0">
                <a:solidFill>
                  <a:srgbClr val="D7D3CC"/>
                </a:solidFill>
              </a:defRPr>
            </a:lvl1pPr>
            <a:lvl2pPr algn="l">
              <a:defRPr sz="1500" b="0">
                <a:solidFill>
                  <a:srgbClr val="D7D3CC"/>
                </a:solidFill>
              </a:defRPr>
            </a:lvl2pPr>
            <a:lvl3pPr algn="l">
              <a:defRPr sz="1500" b="0">
                <a:solidFill>
                  <a:srgbClr val="D7D3CC"/>
                </a:solidFill>
              </a:defRPr>
            </a:lvl3pPr>
            <a:lvl4pPr algn="l">
              <a:defRPr sz="1500" b="0">
                <a:solidFill>
                  <a:srgbClr val="D7D3CC"/>
                </a:solidFill>
              </a:defRPr>
            </a:lvl4pPr>
            <a:lvl5pPr algn="l">
              <a:defRPr sz="1500" b="0">
                <a:solidFill>
                  <a:srgbClr val="D7D3CC"/>
                </a:solidFill>
              </a:defRPr>
            </a:lvl5pPr>
            <a:lvl6pPr algn="l">
              <a:defRPr sz="1500" b="0">
                <a:solidFill>
                  <a:srgbClr val="D7D3CC"/>
                </a:solidFill>
              </a:defRPr>
            </a:lvl6pPr>
            <a:lvl7pPr algn="l">
              <a:defRPr sz="1500" b="0">
                <a:solidFill>
                  <a:srgbClr val="D7D3CC"/>
                </a:solidFill>
              </a:defRPr>
            </a:lvl7pPr>
            <a:lvl8pPr algn="l">
              <a:defRPr sz="1500" b="0">
                <a:solidFill>
                  <a:srgbClr val="D7D3CC"/>
                </a:solidFill>
              </a:defRPr>
            </a:lvl8pPr>
            <a:lvl9pPr algn="l">
              <a:defRPr sz="1500" b="0">
                <a:solidFill>
                  <a:srgbClr val="D7D3CC"/>
                </a:solidFill>
              </a:defRPr>
            </a:lvl9pPr>
          </a:lstStyle>
          <a:p xmlns:a="http://schemas.openxmlformats.org/drawingml/2006/main">
            <a:pPr algn="l">
              <a:defRPr sz="1500" b="0">
                <a:solidFill>
                  <a:srgbClr val="D7D3CC"/>
                </a:solidFill>
              </a:defRPr>
            </a:pPr>
            <a:r>
              <a:rPr sz="1500" b="0">
                <a:solidFill>
                  <a:srgbClr val="D7D3CC"/>
                </a:solidFill>
              </a:rPr>
              <a:t>Engineering Team Lead, Remington</a:t>
            </a:r>
          </a:p>
        </p:txBody>
      </p:sp>
      <p:sp>
        <p:nvSpPr>
          <p:cNvPr id="9" name="">
            <a:extLst xmlns:a="http://schemas.openxmlformats.org/drawingml/2006/main">
              <a:ext uri="{FF2B5EF4-FFF2-40B4-BE49-F238E27FC236}">
                <a16:creationId xmlns:a16="http://schemas.microsoft.com/office/drawing/2014/main" id="{1AD6AB4A-A049-4EFB-975F-067ABEC1CB78}"/>
              </a:ext>
            </a:extLst>
          </p:cNvPr>
          <p:cNvSpPr>
            <a:spLocks xmlns:a="http://schemas.openxmlformats.org/drawingml/2006/main" noGrp="1"/>
          </p:cNvSpPr>
          <p:nvPr/>
        </p:nvSpPr>
        <p:spPr>
          <a:xfrm xmlns:a="http://schemas.openxmlformats.org/drawingml/2006/main">
            <a:off x="4552950" y="4933950"/>
            <a:ext cx="3667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FFFFFF"/>
                </a:solidFill>
              </a:defRPr>
            </a:defPPr>
            <a:lvl1pPr algn="l">
              <a:defRPr sz="2100" b="1">
                <a:solidFill>
                  <a:srgbClr val="FFFFFF"/>
                </a:solidFill>
              </a:defRPr>
            </a:lvl1pPr>
            <a:lvl2pPr algn="l">
              <a:defRPr sz="2100" b="1">
                <a:solidFill>
                  <a:srgbClr val="FFFFFF"/>
                </a:solidFill>
              </a:defRPr>
            </a:lvl2pPr>
            <a:lvl3pPr algn="l">
              <a:defRPr sz="2100" b="1">
                <a:solidFill>
                  <a:srgbClr val="FFFFFF"/>
                </a:solidFill>
              </a:defRPr>
            </a:lvl3pPr>
            <a:lvl4pPr algn="l">
              <a:defRPr sz="2100" b="1">
                <a:solidFill>
                  <a:srgbClr val="FFFFFF"/>
                </a:solidFill>
              </a:defRPr>
            </a:lvl4pPr>
            <a:lvl5pPr algn="l">
              <a:defRPr sz="2100" b="1">
                <a:solidFill>
                  <a:srgbClr val="FFFFFF"/>
                </a:solidFill>
              </a:defRPr>
            </a:lvl5pPr>
            <a:lvl6pPr algn="l">
              <a:defRPr sz="2100" b="1">
                <a:solidFill>
                  <a:srgbClr val="FFFFFF"/>
                </a:solidFill>
              </a:defRPr>
            </a:lvl6pPr>
            <a:lvl7pPr algn="l">
              <a:defRPr sz="2100" b="1">
                <a:solidFill>
                  <a:srgbClr val="FFFFFF"/>
                </a:solidFill>
              </a:defRPr>
            </a:lvl7pPr>
            <a:lvl8pPr algn="l">
              <a:defRPr sz="2100" b="1">
                <a:solidFill>
                  <a:srgbClr val="FFFFFF"/>
                </a:solidFill>
              </a:defRPr>
            </a:lvl8pPr>
            <a:lvl9pPr algn="l">
              <a:defRPr sz="2100" b="1">
                <a:solidFill>
                  <a:srgbClr val="FFFFFF"/>
                </a:solidFill>
              </a:defRPr>
            </a:lvl9pPr>
          </a:lstStyle>
          <a:p xmlns:a="http://schemas.openxmlformats.org/drawingml/2006/main">
            <a:pPr algn="l">
              <a:defRPr sz="2100" b="1">
                <a:solidFill>
                  <a:srgbClr val="FFFFFF"/>
                </a:solidFill>
              </a:defRPr>
            </a:pPr>
            <a:r>
              <a:rPr sz="2100" b="1">
                <a:solidFill>
                  <a:srgbClr val="FFFFFF"/>
                </a:solidFill>
              </a:rPr>
              <a:t>Wesley Siharth</a:t>
            </a:r>
          </a:p>
        </p:txBody>
      </p:sp>
      <p:sp>
        <p:nvSpPr>
          <p:cNvPr id="10" name="">
            <a:extLst xmlns:a="http://schemas.openxmlformats.org/drawingml/2006/main">
              <a:ext uri="{FF2B5EF4-FFF2-40B4-BE49-F238E27FC236}">
                <a16:creationId xmlns:a16="http://schemas.microsoft.com/office/drawing/2014/main" id="{07902AB8-797A-45D3-8DAA-BF75684B2885}"/>
              </a:ext>
            </a:extLst>
          </p:cNvPr>
          <p:cNvSpPr>
            <a:spLocks xmlns:a="http://schemas.openxmlformats.org/drawingml/2006/main" noGrp="1"/>
          </p:cNvSpPr>
          <p:nvPr/>
        </p:nvSpPr>
        <p:spPr>
          <a:xfrm xmlns:a="http://schemas.openxmlformats.org/drawingml/2006/main">
            <a:off x="4552950" y="5362575"/>
            <a:ext cx="3667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D7D3CC"/>
                </a:solidFill>
              </a:defRPr>
            </a:defPPr>
            <a:lvl1pPr algn="l">
              <a:defRPr sz="1500" b="0">
                <a:solidFill>
                  <a:srgbClr val="D7D3CC"/>
                </a:solidFill>
              </a:defRPr>
            </a:lvl1pPr>
            <a:lvl2pPr algn="l">
              <a:defRPr sz="1500" b="0">
                <a:solidFill>
                  <a:srgbClr val="D7D3CC"/>
                </a:solidFill>
              </a:defRPr>
            </a:lvl2pPr>
            <a:lvl3pPr algn="l">
              <a:defRPr sz="1500" b="0">
                <a:solidFill>
                  <a:srgbClr val="D7D3CC"/>
                </a:solidFill>
              </a:defRPr>
            </a:lvl3pPr>
            <a:lvl4pPr algn="l">
              <a:defRPr sz="1500" b="0">
                <a:solidFill>
                  <a:srgbClr val="D7D3CC"/>
                </a:solidFill>
              </a:defRPr>
            </a:lvl4pPr>
            <a:lvl5pPr algn="l">
              <a:defRPr sz="1500" b="0">
                <a:solidFill>
                  <a:srgbClr val="D7D3CC"/>
                </a:solidFill>
              </a:defRPr>
            </a:lvl5pPr>
            <a:lvl6pPr algn="l">
              <a:defRPr sz="1500" b="0">
                <a:solidFill>
                  <a:srgbClr val="D7D3CC"/>
                </a:solidFill>
              </a:defRPr>
            </a:lvl6pPr>
            <a:lvl7pPr algn="l">
              <a:defRPr sz="1500" b="0">
                <a:solidFill>
                  <a:srgbClr val="D7D3CC"/>
                </a:solidFill>
              </a:defRPr>
            </a:lvl7pPr>
            <a:lvl8pPr algn="l">
              <a:defRPr sz="1500" b="0">
                <a:solidFill>
                  <a:srgbClr val="D7D3CC"/>
                </a:solidFill>
              </a:defRPr>
            </a:lvl8pPr>
            <a:lvl9pPr algn="l">
              <a:defRPr sz="1500" b="0">
                <a:solidFill>
                  <a:srgbClr val="D7D3CC"/>
                </a:solidFill>
              </a:defRPr>
            </a:lvl9pPr>
          </a:lstStyle>
          <a:p xmlns:a="http://schemas.openxmlformats.org/drawingml/2006/main">
            <a:pPr algn="l">
              <a:defRPr sz="1500" b="0">
                <a:solidFill>
                  <a:srgbClr val="D7D3CC"/>
                </a:solidFill>
              </a:defRPr>
            </a:pPr>
            <a:r>
              <a:rPr sz="1500" b="0">
                <a:solidFill>
                  <a:srgbClr val="D7D3CC"/>
                </a:solidFill>
              </a:rPr>
              <a:t>Engineer</a:t>
            </a:r>
          </a:p>
        </p:txBody>
      </p:sp>
    </p:spTree>
    <p:extLst>
      <p:ext uri="{BB962C8B-B14F-4D97-AF65-F5344CB8AC3E}">
        <p14:creationId xmlns:p14="http://schemas.microsoft.com/office/powerpoint/2010/main" val="1159675204"/>
      </p:ext>
    </p:extLst>
  </p:cSld>
</p:sld>
</file>

<file path=ppt/slides/slide2.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7CD3DAD3-5385-4886-A0E5-40CBF3254DEA}"/>
              </a:ext>
            </a:extLst>
          </p:cNvPr>
          <p:cNvPicPr>
            <a:picLocks xmlns:a="http://schemas.openxmlformats.org/drawingml/2006/main" noChangeAspect="1"/>
          </p:cNvPicPr>
          <p:nvPr/>
        </p:nvPicPr>
        <p:blipFill>
          <a:blip xmlns:r="http://schemas.openxmlformats.org/officeDocument/2006/relationships" xmlns:a="http://schemas.openxmlformats.org/drawingml/2006/main" r:embed="Rc6fd4b6133014af4"/>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4A4BDC-F992-4861-85D6-438F91078E81}"/>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2C6222-612E-49E1-A7DB-AF1890EE62E6}"/>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02</a:t>
            </a:r>
          </a:p>
        </p:txBody>
      </p:sp>
      <p:sp>
        <p:nvSpPr>
          <p:cNvPr id="6" name="">
            <a:extLst xmlns:a="http://schemas.openxmlformats.org/drawingml/2006/main">
              <a:ext uri="{FF2B5EF4-FFF2-40B4-BE49-F238E27FC236}">
                <a16:creationId xmlns:a16="http://schemas.microsoft.com/office/drawing/2014/main" id="{0ADFD0A3-E85B-4097-97AB-7EC7BE10517F}"/>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231F20"/>
                </a:solidFill>
              </a:defRPr>
            </a:defPPr>
            <a:lvl1pPr algn="l">
              <a:buNone/>
              <a:defRPr sz="3750" b="1">
                <a:solidFill>
                  <a:srgbClr val="231F20"/>
                </a:solidFill>
              </a:defRPr>
            </a:lvl1pPr>
            <a:lvl2pPr algn="l">
              <a:buNone/>
              <a:defRPr sz="3750" b="1">
                <a:solidFill>
                  <a:srgbClr val="231F20"/>
                </a:solidFill>
              </a:defRPr>
            </a:lvl2pPr>
            <a:lvl3pPr algn="l">
              <a:buNone/>
              <a:defRPr sz="3750" b="1">
                <a:solidFill>
                  <a:srgbClr val="231F20"/>
                </a:solidFill>
              </a:defRPr>
            </a:lvl3pPr>
            <a:lvl4pPr algn="l">
              <a:buNone/>
              <a:defRPr sz="3750" b="1">
                <a:solidFill>
                  <a:srgbClr val="231F20"/>
                </a:solidFill>
              </a:defRPr>
            </a:lvl4pPr>
            <a:lvl5pPr algn="l">
              <a:buNone/>
              <a:defRPr sz="3750" b="1">
                <a:solidFill>
                  <a:srgbClr val="231F20"/>
                </a:solidFill>
              </a:defRPr>
            </a:lvl5pPr>
            <a:lvl6pPr algn="l">
              <a:buNone/>
              <a:defRPr sz="3750" b="1">
                <a:solidFill>
                  <a:srgbClr val="231F20"/>
                </a:solidFill>
              </a:defRPr>
            </a:lvl6pPr>
            <a:lvl7pPr algn="l">
              <a:buNone/>
              <a:defRPr sz="3750" b="1">
                <a:solidFill>
                  <a:srgbClr val="231F20"/>
                </a:solidFill>
              </a:defRPr>
            </a:lvl7pPr>
            <a:lvl8pPr algn="l">
              <a:buNone/>
              <a:defRPr sz="3750" b="1">
                <a:solidFill>
                  <a:srgbClr val="231F20"/>
                </a:solidFill>
              </a:defRPr>
            </a:lvl8pPr>
            <a:lvl9pPr algn="l">
              <a:buNone/>
              <a:defRPr sz="3750" b="1">
                <a:solidFill>
                  <a:srgbClr val="231F20"/>
                </a:solidFill>
              </a:defRPr>
            </a:lvl9pPr>
          </a:lstStyle>
          <a:p xmlns:a="http://schemas.openxmlformats.org/drawingml/2006/main">
            <a:pPr algn="l">
              <a:buNone/>
              <a:defRPr sz="3750" b="1">
                <a:solidFill>
                  <a:srgbClr val="231F20"/>
                </a:solidFill>
              </a:defRPr>
            </a:pPr>
            <a:r>
              <a:rPr sz="3750" b="1">
                <a:solidFill>
                  <a:srgbClr val="231F20"/>
                </a:solidFill>
              </a:rPr>
              <a:t>Writing the next rules</a:t>
            </a:r>
          </a:p>
        </p:txBody>
      </p:sp>
      <p:sp>
        <p:nvSpPr>
          <p:cNvPr id="7" name="">
            <a:extLst xmlns:a="http://schemas.openxmlformats.org/drawingml/2006/main">
              <a:ext uri="{FF2B5EF4-FFF2-40B4-BE49-F238E27FC236}">
                <a16:creationId xmlns:a16="http://schemas.microsoft.com/office/drawing/2014/main" id="{C10AB177-2856-4A72-8EE2-CAAE6D27707C}"/>
              </a:ext>
            </a:extLst>
          </p:cNvPr>
          <p:cNvSpPr>
            <a:spLocks xmlns:a="http://schemas.openxmlformats.org/drawingml/2006/main" noGrp="1"/>
          </p:cNvSpPr>
          <p:nvPr/>
        </p:nvSpPr>
        <p:spPr>
          <a:xfrm xmlns:a="http://schemas.openxmlformats.org/drawingml/2006/main">
            <a:off x="762000" y="2019300"/>
            <a:ext cx="1066800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25044B-2A5E-4ACB-92A7-FF0C97D2CF23}"/>
              </a:ext>
            </a:extLst>
          </p:cNvPr>
          <p:cNvSpPr>
            <a:spLocks xmlns:a="http://schemas.openxmlformats.org/drawingml/2006/main" noGrp="1"/>
          </p:cNvSpPr>
          <p:nvPr/>
        </p:nvSpPr>
        <p:spPr>
          <a:xfrm xmlns:a="http://schemas.openxmlformats.org/drawingml/2006/main">
            <a:off x="762000" y="25717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950" b="1">
                <a:solidFill>
                  <a:srgbClr val="826941"/>
                </a:solidFill>
              </a:defRPr>
            </a:defPPr>
            <a:lvl1pPr algn="l">
              <a:buNone/>
              <a:defRPr sz="4950" b="1">
                <a:solidFill>
                  <a:srgbClr val="826941"/>
                </a:solidFill>
              </a:defRPr>
            </a:lvl1pPr>
            <a:lvl2pPr algn="l">
              <a:buNone/>
              <a:defRPr sz="4950" b="1">
                <a:solidFill>
                  <a:srgbClr val="826941"/>
                </a:solidFill>
              </a:defRPr>
            </a:lvl2pPr>
            <a:lvl3pPr algn="l">
              <a:buNone/>
              <a:defRPr sz="4950" b="1">
                <a:solidFill>
                  <a:srgbClr val="826941"/>
                </a:solidFill>
              </a:defRPr>
            </a:lvl3pPr>
            <a:lvl4pPr algn="l">
              <a:buNone/>
              <a:defRPr sz="4950" b="1">
                <a:solidFill>
                  <a:srgbClr val="826941"/>
                </a:solidFill>
              </a:defRPr>
            </a:lvl4pPr>
            <a:lvl5pPr algn="l">
              <a:buNone/>
              <a:defRPr sz="4950" b="1">
                <a:solidFill>
                  <a:srgbClr val="826941"/>
                </a:solidFill>
              </a:defRPr>
            </a:lvl5pPr>
            <a:lvl6pPr algn="l">
              <a:buNone/>
              <a:defRPr sz="4950" b="1">
                <a:solidFill>
                  <a:srgbClr val="826941"/>
                </a:solidFill>
              </a:defRPr>
            </a:lvl6pPr>
            <a:lvl7pPr algn="l">
              <a:buNone/>
              <a:defRPr sz="4950" b="1">
                <a:solidFill>
                  <a:srgbClr val="826941"/>
                </a:solidFill>
              </a:defRPr>
            </a:lvl7pPr>
            <a:lvl8pPr algn="l">
              <a:buNone/>
              <a:defRPr sz="4950" b="1">
                <a:solidFill>
                  <a:srgbClr val="826941"/>
                </a:solidFill>
              </a:defRPr>
            </a:lvl8pPr>
            <a:lvl9pPr algn="l">
              <a:buNone/>
              <a:defRPr sz="4950" b="1">
                <a:solidFill>
                  <a:srgbClr val="826941"/>
                </a:solidFill>
              </a:defRPr>
            </a:lvl9pPr>
          </a:lstStyle>
          <a:p xmlns:a="http://schemas.openxmlformats.org/drawingml/2006/main">
            <a:pPr algn="l">
              <a:buNone/>
              <a:defRPr sz="4950" b="1">
                <a:solidFill>
                  <a:srgbClr val="826941"/>
                </a:solidFill>
              </a:defRPr>
            </a:pPr>
            <a:r>
              <a:rPr sz="4950" b="1">
                <a:solidFill>
                  <a:srgbClr val="826941"/>
                </a:solidFill>
              </a:rPr>
              <a:t>1816</a:t>
            </a:r>
          </a:p>
        </p:txBody>
      </p:sp>
      <p:sp>
        <p:nvSpPr>
          <p:cNvPr id="9" name="">
            <a:extLst xmlns:a="http://schemas.openxmlformats.org/drawingml/2006/main">
              <a:ext uri="{FF2B5EF4-FFF2-40B4-BE49-F238E27FC236}">
                <a16:creationId xmlns:a16="http://schemas.microsoft.com/office/drawing/2014/main" id="{51480F62-379F-4F87-9C36-13B4B168FA23}"/>
              </a:ext>
            </a:extLst>
          </p:cNvPr>
          <p:cNvSpPr>
            <a:spLocks xmlns:a="http://schemas.openxmlformats.org/drawingml/2006/main" noGrp="1"/>
          </p:cNvSpPr>
          <p:nvPr/>
        </p:nvSpPr>
        <p:spPr>
          <a:xfrm xmlns:a="http://schemas.openxmlformats.org/drawingml/2006/main">
            <a:off x="762000" y="3552825"/>
            <a:ext cx="319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231F20"/>
                </a:solidFill>
              </a:defRPr>
            </a:defPPr>
            <a:lvl1pPr algn="l">
              <a:buNone/>
              <a:defRPr sz="2100" b="0">
                <a:solidFill>
                  <a:srgbClr val="231F20"/>
                </a:solidFill>
              </a:defRPr>
            </a:lvl1pPr>
            <a:lvl2pPr algn="l">
              <a:buNone/>
              <a:defRPr sz="2100" b="0">
                <a:solidFill>
                  <a:srgbClr val="231F20"/>
                </a:solidFill>
              </a:defRPr>
            </a:lvl2pPr>
            <a:lvl3pPr algn="l">
              <a:buNone/>
              <a:defRPr sz="2100" b="0">
                <a:solidFill>
                  <a:srgbClr val="231F20"/>
                </a:solidFill>
              </a:defRPr>
            </a:lvl3pPr>
            <a:lvl4pPr algn="l">
              <a:buNone/>
              <a:defRPr sz="2100" b="0">
                <a:solidFill>
                  <a:srgbClr val="231F20"/>
                </a:solidFill>
              </a:defRPr>
            </a:lvl4pPr>
            <a:lvl5pPr algn="l">
              <a:buNone/>
              <a:defRPr sz="2100" b="0">
                <a:solidFill>
                  <a:srgbClr val="231F20"/>
                </a:solidFill>
              </a:defRPr>
            </a:lvl5pPr>
            <a:lvl6pPr algn="l">
              <a:buNone/>
              <a:defRPr sz="2100" b="0">
                <a:solidFill>
                  <a:srgbClr val="231F20"/>
                </a:solidFill>
              </a:defRPr>
            </a:lvl6pPr>
            <a:lvl7pPr algn="l">
              <a:buNone/>
              <a:defRPr sz="2100" b="0">
                <a:solidFill>
                  <a:srgbClr val="231F20"/>
                </a:solidFill>
              </a:defRPr>
            </a:lvl7pPr>
            <a:lvl8pPr algn="l">
              <a:buNone/>
              <a:defRPr sz="2100" b="0">
                <a:solidFill>
                  <a:srgbClr val="231F20"/>
                </a:solidFill>
              </a:defRPr>
            </a:lvl8pPr>
            <a:lvl9pPr algn="l">
              <a:buNone/>
              <a:defRPr sz="2100" b="0">
                <a:solidFill>
                  <a:srgbClr val="231F20"/>
                </a:solidFill>
              </a:defRPr>
            </a:lvl9pPr>
          </a:lstStyle>
          <a:p xmlns:a="http://schemas.openxmlformats.org/drawingml/2006/main">
            <a:pPr algn="l">
              <a:buNone/>
              <a:defRPr sz="2100" b="0">
                <a:solidFill>
                  <a:srgbClr val="231F20"/>
                </a:solidFill>
              </a:defRPr>
            </a:pPr>
            <a:r>
              <a:rPr sz="2100" b="0">
                <a:solidFill>
                  <a:srgbClr val="231F20"/>
                </a:solidFill>
              </a:rPr>
              <a:t>Remington</a:t>
            </a:r>
          </a:p>
        </p:txBody>
      </p:sp>
      <p:sp>
        <p:nvSpPr>
          <p:cNvPr id="10" name="">
            <a:extLst xmlns:a="http://schemas.openxmlformats.org/drawingml/2006/main">
              <a:ext uri="{FF2B5EF4-FFF2-40B4-BE49-F238E27FC236}">
                <a16:creationId xmlns:a16="http://schemas.microsoft.com/office/drawing/2014/main" id="{32B7180A-19FB-43BD-87EF-0B0CF99F6A96}"/>
              </a:ext>
            </a:extLst>
          </p:cNvPr>
          <p:cNvSpPr>
            <a:spLocks xmlns:a="http://schemas.openxmlformats.org/drawingml/2006/main" noGrp="1"/>
          </p:cNvSpPr>
          <p:nvPr/>
        </p:nvSpPr>
        <p:spPr>
          <a:xfrm xmlns:a="http://schemas.openxmlformats.org/drawingml/2006/main">
            <a:off x="4619625" y="25717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950" b="1">
                <a:solidFill>
                  <a:srgbClr val="826941"/>
                </a:solidFill>
              </a:defRPr>
            </a:defPPr>
            <a:lvl1pPr algn="l">
              <a:buNone/>
              <a:defRPr sz="4950" b="1">
                <a:solidFill>
                  <a:srgbClr val="826941"/>
                </a:solidFill>
              </a:defRPr>
            </a:lvl1pPr>
            <a:lvl2pPr algn="l">
              <a:buNone/>
              <a:defRPr sz="4950" b="1">
                <a:solidFill>
                  <a:srgbClr val="826941"/>
                </a:solidFill>
              </a:defRPr>
            </a:lvl2pPr>
            <a:lvl3pPr algn="l">
              <a:buNone/>
              <a:defRPr sz="4950" b="1">
                <a:solidFill>
                  <a:srgbClr val="826941"/>
                </a:solidFill>
              </a:defRPr>
            </a:lvl3pPr>
            <a:lvl4pPr algn="l">
              <a:buNone/>
              <a:defRPr sz="4950" b="1">
                <a:solidFill>
                  <a:srgbClr val="826941"/>
                </a:solidFill>
              </a:defRPr>
            </a:lvl4pPr>
            <a:lvl5pPr algn="l">
              <a:buNone/>
              <a:defRPr sz="4950" b="1">
                <a:solidFill>
                  <a:srgbClr val="826941"/>
                </a:solidFill>
              </a:defRPr>
            </a:lvl5pPr>
            <a:lvl6pPr algn="l">
              <a:buNone/>
              <a:defRPr sz="4950" b="1">
                <a:solidFill>
                  <a:srgbClr val="826941"/>
                </a:solidFill>
              </a:defRPr>
            </a:lvl6pPr>
            <a:lvl7pPr algn="l">
              <a:buNone/>
              <a:defRPr sz="4950" b="1">
                <a:solidFill>
                  <a:srgbClr val="826941"/>
                </a:solidFill>
              </a:defRPr>
            </a:lvl7pPr>
            <a:lvl8pPr algn="l">
              <a:buNone/>
              <a:defRPr sz="4950" b="1">
                <a:solidFill>
                  <a:srgbClr val="826941"/>
                </a:solidFill>
              </a:defRPr>
            </a:lvl8pPr>
            <a:lvl9pPr algn="l">
              <a:buNone/>
              <a:defRPr sz="4950" b="1">
                <a:solidFill>
                  <a:srgbClr val="826941"/>
                </a:solidFill>
              </a:defRPr>
            </a:lvl9pPr>
          </a:lstStyle>
          <a:p xmlns:a="http://schemas.openxmlformats.org/drawingml/2006/main">
            <a:pPr algn="l">
              <a:buNone/>
              <a:defRPr sz="4950" b="1">
                <a:solidFill>
                  <a:srgbClr val="826941"/>
                </a:solidFill>
              </a:defRPr>
            </a:pPr>
            <a:r>
              <a:rPr sz="4950" b="1">
                <a:solidFill>
                  <a:srgbClr val="826941"/>
                </a:solidFill>
              </a:rPr>
              <a:t>1969</a:t>
            </a:r>
          </a:p>
        </p:txBody>
      </p:sp>
      <p:sp>
        <p:nvSpPr>
          <p:cNvPr id="11" name="">
            <a:extLst xmlns:a="http://schemas.openxmlformats.org/drawingml/2006/main">
              <a:ext uri="{FF2B5EF4-FFF2-40B4-BE49-F238E27FC236}">
                <a16:creationId xmlns:a16="http://schemas.microsoft.com/office/drawing/2014/main" id="{CEC9E0BD-C7A9-4AF3-B02E-C2DDBBE4F034}"/>
              </a:ext>
            </a:extLst>
          </p:cNvPr>
          <p:cNvSpPr>
            <a:spLocks xmlns:a="http://schemas.openxmlformats.org/drawingml/2006/main" noGrp="1"/>
          </p:cNvSpPr>
          <p:nvPr/>
        </p:nvSpPr>
        <p:spPr>
          <a:xfrm xmlns:a="http://schemas.openxmlformats.org/drawingml/2006/main">
            <a:off x="4619625" y="3552825"/>
            <a:ext cx="319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231F20"/>
                </a:solidFill>
              </a:defRPr>
            </a:defPPr>
            <a:lvl1pPr algn="l">
              <a:buNone/>
              <a:defRPr sz="2100" b="0">
                <a:solidFill>
                  <a:srgbClr val="231F20"/>
                </a:solidFill>
              </a:defRPr>
            </a:lvl1pPr>
            <a:lvl2pPr algn="l">
              <a:buNone/>
              <a:defRPr sz="2100" b="0">
                <a:solidFill>
                  <a:srgbClr val="231F20"/>
                </a:solidFill>
              </a:defRPr>
            </a:lvl2pPr>
            <a:lvl3pPr algn="l">
              <a:buNone/>
              <a:defRPr sz="2100" b="0">
                <a:solidFill>
                  <a:srgbClr val="231F20"/>
                </a:solidFill>
              </a:defRPr>
            </a:lvl3pPr>
            <a:lvl4pPr algn="l">
              <a:buNone/>
              <a:defRPr sz="2100" b="0">
                <a:solidFill>
                  <a:srgbClr val="231F20"/>
                </a:solidFill>
              </a:defRPr>
            </a:lvl4pPr>
            <a:lvl5pPr algn="l">
              <a:buNone/>
              <a:defRPr sz="2100" b="0">
                <a:solidFill>
                  <a:srgbClr val="231F20"/>
                </a:solidFill>
              </a:defRPr>
            </a:lvl5pPr>
            <a:lvl6pPr algn="l">
              <a:buNone/>
              <a:defRPr sz="2100" b="0">
                <a:solidFill>
                  <a:srgbClr val="231F20"/>
                </a:solidFill>
              </a:defRPr>
            </a:lvl6pPr>
            <a:lvl7pPr algn="l">
              <a:buNone/>
              <a:defRPr sz="2100" b="0">
                <a:solidFill>
                  <a:srgbClr val="231F20"/>
                </a:solidFill>
              </a:defRPr>
            </a:lvl7pPr>
            <a:lvl8pPr algn="l">
              <a:buNone/>
              <a:defRPr sz="2100" b="0">
                <a:solidFill>
                  <a:srgbClr val="231F20"/>
                </a:solidFill>
              </a:defRPr>
            </a:lvl8pPr>
            <a:lvl9pPr algn="l">
              <a:buNone/>
              <a:defRPr sz="2100" b="0">
                <a:solidFill>
                  <a:srgbClr val="231F20"/>
                </a:solidFill>
              </a:defRPr>
            </a:lvl9pPr>
          </a:lstStyle>
          <a:p xmlns:a="http://schemas.openxmlformats.org/drawingml/2006/main">
            <a:pPr algn="l">
              <a:buNone/>
              <a:defRPr sz="2100" b="0">
                <a:solidFill>
                  <a:srgbClr val="231F20"/>
                </a:solidFill>
              </a:defRPr>
            </a:pPr>
            <a:r>
              <a:rPr sz="2100" b="0">
                <a:solidFill>
                  <a:srgbClr val="231F20"/>
                </a:solidFill>
              </a:rPr>
              <a:t>Lonoke</a:t>
            </a:r>
          </a:p>
        </p:txBody>
      </p:sp>
      <p:sp>
        <p:nvSpPr>
          <p:cNvPr id="12" name="">
            <a:extLst xmlns:a="http://schemas.openxmlformats.org/drawingml/2006/main">
              <a:ext uri="{FF2B5EF4-FFF2-40B4-BE49-F238E27FC236}">
                <a16:creationId xmlns:a16="http://schemas.microsoft.com/office/drawing/2014/main" id="{87D41DD5-9941-4EED-ACF2-906A7C57DC81}"/>
              </a:ext>
            </a:extLst>
          </p:cNvPr>
          <p:cNvSpPr>
            <a:spLocks xmlns:a="http://schemas.openxmlformats.org/drawingml/2006/main" noGrp="1"/>
          </p:cNvSpPr>
          <p:nvPr/>
        </p:nvSpPr>
        <p:spPr>
          <a:xfrm xmlns:a="http://schemas.openxmlformats.org/drawingml/2006/main">
            <a:off x="8477250" y="25717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950" b="1">
                <a:solidFill>
                  <a:srgbClr val="826941"/>
                </a:solidFill>
              </a:defRPr>
            </a:defPPr>
            <a:lvl1pPr algn="l">
              <a:buNone/>
              <a:defRPr sz="4950" b="1">
                <a:solidFill>
                  <a:srgbClr val="826941"/>
                </a:solidFill>
              </a:defRPr>
            </a:lvl1pPr>
            <a:lvl2pPr algn="l">
              <a:buNone/>
              <a:defRPr sz="4950" b="1">
                <a:solidFill>
                  <a:srgbClr val="826941"/>
                </a:solidFill>
              </a:defRPr>
            </a:lvl2pPr>
            <a:lvl3pPr algn="l">
              <a:buNone/>
              <a:defRPr sz="4950" b="1">
                <a:solidFill>
                  <a:srgbClr val="826941"/>
                </a:solidFill>
              </a:defRPr>
            </a:lvl3pPr>
            <a:lvl4pPr algn="l">
              <a:buNone/>
              <a:defRPr sz="4950" b="1">
                <a:solidFill>
                  <a:srgbClr val="826941"/>
                </a:solidFill>
              </a:defRPr>
            </a:lvl4pPr>
            <a:lvl5pPr algn="l">
              <a:buNone/>
              <a:defRPr sz="4950" b="1">
                <a:solidFill>
                  <a:srgbClr val="826941"/>
                </a:solidFill>
              </a:defRPr>
            </a:lvl5pPr>
            <a:lvl6pPr algn="l">
              <a:buNone/>
              <a:defRPr sz="4950" b="1">
                <a:solidFill>
                  <a:srgbClr val="826941"/>
                </a:solidFill>
              </a:defRPr>
            </a:lvl6pPr>
            <a:lvl7pPr algn="l">
              <a:buNone/>
              <a:defRPr sz="4950" b="1">
                <a:solidFill>
                  <a:srgbClr val="826941"/>
                </a:solidFill>
              </a:defRPr>
            </a:lvl7pPr>
            <a:lvl8pPr algn="l">
              <a:buNone/>
              <a:defRPr sz="4950" b="1">
                <a:solidFill>
                  <a:srgbClr val="826941"/>
                </a:solidFill>
              </a:defRPr>
            </a:lvl8pPr>
            <a:lvl9pPr algn="l">
              <a:buNone/>
              <a:defRPr sz="4950" b="1">
                <a:solidFill>
                  <a:srgbClr val="826941"/>
                </a:solidFill>
              </a:defRPr>
            </a:lvl9pPr>
          </a:lstStyle>
          <a:p xmlns:a="http://schemas.openxmlformats.org/drawingml/2006/main">
            <a:pPr algn="l">
              <a:buNone/>
              <a:defRPr sz="4950" b="1">
                <a:solidFill>
                  <a:srgbClr val="826941"/>
                </a:solidFill>
              </a:defRPr>
            </a:pPr>
            <a:r>
              <a:rPr sz="4950" b="1">
                <a:solidFill>
                  <a:srgbClr val="826941"/>
                </a:solidFill>
              </a:rPr>
              <a:t>Next</a:t>
            </a:r>
          </a:p>
        </p:txBody>
      </p:sp>
      <p:sp>
        <p:nvSpPr>
          <p:cNvPr id="13" name="">
            <a:extLst xmlns:a="http://schemas.openxmlformats.org/drawingml/2006/main">
              <a:ext uri="{FF2B5EF4-FFF2-40B4-BE49-F238E27FC236}">
                <a16:creationId xmlns:a16="http://schemas.microsoft.com/office/drawing/2014/main" id="{3FB9B16A-8C7B-4D20-B751-2410E6276D44}"/>
              </a:ext>
            </a:extLst>
          </p:cNvPr>
          <p:cNvSpPr>
            <a:spLocks xmlns:a="http://schemas.openxmlformats.org/drawingml/2006/main" noGrp="1"/>
          </p:cNvSpPr>
          <p:nvPr/>
        </p:nvSpPr>
        <p:spPr>
          <a:xfrm xmlns:a="http://schemas.openxmlformats.org/drawingml/2006/main">
            <a:off x="8477250" y="3552825"/>
            <a:ext cx="319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231F20"/>
                </a:solidFill>
              </a:defRPr>
            </a:defPPr>
            <a:lvl1pPr algn="l">
              <a:buNone/>
              <a:defRPr sz="2100" b="0">
                <a:solidFill>
                  <a:srgbClr val="231F20"/>
                </a:solidFill>
              </a:defRPr>
            </a:lvl1pPr>
            <a:lvl2pPr algn="l">
              <a:buNone/>
              <a:defRPr sz="2100" b="0">
                <a:solidFill>
                  <a:srgbClr val="231F20"/>
                </a:solidFill>
              </a:defRPr>
            </a:lvl2pPr>
            <a:lvl3pPr algn="l">
              <a:buNone/>
              <a:defRPr sz="2100" b="0">
                <a:solidFill>
                  <a:srgbClr val="231F20"/>
                </a:solidFill>
              </a:defRPr>
            </a:lvl3pPr>
            <a:lvl4pPr algn="l">
              <a:buNone/>
              <a:defRPr sz="2100" b="0">
                <a:solidFill>
                  <a:srgbClr val="231F20"/>
                </a:solidFill>
              </a:defRPr>
            </a:lvl4pPr>
            <a:lvl5pPr algn="l">
              <a:buNone/>
              <a:defRPr sz="2100" b="0">
                <a:solidFill>
                  <a:srgbClr val="231F20"/>
                </a:solidFill>
              </a:defRPr>
            </a:lvl5pPr>
            <a:lvl6pPr algn="l">
              <a:buNone/>
              <a:defRPr sz="2100" b="0">
                <a:solidFill>
                  <a:srgbClr val="231F20"/>
                </a:solidFill>
              </a:defRPr>
            </a:lvl6pPr>
            <a:lvl7pPr algn="l">
              <a:buNone/>
              <a:defRPr sz="2100" b="0">
                <a:solidFill>
                  <a:srgbClr val="231F20"/>
                </a:solidFill>
              </a:defRPr>
            </a:lvl7pPr>
            <a:lvl8pPr algn="l">
              <a:buNone/>
              <a:defRPr sz="2100" b="0">
                <a:solidFill>
                  <a:srgbClr val="231F20"/>
                </a:solidFill>
              </a:defRPr>
            </a:lvl8pPr>
            <a:lvl9pPr algn="l">
              <a:buNone/>
              <a:defRPr sz="2100" b="0">
                <a:solidFill>
                  <a:srgbClr val="231F20"/>
                </a:solidFill>
              </a:defRPr>
            </a:lvl9pPr>
          </a:lstStyle>
          <a:p xmlns:a="http://schemas.openxmlformats.org/drawingml/2006/main">
            <a:pPr algn="l">
              <a:buNone/>
              <a:defRPr sz="2100" b="0">
                <a:solidFill>
                  <a:srgbClr val="231F20"/>
                </a:solidFill>
              </a:defRPr>
            </a:pPr>
            <a:r>
              <a:rPr sz="2100" b="0">
                <a:solidFill>
                  <a:srgbClr val="231F20"/>
                </a:solidFill>
              </a:rPr>
              <a:t>Remington + TKG</a:t>
            </a:r>
          </a:p>
        </p:txBody>
      </p:sp>
      <p:sp>
        <p:nvSpPr>
          <p:cNvPr id="14" name="">
            <a:extLst xmlns:a="http://schemas.openxmlformats.org/drawingml/2006/main">
              <a:ext uri="{FF2B5EF4-FFF2-40B4-BE49-F238E27FC236}">
                <a16:creationId xmlns:a16="http://schemas.microsoft.com/office/drawing/2014/main" id="{3EB93E60-71F0-4441-8764-BD06906AFB6B}"/>
              </a:ext>
            </a:extLst>
          </p:cNvPr>
          <p:cNvSpPr>
            <a:spLocks xmlns:a="http://schemas.openxmlformats.org/drawingml/2006/main" noGrp="1"/>
          </p:cNvSpPr>
          <p:nvPr/>
        </p:nvSpPr>
        <p:spPr>
          <a:xfrm xmlns:a="http://schemas.openxmlformats.org/drawingml/2006/main">
            <a:off x="762000" y="53054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231F20"/>
                </a:solidFill>
              </a:defRPr>
            </a:defPPr>
            <a:lvl1pPr algn="l">
              <a:buNone/>
              <a:defRPr sz="2850" b="1">
                <a:solidFill>
                  <a:srgbClr val="231F20"/>
                </a:solidFill>
              </a:defRPr>
            </a:lvl1pPr>
            <a:lvl2pPr algn="l">
              <a:buNone/>
              <a:defRPr sz="2850" b="1">
                <a:solidFill>
                  <a:srgbClr val="231F20"/>
                </a:solidFill>
              </a:defRPr>
            </a:lvl2pPr>
            <a:lvl3pPr algn="l">
              <a:buNone/>
              <a:defRPr sz="2850" b="1">
                <a:solidFill>
                  <a:srgbClr val="231F20"/>
                </a:solidFill>
              </a:defRPr>
            </a:lvl3pPr>
            <a:lvl4pPr algn="l">
              <a:buNone/>
              <a:defRPr sz="2850" b="1">
                <a:solidFill>
                  <a:srgbClr val="231F20"/>
                </a:solidFill>
              </a:defRPr>
            </a:lvl4pPr>
            <a:lvl5pPr algn="l">
              <a:buNone/>
              <a:defRPr sz="2850" b="1">
                <a:solidFill>
                  <a:srgbClr val="231F20"/>
                </a:solidFill>
              </a:defRPr>
            </a:lvl5pPr>
            <a:lvl6pPr algn="l">
              <a:buNone/>
              <a:defRPr sz="2850" b="1">
                <a:solidFill>
                  <a:srgbClr val="231F20"/>
                </a:solidFill>
              </a:defRPr>
            </a:lvl6pPr>
            <a:lvl7pPr algn="l">
              <a:buNone/>
              <a:defRPr sz="2850" b="1">
                <a:solidFill>
                  <a:srgbClr val="231F20"/>
                </a:solidFill>
              </a:defRPr>
            </a:lvl7pPr>
            <a:lvl8pPr algn="l">
              <a:buNone/>
              <a:defRPr sz="2850" b="1">
                <a:solidFill>
                  <a:srgbClr val="231F20"/>
                </a:solidFill>
              </a:defRPr>
            </a:lvl8pPr>
            <a:lvl9pPr algn="l">
              <a:buNone/>
              <a:defRPr sz="2850" b="1">
                <a:solidFill>
                  <a:srgbClr val="231F20"/>
                </a:solidFill>
              </a:defRPr>
            </a:lvl9pPr>
          </a:lstStyle>
          <a:p xmlns:a="http://schemas.openxmlformats.org/drawingml/2006/main">
            <a:pPr algn="l">
              <a:buNone/>
              <a:defRPr sz="2550" b="1">
                <a:solidFill>
                  <a:srgbClr val="231F20"/>
                </a:solidFill>
              </a:defRPr>
            </a:pPr>
            <a:r>
              <a:rPr sz="2550" b="1">
                <a:solidFill>
                  <a:srgbClr val="231F20"/>
                </a:solidFill>
              </a:rPr>
              <a:t>Our ambition: write the rules for decades to come.</a:t>
            </a:r>
          </a:p>
        </p:txBody>
      </p:sp>
      <p:pic>
        <p:nvPicPr>
          <p:cNvPr id="15" name="">
            <a:extLst xmlns:a="http://schemas.openxmlformats.org/drawingml/2006/main">
              <a:ext uri="{FF2B5EF4-FFF2-40B4-BE49-F238E27FC236}">
                <a16:creationId xmlns:a16="http://schemas.microsoft.com/office/drawing/2014/main" id="{F14D0DA4-1DE1-4002-8149-4DDA1991BA3F}"/>
              </a:ext>
            </a:extLst>
          </p:cNvPr>
          <p:cNvPicPr>
            <a:picLocks xmlns:a="http://schemas.openxmlformats.org/drawingml/2006/main" noChangeAspect="1"/>
          </p:cNvPicPr>
          <p:nvPr/>
        </p:nvPicPr>
        <p:blipFill>
          <a:blip xmlns:r="http://schemas.openxmlformats.org/officeDocument/2006/relationships" xmlns:a="http://schemas.openxmlformats.org/drawingml/2006/main" r:embed="R02736cfe8b554a6a"/>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Tree>
    <p:extLst>
      <p:ext uri="{BB962C8B-B14F-4D97-AF65-F5344CB8AC3E}">
        <p14:creationId xmlns:p14="http://schemas.microsoft.com/office/powerpoint/2010/main" val="1867675861"/>
      </p:ext>
    </p:extLst>
  </p:cSld>
</p:sld>
</file>

<file path=ppt/slides/slide3.xml><?xml version="1.0" encoding="utf-8"?>
<p:sld xmlns:p="http://schemas.openxmlformats.org/presentationml/2006/main">
  <p:cSld>
    <p:bg>
      <p:bgPr>
        <a:solidFill xmlns:a="http://schemas.openxmlformats.org/drawingml/2006/main">
          <a:srgbClr val="231F2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D058BE97-DB7D-4318-90DA-C898E5BB104B}"/>
              </a:ext>
            </a:extLst>
          </p:cNvPr>
          <p:cNvPicPr>
            <a:picLocks xmlns:a="http://schemas.openxmlformats.org/drawingml/2006/main" noChangeAspect="1"/>
          </p:cNvPicPr>
          <p:nvPr/>
        </p:nvPicPr>
        <p:blipFill>
          <a:blip xmlns:r="http://schemas.openxmlformats.org/officeDocument/2006/relationships" xmlns:a="http://schemas.openxmlformats.org/drawingml/2006/main" r:embed="Racacc491cb814f3b"/>
          <a:stretch xmlns:a="http://schemas.openxmlformats.org/drawingml/2006/main"/>
        </p:blipFill>
        <p:spPr>
          <a:xfrm xmlns:a="http://schemas.openxmlformats.org/drawingml/2006/main">
            <a:off x="817033" y="6515100"/>
            <a:ext cx="918633" cy="295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0B4455E-F953-4680-A70D-3CD20268D8F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23AC4A-19DE-446C-A5F1-6C2B20D56CBF}"/>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03</a:t>
            </a:r>
          </a:p>
        </p:txBody>
      </p:sp>
      <p:sp>
        <p:nvSpPr>
          <p:cNvPr id="6" name="">
            <a:extLst xmlns:a="http://schemas.openxmlformats.org/drawingml/2006/main">
              <a:ext uri="{FF2B5EF4-FFF2-40B4-BE49-F238E27FC236}">
                <a16:creationId xmlns:a16="http://schemas.microsoft.com/office/drawing/2014/main" id="{1994CFD7-C454-4B1E-88A4-F129D32C6CA0}"/>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FFFFFF"/>
                </a:solidFill>
              </a:defRPr>
            </a:defPPr>
            <a:lvl1pPr algn="l">
              <a:buNone/>
              <a:defRPr sz="3750" b="1">
                <a:solidFill>
                  <a:srgbClr val="FFFFFF"/>
                </a:solidFill>
              </a:defRPr>
            </a:lvl1pPr>
            <a:lvl2pPr algn="l">
              <a:buNone/>
              <a:defRPr sz="3750" b="1">
                <a:solidFill>
                  <a:srgbClr val="FFFFFF"/>
                </a:solidFill>
              </a:defRPr>
            </a:lvl2pPr>
            <a:lvl3pPr algn="l">
              <a:buNone/>
              <a:defRPr sz="3750" b="1">
                <a:solidFill>
                  <a:srgbClr val="FFFFFF"/>
                </a:solidFill>
              </a:defRPr>
            </a:lvl3pPr>
            <a:lvl4pPr algn="l">
              <a:buNone/>
              <a:defRPr sz="3750" b="1">
                <a:solidFill>
                  <a:srgbClr val="FFFFFF"/>
                </a:solidFill>
              </a:defRPr>
            </a:lvl4pPr>
            <a:lvl5pPr algn="l">
              <a:buNone/>
              <a:defRPr sz="3750" b="1">
                <a:solidFill>
                  <a:srgbClr val="FFFFFF"/>
                </a:solidFill>
              </a:defRPr>
            </a:lvl5pPr>
            <a:lvl6pPr algn="l">
              <a:buNone/>
              <a:defRPr sz="3750" b="1">
                <a:solidFill>
                  <a:srgbClr val="FFFFFF"/>
                </a:solidFill>
              </a:defRPr>
            </a:lvl6pPr>
            <a:lvl7pPr algn="l">
              <a:buNone/>
              <a:defRPr sz="3750" b="1">
                <a:solidFill>
                  <a:srgbClr val="FFFFFF"/>
                </a:solidFill>
              </a:defRPr>
            </a:lvl7pPr>
            <a:lvl8pPr algn="l">
              <a:buNone/>
              <a:defRPr sz="3750" b="1">
                <a:solidFill>
                  <a:srgbClr val="FFFFFF"/>
                </a:solidFill>
              </a:defRPr>
            </a:lvl8pPr>
            <a:lvl9pPr algn="l">
              <a:buNone/>
              <a:defRPr sz="3750" b="1">
                <a:solidFill>
                  <a:srgbClr val="FFFFFF"/>
                </a:solidFill>
              </a:defRPr>
            </a:lvl9pPr>
          </a:lstStyle>
          <a:p xmlns:a="http://schemas.openxmlformats.org/drawingml/2006/main">
            <a:pPr algn="l">
              <a:buNone/>
              <a:defRPr sz="3750" b="1">
                <a:solidFill>
                  <a:srgbClr val="FFFFFF"/>
                </a:solidFill>
              </a:defRPr>
            </a:pPr>
            <a:r>
              <a:rPr sz="3750" b="1">
                <a:solidFill>
                  <a:srgbClr val="FFFFFF"/>
                </a:solidFill>
              </a:rPr>
              <a:t>Engineering across TKG</a:t>
            </a:r>
          </a:p>
        </p:txBody>
      </p:sp>
      <p:sp>
        <p:nvSpPr>
          <p:cNvPr id="7" name="">
            <a:extLst xmlns:a="http://schemas.openxmlformats.org/drawingml/2006/main">
              <a:ext uri="{FF2B5EF4-FFF2-40B4-BE49-F238E27FC236}">
                <a16:creationId xmlns:a16="http://schemas.microsoft.com/office/drawing/2014/main" id="{F744B8E6-C978-488B-B38B-22BA9C422434}"/>
              </a:ext>
            </a:extLst>
          </p:cNvPr>
          <p:cNvSpPr>
            <a:spLocks xmlns:a="http://schemas.openxmlformats.org/drawingml/2006/main" noGrp="1"/>
          </p:cNvSpPr>
          <p:nvPr/>
        </p:nvSpPr>
        <p:spPr>
          <a:xfrm xmlns:a="http://schemas.openxmlformats.org/drawingml/2006/main">
            <a:off x="762000" y="2952750"/>
            <a:ext cx="2905125"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52F0729-D129-4089-A6EF-7BACA649099D}"/>
              </a:ext>
            </a:extLst>
          </p:cNvPr>
          <p:cNvSpPr>
            <a:spLocks xmlns:a="http://schemas.openxmlformats.org/drawingml/2006/main" noGrp="1"/>
          </p:cNvSpPr>
          <p:nvPr/>
        </p:nvSpPr>
        <p:spPr>
          <a:xfrm xmlns:a="http://schemas.openxmlformats.org/drawingml/2006/main">
            <a:off x="762000" y="33337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75" b="1">
                <a:solidFill>
                  <a:srgbClr val="FFFFFF"/>
                </a:solidFill>
              </a:defRPr>
            </a:defPPr>
            <a:lvl1pPr algn="l">
              <a:buNone/>
              <a:defRPr sz="2775" b="1">
                <a:solidFill>
                  <a:srgbClr val="FFFFFF"/>
                </a:solidFill>
              </a:defRPr>
            </a:lvl1pPr>
            <a:lvl2pPr algn="l">
              <a:buNone/>
              <a:defRPr sz="2775" b="1">
                <a:solidFill>
                  <a:srgbClr val="FFFFFF"/>
                </a:solidFill>
              </a:defRPr>
            </a:lvl2pPr>
            <a:lvl3pPr algn="l">
              <a:buNone/>
              <a:defRPr sz="2775" b="1">
                <a:solidFill>
                  <a:srgbClr val="FFFFFF"/>
                </a:solidFill>
              </a:defRPr>
            </a:lvl3pPr>
            <a:lvl4pPr algn="l">
              <a:buNone/>
              <a:defRPr sz="2775" b="1">
                <a:solidFill>
                  <a:srgbClr val="FFFFFF"/>
                </a:solidFill>
              </a:defRPr>
            </a:lvl4pPr>
            <a:lvl5pPr algn="l">
              <a:buNone/>
              <a:defRPr sz="2775" b="1">
                <a:solidFill>
                  <a:srgbClr val="FFFFFF"/>
                </a:solidFill>
              </a:defRPr>
            </a:lvl5pPr>
            <a:lvl6pPr algn="l">
              <a:buNone/>
              <a:defRPr sz="2775" b="1">
                <a:solidFill>
                  <a:srgbClr val="FFFFFF"/>
                </a:solidFill>
              </a:defRPr>
            </a:lvl6pPr>
            <a:lvl7pPr algn="l">
              <a:buNone/>
              <a:defRPr sz="2775" b="1">
                <a:solidFill>
                  <a:srgbClr val="FFFFFF"/>
                </a:solidFill>
              </a:defRPr>
            </a:lvl7pPr>
            <a:lvl8pPr algn="l">
              <a:buNone/>
              <a:defRPr sz="2775" b="1">
                <a:solidFill>
                  <a:srgbClr val="FFFFFF"/>
                </a:solidFill>
              </a:defRPr>
            </a:lvl8pPr>
            <a:lvl9pPr algn="l">
              <a:buNone/>
              <a:defRPr sz="2775" b="1">
                <a:solidFill>
                  <a:srgbClr val="FFFFFF"/>
                </a:solidFill>
              </a:defRPr>
            </a:lvl9pPr>
          </a:lstStyle>
          <a:p xmlns:a="http://schemas.openxmlformats.org/drawingml/2006/main">
            <a:pPr algn="l">
              <a:buNone/>
              <a:defRPr sz="2775" b="1">
                <a:solidFill>
                  <a:srgbClr val="FFFFFF"/>
                </a:solidFill>
              </a:defRPr>
            </a:pPr>
            <a:r>
              <a:rPr sz="2775" b="1">
                <a:solidFill>
                  <a:srgbClr val="FFFFFF"/>
                </a:solidFill>
              </a:rPr>
              <a:t>Machines</a:t>
            </a:r>
          </a:p>
        </p:txBody>
      </p:sp>
      <p:sp>
        <p:nvSpPr>
          <p:cNvPr id="9" name="">
            <a:extLst xmlns:a="http://schemas.openxmlformats.org/drawingml/2006/main">
              <a:ext uri="{FF2B5EF4-FFF2-40B4-BE49-F238E27FC236}">
                <a16:creationId xmlns:a16="http://schemas.microsoft.com/office/drawing/2014/main" id="{62A8103B-0367-431A-A6EA-365C1FCF9788}"/>
              </a:ext>
            </a:extLst>
          </p:cNvPr>
          <p:cNvSpPr>
            <a:spLocks xmlns:a="http://schemas.openxmlformats.org/drawingml/2006/main" noGrp="1"/>
          </p:cNvSpPr>
          <p:nvPr/>
        </p:nvSpPr>
        <p:spPr>
          <a:xfrm xmlns:a="http://schemas.openxmlformats.org/drawingml/2006/main">
            <a:off x="4572000" y="2952750"/>
            <a:ext cx="2905125"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2E0FBD-5C62-427D-9827-557BF49C86AA}"/>
              </a:ext>
            </a:extLst>
          </p:cNvPr>
          <p:cNvSpPr>
            <a:spLocks xmlns:a="http://schemas.openxmlformats.org/drawingml/2006/main" noGrp="1"/>
          </p:cNvSpPr>
          <p:nvPr/>
        </p:nvSpPr>
        <p:spPr>
          <a:xfrm xmlns:a="http://schemas.openxmlformats.org/drawingml/2006/main">
            <a:off x="4572000" y="33337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75" b="1">
                <a:solidFill>
                  <a:srgbClr val="FFFFFF"/>
                </a:solidFill>
              </a:defRPr>
            </a:defPPr>
            <a:lvl1pPr algn="l">
              <a:buNone/>
              <a:defRPr sz="2775" b="1">
                <a:solidFill>
                  <a:srgbClr val="FFFFFF"/>
                </a:solidFill>
              </a:defRPr>
            </a:lvl1pPr>
            <a:lvl2pPr algn="l">
              <a:buNone/>
              <a:defRPr sz="2775" b="1">
                <a:solidFill>
                  <a:srgbClr val="FFFFFF"/>
                </a:solidFill>
              </a:defRPr>
            </a:lvl2pPr>
            <a:lvl3pPr algn="l">
              <a:buNone/>
              <a:defRPr sz="2775" b="1">
                <a:solidFill>
                  <a:srgbClr val="FFFFFF"/>
                </a:solidFill>
              </a:defRPr>
            </a:lvl3pPr>
            <a:lvl4pPr algn="l">
              <a:buNone/>
              <a:defRPr sz="2775" b="1">
                <a:solidFill>
                  <a:srgbClr val="FFFFFF"/>
                </a:solidFill>
              </a:defRPr>
            </a:lvl4pPr>
            <a:lvl5pPr algn="l">
              <a:buNone/>
              <a:defRPr sz="2775" b="1">
                <a:solidFill>
                  <a:srgbClr val="FFFFFF"/>
                </a:solidFill>
              </a:defRPr>
            </a:lvl5pPr>
            <a:lvl6pPr algn="l">
              <a:buNone/>
              <a:defRPr sz="2775" b="1">
                <a:solidFill>
                  <a:srgbClr val="FFFFFF"/>
                </a:solidFill>
              </a:defRPr>
            </a:lvl6pPr>
            <a:lvl7pPr algn="l">
              <a:buNone/>
              <a:defRPr sz="2775" b="1">
                <a:solidFill>
                  <a:srgbClr val="FFFFFF"/>
                </a:solidFill>
              </a:defRPr>
            </a:lvl7pPr>
            <a:lvl8pPr algn="l">
              <a:buNone/>
              <a:defRPr sz="2775" b="1">
                <a:solidFill>
                  <a:srgbClr val="FFFFFF"/>
                </a:solidFill>
              </a:defRPr>
            </a:lvl8pPr>
            <a:lvl9pPr algn="l">
              <a:buNone/>
              <a:defRPr sz="2775" b="1">
                <a:solidFill>
                  <a:srgbClr val="FFFFFF"/>
                </a:solidFill>
              </a:defRPr>
            </a:lvl9pPr>
          </a:lstStyle>
          <a:p xmlns:a="http://schemas.openxmlformats.org/drawingml/2006/main">
            <a:pPr algn="l">
              <a:buNone/>
              <a:defRPr sz="2775" b="1">
                <a:solidFill>
                  <a:srgbClr val="FFFFFF"/>
                </a:solidFill>
              </a:defRPr>
            </a:pPr>
            <a:r>
              <a:rPr sz="2775" b="1">
                <a:solidFill>
                  <a:srgbClr val="FFFFFF"/>
                </a:solidFill>
              </a:rPr>
              <a:t>Controls</a:t>
            </a:r>
          </a:p>
        </p:txBody>
      </p:sp>
      <p:sp>
        <p:nvSpPr>
          <p:cNvPr id="11" name="">
            <a:extLst xmlns:a="http://schemas.openxmlformats.org/drawingml/2006/main">
              <a:ext uri="{FF2B5EF4-FFF2-40B4-BE49-F238E27FC236}">
                <a16:creationId xmlns:a16="http://schemas.microsoft.com/office/drawing/2014/main" id="{2E80ACC1-0D90-463A-8BA7-FDEAF9F51490}"/>
              </a:ext>
            </a:extLst>
          </p:cNvPr>
          <p:cNvSpPr>
            <a:spLocks xmlns:a="http://schemas.openxmlformats.org/drawingml/2006/main" noGrp="1"/>
          </p:cNvSpPr>
          <p:nvPr/>
        </p:nvSpPr>
        <p:spPr>
          <a:xfrm xmlns:a="http://schemas.openxmlformats.org/drawingml/2006/main">
            <a:off x="8382000" y="2952750"/>
            <a:ext cx="2905125"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B104FD-4D54-4AE8-9FFA-7AF72092198D}"/>
              </a:ext>
            </a:extLst>
          </p:cNvPr>
          <p:cNvSpPr>
            <a:spLocks xmlns:a="http://schemas.openxmlformats.org/drawingml/2006/main" noGrp="1"/>
          </p:cNvSpPr>
          <p:nvPr/>
        </p:nvSpPr>
        <p:spPr>
          <a:xfrm xmlns:a="http://schemas.openxmlformats.org/drawingml/2006/main">
            <a:off x="8382000" y="33337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75" b="1">
                <a:solidFill>
                  <a:srgbClr val="FFFFFF"/>
                </a:solidFill>
              </a:defRPr>
            </a:defPPr>
            <a:lvl1pPr algn="l">
              <a:buNone/>
              <a:defRPr sz="2775" b="1">
                <a:solidFill>
                  <a:srgbClr val="FFFFFF"/>
                </a:solidFill>
              </a:defRPr>
            </a:lvl1pPr>
            <a:lvl2pPr algn="l">
              <a:buNone/>
              <a:defRPr sz="2775" b="1">
                <a:solidFill>
                  <a:srgbClr val="FFFFFF"/>
                </a:solidFill>
              </a:defRPr>
            </a:lvl2pPr>
            <a:lvl3pPr algn="l">
              <a:buNone/>
              <a:defRPr sz="2775" b="1">
                <a:solidFill>
                  <a:srgbClr val="FFFFFF"/>
                </a:solidFill>
              </a:defRPr>
            </a:lvl3pPr>
            <a:lvl4pPr algn="l">
              <a:buNone/>
              <a:defRPr sz="2775" b="1">
                <a:solidFill>
                  <a:srgbClr val="FFFFFF"/>
                </a:solidFill>
              </a:defRPr>
            </a:lvl4pPr>
            <a:lvl5pPr algn="l">
              <a:buNone/>
              <a:defRPr sz="2775" b="1">
                <a:solidFill>
                  <a:srgbClr val="FFFFFF"/>
                </a:solidFill>
              </a:defRPr>
            </a:lvl5pPr>
            <a:lvl6pPr algn="l">
              <a:buNone/>
              <a:defRPr sz="2775" b="1">
                <a:solidFill>
                  <a:srgbClr val="FFFFFF"/>
                </a:solidFill>
              </a:defRPr>
            </a:lvl6pPr>
            <a:lvl7pPr algn="l">
              <a:buNone/>
              <a:defRPr sz="2775" b="1">
                <a:solidFill>
                  <a:srgbClr val="FFFFFF"/>
                </a:solidFill>
              </a:defRPr>
            </a:lvl7pPr>
            <a:lvl8pPr algn="l">
              <a:buNone/>
              <a:defRPr sz="2775" b="1">
                <a:solidFill>
                  <a:srgbClr val="FFFFFF"/>
                </a:solidFill>
              </a:defRPr>
            </a:lvl8pPr>
            <a:lvl9pPr algn="l">
              <a:buNone/>
              <a:defRPr sz="2775" b="1">
                <a:solidFill>
                  <a:srgbClr val="FFFFFF"/>
                </a:solidFill>
              </a:defRPr>
            </a:lvl9pPr>
          </a:lstStyle>
          <a:p xmlns:a="http://schemas.openxmlformats.org/drawingml/2006/main">
            <a:pPr algn="l">
              <a:buNone/>
              <a:defRPr sz="2775" b="1">
                <a:solidFill>
                  <a:srgbClr val="FFFFFF"/>
                </a:solidFill>
              </a:defRPr>
            </a:pPr>
            <a:r>
              <a:rPr sz="2775" b="1">
                <a:solidFill>
                  <a:srgbClr val="FFFFFF"/>
                </a:solidFill>
              </a:rPr>
              <a:t>Software + data</a:t>
            </a:r>
          </a:p>
        </p:txBody>
      </p:sp>
      <p:sp>
        <p:nvSpPr>
          <p:cNvPr id="13" name="">
            <a:extLst xmlns:a="http://schemas.openxmlformats.org/drawingml/2006/main">
              <a:ext uri="{FF2B5EF4-FFF2-40B4-BE49-F238E27FC236}">
                <a16:creationId xmlns:a16="http://schemas.microsoft.com/office/drawing/2014/main" id="{02DC4AB0-C41A-4716-AA36-815D57C8BE65}"/>
              </a:ext>
            </a:extLst>
          </p:cNvPr>
          <p:cNvSpPr>
            <a:spLocks xmlns:a="http://schemas.openxmlformats.org/drawingml/2006/main" noGrp="1"/>
          </p:cNvSpPr>
          <p:nvPr/>
        </p:nvSpPr>
        <p:spPr>
          <a:xfrm xmlns:a="http://schemas.openxmlformats.org/drawingml/2006/main">
            <a:off x="762000" y="54292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B89B68"/>
                </a:solidFill>
              </a:defRPr>
            </a:defPPr>
            <a:lvl1pPr algn="l">
              <a:buNone/>
              <a:defRPr sz="2550" b="1">
                <a:solidFill>
                  <a:srgbClr val="B89B68"/>
                </a:solidFill>
              </a:defRPr>
            </a:lvl1pPr>
            <a:lvl2pPr algn="l">
              <a:buNone/>
              <a:defRPr sz="2550" b="1">
                <a:solidFill>
                  <a:srgbClr val="B89B68"/>
                </a:solidFill>
              </a:defRPr>
            </a:lvl2pPr>
            <a:lvl3pPr algn="l">
              <a:buNone/>
              <a:defRPr sz="2550" b="1">
                <a:solidFill>
                  <a:srgbClr val="B89B68"/>
                </a:solidFill>
              </a:defRPr>
            </a:lvl3pPr>
            <a:lvl4pPr algn="l">
              <a:buNone/>
              <a:defRPr sz="2550" b="1">
                <a:solidFill>
                  <a:srgbClr val="B89B68"/>
                </a:solidFill>
              </a:defRPr>
            </a:lvl4pPr>
            <a:lvl5pPr algn="l">
              <a:buNone/>
              <a:defRPr sz="2550" b="1">
                <a:solidFill>
                  <a:srgbClr val="B89B68"/>
                </a:solidFill>
              </a:defRPr>
            </a:lvl5pPr>
            <a:lvl6pPr algn="l">
              <a:buNone/>
              <a:defRPr sz="2550" b="1">
                <a:solidFill>
                  <a:srgbClr val="B89B68"/>
                </a:solidFill>
              </a:defRPr>
            </a:lvl6pPr>
            <a:lvl7pPr algn="l">
              <a:buNone/>
              <a:defRPr sz="2550" b="1">
                <a:solidFill>
                  <a:srgbClr val="B89B68"/>
                </a:solidFill>
              </a:defRPr>
            </a:lvl7pPr>
            <a:lvl8pPr algn="l">
              <a:buNone/>
              <a:defRPr sz="2550" b="1">
                <a:solidFill>
                  <a:srgbClr val="B89B68"/>
                </a:solidFill>
              </a:defRPr>
            </a:lvl8pPr>
            <a:lvl9pPr algn="l">
              <a:buNone/>
              <a:defRPr sz="2550" b="1">
                <a:solidFill>
                  <a:srgbClr val="B89B68"/>
                </a:solidFill>
              </a:defRPr>
            </a:lvl9pPr>
          </a:lstStyle>
          <a:p xmlns:a="http://schemas.openxmlformats.org/drawingml/2006/main">
            <a:pPr algn="l">
              <a:buNone/>
              <a:defRPr sz="2550" b="1">
                <a:solidFill>
                  <a:srgbClr val="B89B68"/>
                </a:solidFill>
              </a:defRPr>
            </a:pPr>
            <a:r>
              <a:rPr sz="2550" b="1">
                <a:solidFill>
                  <a:srgbClr val="B89B68"/>
                </a:solidFill>
              </a:rPr>
              <a:t>Build. Test. Improve.</a:t>
            </a:r>
          </a:p>
        </p:txBody>
      </p:sp>
      <p:pic>
        <p:nvPicPr>
          <p:cNvPr id="14" name="">
            <a:extLst xmlns:a="http://schemas.openxmlformats.org/drawingml/2006/main">
              <a:ext uri="{FF2B5EF4-FFF2-40B4-BE49-F238E27FC236}">
                <a16:creationId xmlns:a16="http://schemas.microsoft.com/office/drawing/2014/main" id="{270AE770-4FE8-483A-BDFD-3F57616B1A79}"/>
              </a:ext>
            </a:extLst>
          </p:cNvPr>
          <p:cNvPicPr>
            <a:picLocks xmlns:a="http://schemas.openxmlformats.org/drawingml/2006/main" noChangeAspect="1"/>
          </p:cNvPicPr>
          <p:nvPr/>
        </p:nvPicPr>
        <p:blipFill>
          <a:blip xmlns:r="http://schemas.openxmlformats.org/officeDocument/2006/relationships" xmlns:a="http://schemas.openxmlformats.org/drawingml/2006/main" r:embed="R22bd137d53a0477f"/>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71763EE-E768-47BC-89A6-6EF557CDE594}"/>
              </a:ext>
            </a:extLst>
          </p:cNvPr>
          <p:cNvSpPr>
            <a:spLocks xmlns:a="http://schemas.openxmlformats.org/drawingml/2006/main" noGrp="1"/>
          </p:cNvSpPr>
          <p:nvPr/>
        </p:nvSpPr>
        <p:spPr>
          <a:xfrm xmlns:a="http://schemas.openxmlformats.org/drawingml/2006/main">
            <a:off x="762000" y="17907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0">
                <a:solidFill>
                  <a:srgbClr val="D7D3CC"/>
                </a:solidFill>
              </a:defRPr>
            </a:defPPr>
            <a:lvl1pPr algn="l">
              <a:buNone/>
              <a:defRPr sz="2175" b="0">
                <a:solidFill>
                  <a:srgbClr val="D7D3CC"/>
                </a:solidFill>
              </a:defRPr>
            </a:lvl1pPr>
            <a:lvl2pPr algn="l">
              <a:buNone/>
              <a:defRPr sz="2175" b="0">
                <a:solidFill>
                  <a:srgbClr val="D7D3CC"/>
                </a:solidFill>
              </a:defRPr>
            </a:lvl2pPr>
            <a:lvl3pPr algn="l">
              <a:buNone/>
              <a:defRPr sz="2175" b="0">
                <a:solidFill>
                  <a:srgbClr val="D7D3CC"/>
                </a:solidFill>
              </a:defRPr>
            </a:lvl3pPr>
            <a:lvl4pPr algn="l">
              <a:buNone/>
              <a:defRPr sz="2175" b="0">
                <a:solidFill>
                  <a:srgbClr val="D7D3CC"/>
                </a:solidFill>
              </a:defRPr>
            </a:lvl4pPr>
            <a:lvl5pPr algn="l">
              <a:buNone/>
              <a:defRPr sz="2175" b="0">
                <a:solidFill>
                  <a:srgbClr val="D7D3CC"/>
                </a:solidFill>
              </a:defRPr>
            </a:lvl5pPr>
            <a:lvl6pPr algn="l">
              <a:buNone/>
              <a:defRPr sz="2175" b="0">
                <a:solidFill>
                  <a:srgbClr val="D7D3CC"/>
                </a:solidFill>
              </a:defRPr>
            </a:lvl6pPr>
            <a:lvl7pPr algn="l">
              <a:buNone/>
              <a:defRPr sz="2175" b="0">
                <a:solidFill>
                  <a:srgbClr val="D7D3CC"/>
                </a:solidFill>
              </a:defRPr>
            </a:lvl7pPr>
            <a:lvl8pPr algn="l">
              <a:buNone/>
              <a:defRPr sz="2175" b="0">
                <a:solidFill>
                  <a:srgbClr val="D7D3CC"/>
                </a:solidFill>
              </a:defRPr>
            </a:lvl8pPr>
            <a:lvl9pPr algn="l">
              <a:buNone/>
              <a:defRPr sz="2175" b="0">
                <a:solidFill>
                  <a:srgbClr val="D7D3CC"/>
                </a:solidFill>
              </a:defRPr>
            </a:lvl9pPr>
          </a:lstStyle>
          <a:p xmlns:a="http://schemas.openxmlformats.org/drawingml/2006/main">
            <a:pPr algn="l">
              <a:buNone/>
              <a:defRPr sz="2175" b="0">
                <a:solidFill>
                  <a:srgbClr val="D7D3CC"/>
                </a:solidFill>
              </a:defRPr>
            </a:pPr>
            <a:r>
              <a:rPr sz="2175" b="0">
                <a:solidFill>
                  <a:srgbClr val="D7D3CC"/>
                </a:solidFill>
              </a:rPr>
              <a:t>Small teams across TKG. Primarily at Remington.</a:t>
            </a:r>
          </a:p>
        </p:txBody>
      </p:sp>
      <p:sp>
        <p:nvSpPr>
          <p:cNvPr id="16" name="">
            <a:extLst xmlns:a="http://schemas.openxmlformats.org/drawingml/2006/main">
              <a:ext uri="{FF2B5EF4-FFF2-40B4-BE49-F238E27FC236}">
                <a16:creationId xmlns:a16="http://schemas.microsoft.com/office/drawing/2014/main" id="{C2315CE1-291F-4F80-B1AC-DD5E35064F28}"/>
              </a:ext>
            </a:extLst>
          </p:cNvPr>
          <p:cNvSpPr>
            <a:spLocks xmlns:a="http://schemas.openxmlformats.org/drawingml/2006/main" noGrp="1"/>
          </p:cNvSpPr>
          <p:nvPr/>
        </p:nvSpPr>
        <p:spPr>
          <a:xfrm xmlns:a="http://schemas.openxmlformats.org/drawingml/2006/main">
            <a:off x="762000" y="4105275"/>
            <a:ext cx="309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0">
                <a:solidFill>
                  <a:srgbClr val="D7D3CC"/>
                </a:solidFill>
              </a:defRPr>
            </a:defPPr>
            <a:lvl1pPr algn="l">
              <a:buNone/>
              <a:defRPr sz="1725" b="0">
                <a:solidFill>
                  <a:srgbClr val="D7D3CC"/>
                </a:solidFill>
              </a:defRPr>
            </a:lvl1pPr>
            <a:lvl2pPr algn="l">
              <a:buNone/>
              <a:defRPr sz="1725" b="0">
                <a:solidFill>
                  <a:srgbClr val="D7D3CC"/>
                </a:solidFill>
              </a:defRPr>
            </a:lvl2pPr>
            <a:lvl3pPr algn="l">
              <a:buNone/>
              <a:defRPr sz="1725" b="0">
                <a:solidFill>
                  <a:srgbClr val="D7D3CC"/>
                </a:solidFill>
              </a:defRPr>
            </a:lvl3pPr>
            <a:lvl4pPr algn="l">
              <a:buNone/>
              <a:defRPr sz="1725" b="0">
                <a:solidFill>
                  <a:srgbClr val="D7D3CC"/>
                </a:solidFill>
              </a:defRPr>
            </a:lvl4pPr>
            <a:lvl5pPr algn="l">
              <a:buNone/>
              <a:defRPr sz="1725" b="0">
                <a:solidFill>
                  <a:srgbClr val="D7D3CC"/>
                </a:solidFill>
              </a:defRPr>
            </a:lvl5pPr>
            <a:lvl6pPr algn="l">
              <a:buNone/>
              <a:defRPr sz="1725" b="0">
                <a:solidFill>
                  <a:srgbClr val="D7D3CC"/>
                </a:solidFill>
              </a:defRPr>
            </a:lvl6pPr>
            <a:lvl7pPr algn="l">
              <a:buNone/>
              <a:defRPr sz="1725" b="0">
                <a:solidFill>
                  <a:srgbClr val="D7D3CC"/>
                </a:solidFill>
              </a:defRPr>
            </a:lvl7pPr>
            <a:lvl8pPr algn="l">
              <a:buNone/>
              <a:defRPr sz="1725" b="0">
                <a:solidFill>
                  <a:srgbClr val="D7D3CC"/>
                </a:solidFill>
              </a:defRPr>
            </a:lvl8pPr>
            <a:lvl9pPr algn="l">
              <a:buNone/>
              <a:defRPr sz="1725" b="0">
                <a:solidFill>
                  <a:srgbClr val="D7D3CC"/>
                </a:solidFill>
              </a:defRPr>
            </a:lvl9pPr>
          </a:lstStyle>
          <a:p xmlns:a="http://schemas.openxmlformats.org/drawingml/2006/main">
            <a:pPr algn="l">
              <a:buNone/>
              <a:defRPr sz="1725" b="0">
                <a:solidFill>
                  <a:srgbClr val="D7D3CC"/>
                </a:solidFill>
              </a:defRPr>
            </a:pPr>
            <a:r>
              <a:rPr sz="1725" b="0">
                <a:solidFill>
                  <a:srgbClr val="D7D3CC"/>
                </a:solidFill>
              </a:rPr>
              <a:t>Equipment built for real production</a:t>
            </a:r>
          </a:p>
        </p:txBody>
      </p:sp>
      <p:sp>
        <p:nvSpPr>
          <p:cNvPr id="17" name="">
            <a:extLst xmlns:a="http://schemas.openxmlformats.org/drawingml/2006/main">
              <a:ext uri="{FF2B5EF4-FFF2-40B4-BE49-F238E27FC236}">
                <a16:creationId xmlns:a16="http://schemas.microsoft.com/office/drawing/2014/main" id="{CDD15BC1-C37F-428C-A5CD-12AC5739040D}"/>
              </a:ext>
            </a:extLst>
          </p:cNvPr>
          <p:cNvSpPr>
            <a:spLocks xmlns:a="http://schemas.openxmlformats.org/drawingml/2006/main" noGrp="1"/>
          </p:cNvSpPr>
          <p:nvPr/>
        </p:nvSpPr>
        <p:spPr>
          <a:xfrm xmlns:a="http://schemas.openxmlformats.org/drawingml/2006/main">
            <a:off x="4572000" y="4105275"/>
            <a:ext cx="309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0">
                <a:solidFill>
                  <a:srgbClr val="D7D3CC"/>
                </a:solidFill>
              </a:defRPr>
            </a:defPPr>
            <a:lvl1pPr algn="l">
              <a:buNone/>
              <a:defRPr sz="1725" b="0">
                <a:solidFill>
                  <a:srgbClr val="D7D3CC"/>
                </a:solidFill>
              </a:defRPr>
            </a:lvl1pPr>
            <a:lvl2pPr algn="l">
              <a:buNone/>
              <a:defRPr sz="1725" b="0">
                <a:solidFill>
                  <a:srgbClr val="D7D3CC"/>
                </a:solidFill>
              </a:defRPr>
            </a:lvl2pPr>
            <a:lvl3pPr algn="l">
              <a:buNone/>
              <a:defRPr sz="1725" b="0">
                <a:solidFill>
                  <a:srgbClr val="D7D3CC"/>
                </a:solidFill>
              </a:defRPr>
            </a:lvl3pPr>
            <a:lvl4pPr algn="l">
              <a:buNone/>
              <a:defRPr sz="1725" b="0">
                <a:solidFill>
                  <a:srgbClr val="D7D3CC"/>
                </a:solidFill>
              </a:defRPr>
            </a:lvl4pPr>
            <a:lvl5pPr algn="l">
              <a:buNone/>
              <a:defRPr sz="1725" b="0">
                <a:solidFill>
                  <a:srgbClr val="D7D3CC"/>
                </a:solidFill>
              </a:defRPr>
            </a:lvl5pPr>
            <a:lvl6pPr algn="l">
              <a:buNone/>
              <a:defRPr sz="1725" b="0">
                <a:solidFill>
                  <a:srgbClr val="D7D3CC"/>
                </a:solidFill>
              </a:defRPr>
            </a:lvl6pPr>
            <a:lvl7pPr algn="l">
              <a:buNone/>
              <a:defRPr sz="1725" b="0">
                <a:solidFill>
                  <a:srgbClr val="D7D3CC"/>
                </a:solidFill>
              </a:defRPr>
            </a:lvl7pPr>
            <a:lvl8pPr algn="l">
              <a:buNone/>
              <a:defRPr sz="1725" b="0">
                <a:solidFill>
                  <a:srgbClr val="D7D3CC"/>
                </a:solidFill>
              </a:defRPr>
            </a:lvl8pPr>
            <a:lvl9pPr algn="l">
              <a:buNone/>
              <a:defRPr sz="1725" b="0">
                <a:solidFill>
                  <a:srgbClr val="D7D3CC"/>
                </a:solidFill>
              </a:defRPr>
            </a:lvl9pPr>
          </a:lstStyle>
          <a:p xmlns:a="http://schemas.openxmlformats.org/drawingml/2006/main">
            <a:pPr algn="l">
              <a:buNone/>
              <a:defRPr sz="1725" b="0">
                <a:solidFill>
                  <a:srgbClr val="D7D3CC"/>
                </a:solidFill>
              </a:defRPr>
            </a:pPr>
            <a:r>
              <a:rPr sz="1725" b="0">
                <a:solidFill>
                  <a:srgbClr val="D7D3CC"/>
                </a:solidFill>
              </a:rPr>
              <a:t>Sensing, motion, and response</a:t>
            </a:r>
          </a:p>
        </p:txBody>
      </p:sp>
      <p:sp>
        <p:nvSpPr>
          <p:cNvPr id="18" name="">
            <a:extLst xmlns:a="http://schemas.openxmlformats.org/drawingml/2006/main">
              <a:ext uri="{FF2B5EF4-FFF2-40B4-BE49-F238E27FC236}">
                <a16:creationId xmlns:a16="http://schemas.microsoft.com/office/drawing/2014/main" id="{382C746F-9ACD-4117-999B-155F0BB33993}"/>
              </a:ext>
            </a:extLst>
          </p:cNvPr>
          <p:cNvSpPr>
            <a:spLocks xmlns:a="http://schemas.openxmlformats.org/drawingml/2006/main" noGrp="1"/>
          </p:cNvSpPr>
          <p:nvPr/>
        </p:nvSpPr>
        <p:spPr>
          <a:xfrm xmlns:a="http://schemas.openxmlformats.org/drawingml/2006/main">
            <a:off x="8382000" y="4105275"/>
            <a:ext cx="309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0">
                <a:solidFill>
                  <a:srgbClr val="D7D3CC"/>
                </a:solidFill>
              </a:defRPr>
            </a:defPPr>
            <a:lvl1pPr algn="l">
              <a:buNone/>
              <a:defRPr sz="1725" b="0">
                <a:solidFill>
                  <a:srgbClr val="D7D3CC"/>
                </a:solidFill>
              </a:defRPr>
            </a:lvl1pPr>
            <a:lvl2pPr algn="l">
              <a:buNone/>
              <a:defRPr sz="1725" b="0">
                <a:solidFill>
                  <a:srgbClr val="D7D3CC"/>
                </a:solidFill>
              </a:defRPr>
            </a:lvl2pPr>
            <a:lvl3pPr algn="l">
              <a:buNone/>
              <a:defRPr sz="1725" b="0">
                <a:solidFill>
                  <a:srgbClr val="D7D3CC"/>
                </a:solidFill>
              </a:defRPr>
            </a:lvl3pPr>
            <a:lvl4pPr algn="l">
              <a:buNone/>
              <a:defRPr sz="1725" b="0">
                <a:solidFill>
                  <a:srgbClr val="D7D3CC"/>
                </a:solidFill>
              </a:defRPr>
            </a:lvl4pPr>
            <a:lvl5pPr algn="l">
              <a:buNone/>
              <a:defRPr sz="1725" b="0">
                <a:solidFill>
                  <a:srgbClr val="D7D3CC"/>
                </a:solidFill>
              </a:defRPr>
            </a:lvl5pPr>
            <a:lvl6pPr algn="l">
              <a:buNone/>
              <a:defRPr sz="1725" b="0">
                <a:solidFill>
                  <a:srgbClr val="D7D3CC"/>
                </a:solidFill>
              </a:defRPr>
            </a:lvl6pPr>
            <a:lvl7pPr algn="l">
              <a:buNone/>
              <a:defRPr sz="1725" b="0">
                <a:solidFill>
                  <a:srgbClr val="D7D3CC"/>
                </a:solidFill>
              </a:defRPr>
            </a:lvl7pPr>
            <a:lvl8pPr algn="l">
              <a:buNone/>
              <a:defRPr sz="1725" b="0">
                <a:solidFill>
                  <a:srgbClr val="D7D3CC"/>
                </a:solidFill>
              </a:defRPr>
            </a:lvl8pPr>
            <a:lvl9pPr algn="l">
              <a:buNone/>
              <a:defRPr sz="1725" b="0">
                <a:solidFill>
                  <a:srgbClr val="D7D3CC"/>
                </a:solidFill>
              </a:defRPr>
            </a:lvl9pPr>
          </a:lstStyle>
          <a:p xmlns:a="http://schemas.openxmlformats.org/drawingml/2006/main">
            <a:pPr algn="l">
              <a:buNone/>
              <a:defRPr sz="1725" b="0">
                <a:solidFill>
                  <a:srgbClr val="D7D3CC"/>
                </a:solidFill>
              </a:defRPr>
            </a:pPr>
            <a:r>
              <a:rPr sz="1725" b="0">
                <a:solidFill>
                  <a:srgbClr val="D7D3CC"/>
                </a:solidFill>
              </a:rPr>
              <a:t>Information people can act on</a:t>
            </a:r>
          </a:p>
        </p:txBody>
      </p:sp>
    </p:spTree>
    <p:extLst>
      <p:ext uri="{BB962C8B-B14F-4D97-AF65-F5344CB8AC3E}">
        <p14:creationId xmlns:p14="http://schemas.microsoft.com/office/powerpoint/2010/main" val="1626996306"/>
      </p:ext>
    </p:extLst>
  </p:cSld>
</p:sld>
</file>

<file path=ppt/slides/slide4.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209C0429-F628-4D54-8BB8-61F840500B35}"/>
              </a:ext>
            </a:extLst>
          </p:cNvPr>
          <p:cNvPicPr>
            <a:picLocks xmlns:a="http://schemas.openxmlformats.org/drawingml/2006/main" noChangeAspect="1"/>
          </p:cNvPicPr>
          <p:nvPr/>
        </p:nvPicPr>
        <p:blipFill>
          <a:blip xmlns:r="http://schemas.openxmlformats.org/officeDocument/2006/relationships" xmlns:a="http://schemas.openxmlformats.org/drawingml/2006/main" r:embed="R2f301cc407184f82"/>
          <a:stretch xmlns:a="http://schemas.openxmlformats.org/drawingml/2006/main"/>
        </p:blipFill>
        <p:spPr>
          <a:xfrm xmlns:a="http://schemas.openxmlformats.org/drawingml/2006/main">
            <a:off x="817033" y="6515100"/>
            <a:ext cx="918633" cy="295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51D2DD-C207-45BA-9BE4-3948EFD58A1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24B013-41FC-436B-8BF5-5D07715CD733}"/>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04</a:t>
            </a:r>
          </a:p>
        </p:txBody>
      </p:sp>
      <p:sp>
        <p:nvSpPr>
          <p:cNvPr id="6" name="">
            <a:extLst xmlns:a="http://schemas.openxmlformats.org/drawingml/2006/main">
              <a:ext uri="{FF2B5EF4-FFF2-40B4-BE49-F238E27FC236}">
                <a16:creationId xmlns:a16="http://schemas.microsoft.com/office/drawing/2014/main" id="{2370B653-7838-46A8-BC13-D34138918D4F}"/>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231F20"/>
                </a:solidFill>
              </a:defRPr>
            </a:defPPr>
            <a:lvl1pPr algn="l">
              <a:buNone/>
              <a:defRPr sz="3750" b="1">
                <a:solidFill>
                  <a:srgbClr val="231F20"/>
                </a:solidFill>
              </a:defRPr>
            </a:lvl1pPr>
            <a:lvl2pPr algn="l">
              <a:buNone/>
              <a:defRPr sz="3750" b="1">
                <a:solidFill>
                  <a:srgbClr val="231F20"/>
                </a:solidFill>
              </a:defRPr>
            </a:lvl2pPr>
            <a:lvl3pPr algn="l">
              <a:buNone/>
              <a:defRPr sz="3750" b="1">
                <a:solidFill>
                  <a:srgbClr val="231F20"/>
                </a:solidFill>
              </a:defRPr>
            </a:lvl3pPr>
            <a:lvl4pPr algn="l">
              <a:buNone/>
              <a:defRPr sz="3750" b="1">
                <a:solidFill>
                  <a:srgbClr val="231F20"/>
                </a:solidFill>
              </a:defRPr>
            </a:lvl4pPr>
            <a:lvl5pPr algn="l">
              <a:buNone/>
              <a:defRPr sz="3750" b="1">
                <a:solidFill>
                  <a:srgbClr val="231F20"/>
                </a:solidFill>
              </a:defRPr>
            </a:lvl5pPr>
            <a:lvl6pPr algn="l">
              <a:buNone/>
              <a:defRPr sz="3750" b="1">
                <a:solidFill>
                  <a:srgbClr val="231F20"/>
                </a:solidFill>
              </a:defRPr>
            </a:lvl6pPr>
            <a:lvl7pPr algn="l">
              <a:buNone/>
              <a:defRPr sz="3750" b="1">
                <a:solidFill>
                  <a:srgbClr val="231F20"/>
                </a:solidFill>
              </a:defRPr>
            </a:lvl7pPr>
            <a:lvl8pPr algn="l">
              <a:buNone/>
              <a:defRPr sz="3750" b="1">
                <a:solidFill>
                  <a:srgbClr val="231F20"/>
                </a:solidFill>
              </a:defRPr>
            </a:lvl8pPr>
            <a:lvl9pPr algn="l">
              <a:buNone/>
              <a:defRPr sz="3750" b="1">
                <a:solidFill>
                  <a:srgbClr val="231F20"/>
                </a:solidFill>
              </a:defRPr>
            </a:lvl9pPr>
          </a:lstStyle>
          <a:p xmlns:a="http://schemas.openxmlformats.org/drawingml/2006/main">
            <a:pPr algn="l">
              <a:buNone/>
              <a:defRPr sz="3750" b="1">
                <a:solidFill>
                  <a:srgbClr val="231F20"/>
                </a:solidFill>
              </a:defRPr>
            </a:pPr>
            <a:r>
              <a:rPr sz="3750" b="1">
                <a:solidFill>
                  <a:srgbClr val="231F20"/>
                </a:solidFill>
              </a:rPr>
              <a:t>Why we love this work</a:t>
            </a:r>
          </a:p>
        </p:txBody>
      </p:sp>
      <p:sp>
        <p:nvSpPr>
          <p:cNvPr id="7" name="">
            <a:extLst xmlns:a="http://schemas.openxmlformats.org/drawingml/2006/main">
              <a:ext uri="{FF2B5EF4-FFF2-40B4-BE49-F238E27FC236}">
                <a16:creationId xmlns:a16="http://schemas.microsoft.com/office/drawing/2014/main" id="{6E43C8AF-F706-4FA1-8A91-536BBB28DB42}"/>
              </a:ext>
            </a:extLst>
          </p:cNvPr>
          <p:cNvSpPr>
            <a:spLocks xmlns:a="http://schemas.openxmlformats.org/drawingml/2006/main" noGrp="1"/>
          </p:cNvSpPr>
          <p:nvPr/>
        </p:nvSpPr>
        <p:spPr>
          <a:xfrm xmlns:a="http://schemas.openxmlformats.org/drawingml/2006/main">
            <a:off x="762000" y="1905000"/>
            <a:ext cx="4619625" cy="19050"/>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DEECC2-611E-4B7F-9AF3-E645B868F519}"/>
              </a:ext>
            </a:extLst>
          </p:cNvPr>
          <p:cNvSpPr>
            <a:spLocks xmlns:a="http://schemas.openxmlformats.org/drawingml/2006/main" noGrp="1"/>
          </p:cNvSpPr>
          <p:nvPr/>
        </p:nvSpPr>
        <p:spPr>
          <a:xfrm xmlns:a="http://schemas.openxmlformats.org/drawingml/2006/main">
            <a:off x="762000" y="2143125"/>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225" b="1">
                <a:solidFill>
                  <a:srgbClr val="231F20"/>
                </a:solidFill>
              </a:defRPr>
            </a:defPPr>
            <a:lvl1pPr algn="l">
              <a:buNone/>
              <a:defRPr sz="3225" b="1">
                <a:solidFill>
                  <a:srgbClr val="231F20"/>
                </a:solidFill>
              </a:defRPr>
            </a:lvl1pPr>
            <a:lvl2pPr algn="l">
              <a:buNone/>
              <a:defRPr sz="3225" b="1">
                <a:solidFill>
                  <a:srgbClr val="231F20"/>
                </a:solidFill>
              </a:defRPr>
            </a:lvl2pPr>
            <a:lvl3pPr algn="l">
              <a:buNone/>
              <a:defRPr sz="3225" b="1">
                <a:solidFill>
                  <a:srgbClr val="231F20"/>
                </a:solidFill>
              </a:defRPr>
            </a:lvl3pPr>
            <a:lvl4pPr algn="l">
              <a:buNone/>
              <a:defRPr sz="3225" b="1">
                <a:solidFill>
                  <a:srgbClr val="231F20"/>
                </a:solidFill>
              </a:defRPr>
            </a:lvl4pPr>
            <a:lvl5pPr algn="l">
              <a:buNone/>
              <a:defRPr sz="3225" b="1">
                <a:solidFill>
                  <a:srgbClr val="231F20"/>
                </a:solidFill>
              </a:defRPr>
            </a:lvl5pPr>
            <a:lvl6pPr algn="l">
              <a:buNone/>
              <a:defRPr sz="3225" b="1">
                <a:solidFill>
                  <a:srgbClr val="231F20"/>
                </a:solidFill>
              </a:defRPr>
            </a:lvl6pPr>
            <a:lvl7pPr algn="l">
              <a:buNone/>
              <a:defRPr sz="3225" b="1">
                <a:solidFill>
                  <a:srgbClr val="231F20"/>
                </a:solidFill>
              </a:defRPr>
            </a:lvl7pPr>
            <a:lvl8pPr algn="l">
              <a:buNone/>
              <a:defRPr sz="3225" b="1">
                <a:solidFill>
                  <a:srgbClr val="231F20"/>
                </a:solidFill>
              </a:defRPr>
            </a:lvl8pPr>
            <a:lvl9pPr algn="l">
              <a:buNone/>
              <a:defRPr sz="3225" b="1">
                <a:solidFill>
                  <a:srgbClr val="231F20"/>
                </a:solidFill>
              </a:defRPr>
            </a:lvl9pPr>
          </a:lstStyle>
          <a:p xmlns:a="http://schemas.openxmlformats.org/drawingml/2006/main">
            <a:pPr algn="l">
              <a:buNone/>
              <a:defRPr sz="3225" b="1">
                <a:solidFill>
                  <a:srgbClr val="231F20"/>
                </a:solidFill>
              </a:defRPr>
            </a:pPr>
            <a:r>
              <a:rPr sz="3225" b="1">
                <a:solidFill>
                  <a:srgbClr val="231F20"/>
                </a:solidFill>
              </a:rPr>
              <a:t>Variety</a:t>
            </a:r>
          </a:p>
        </p:txBody>
      </p:sp>
      <p:sp>
        <p:nvSpPr>
          <p:cNvPr id="9" name="">
            <a:extLst xmlns:a="http://schemas.openxmlformats.org/drawingml/2006/main">
              <a:ext uri="{FF2B5EF4-FFF2-40B4-BE49-F238E27FC236}">
                <a16:creationId xmlns:a16="http://schemas.microsoft.com/office/drawing/2014/main" id="{73CC0B65-C94B-4EF2-AD00-9C69E908BC3E}"/>
              </a:ext>
            </a:extLst>
          </p:cNvPr>
          <p:cNvSpPr>
            <a:spLocks xmlns:a="http://schemas.openxmlformats.org/drawingml/2006/main" noGrp="1"/>
          </p:cNvSpPr>
          <p:nvPr/>
        </p:nvSpPr>
        <p:spPr>
          <a:xfrm xmlns:a="http://schemas.openxmlformats.org/drawingml/2006/main">
            <a:off x="6334125" y="1905000"/>
            <a:ext cx="4619625" cy="19050"/>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06FB4F-9F0E-460F-A97A-9369EA2E37E1}"/>
              </a:ext>
            </a:extLst>
          </p:cNvPr>
          <p:cNvSpPr>
            <a:spLocks xmlns:a="http://schemas.openxmlformats.org/drawingml/2006/main" noGrp="1"/>
          </p:cNvSpPr>
          <p:nvPr/>
        </p:nvSpPr>
        <p:spPr>
          <a:xfrm xmlns:a="http://schemas.openxmlformats.org/drawingml/2006/main">
            <a:off x="6334125" y="2143125"/>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225" b="1">
                <a:solidFill>
                  <a:srgbClr val="231F20"/>
                </a:solidFill>
              </a:defRPr>
            </a:defPPr>
            <a:lvl1pPr algn="l">
              <a:buNone/>
              <a:defRPr sz="3225" b="1">
                <a:solidFill>
                  <a:srgbClr val="231F20"/>
                </a:solidFill>
              </a:defRPr>
            </a:lvl1pPr>
            <a:lvl2pPr algn="l">
              <a:buNone/>
              <a:defRPr sz="3225" b="1">
                <a:solidFill>
                  <a:srgbClr val="231F20"/>
                </a:solidFill>
              </a:defRPr>
            </a:lvl2pPr>
            <a:lvl3pPr algn="l">
              <a:buNone/>
              <a:defRPr sz="3225" b="1">
                <a:solidFill>
                  <a:srgbClr val="231F20"/>
                </a:solidFill>
              </a:defRPr>
            </a:lvl3pPr>
            <a:lvl4pPr algn="l">
              <a:buNone/>
              <a:defRPr sz="3225" b="1">
                <a:solidFill>
                  <a:srgbClr val="231F20"/>
                </a:solidFill>
              </a:defRPr>
            </a:lvl4pPr>
            <a:lvl5pPr algn="l">
              <a:buNone/>
              <a:defRPr sz="3225" b="1">
                <a:solidFill>
                  <a:srgbClr val="231F20"/>
                </a:solidFill>
              </a:defRPr>
            </a:lvl5pPr>
            <a:lvl6pPr algn="l">
              <a:buNone/>
              <a:defRPr sz="3225" b="1">
                <a:solidFill>
                  <a:srgbClr val="231F20"/>
                </a:solidFill>
              </a:defRPr>
            </a:lvl6pPr>
            <a:lvl7pPr algn="l">
              <a:buNone/>
              <a:defRPr sz="3225" b="1">
                <a:solidFill>
                  <a:srgbClr val="231F20"/>
                </a:solidFill>
              </a:defRPr>
            </a:lvl7pPr>
            <a:lvl8pPr algn="l">
              <a:buNone/>
              <a:defRPr sz="3225" b="1">
                <a:solidFill>
                  <a:srgbClr val="231F20"/>
                </a:solidFill>
              </a:defRPr>
            </a:lvl8pPr>
            <a:lvl9pPr algn="l">
              <a:buNone/>
              <a:defRPr sz="3225" b="1">
                <a:solidFill>
                  <a:srgbClr val="231F20"/>
                </a:solidFill>
              </a:defRPr>
            </a:lvl9pPr>
          </a:lstStyle>
          <a:p xmlns:a="http://schemas.openxmlformats.org/drawingml/2006/main">
            <a:pPr algn="l">
              <a:buNone/>
              <a:defRPr sz="3225" b="1">
                <a:solidFill>
                  <a:srgbClr val="231F20"/>
                </a:solidFill>
              </a:defRPr>
            </a:pPr>
            <a:r>
              <a:rPr sz="3225" b="1">
                <a:solidFill>
                  <a:srgbClr val="231F20"/>
                </a:solidFill>
              </a:rPr>
              <a:t>Visible results</a:t>
            </a:r>
          </a:p>
        </p:txBody>
      </p:sp>
      <p:sp>
        <p:nvSpPr>
          <p:cNvPr id="11" name="">
            <a:extLst xmlns:a="http://schemas.openxmlformats.org/drawingml/2006/main">
              <a:ext uri="{FF2B5EF4-FFF2-40B4-BE49-F238E27FC236}">
                <a16:creationId xmlns:a16="http://schemas.microsoft.com/office/drawing/2014/main" id="{01CACD14-AC64-42F0-8CD7-6CC95EF5ADE1}"/>
              </a:ext>
            </a:extLst>
          </p:cNvPr>
          <p:cNvSpPr>
            <a:spLocks xmlns:a="http://schemas.openxmlformats.org/drawingml/2006/main" noGrp="1"/>
          </p:cNvSpPr>
          <p:nvPr/>
        </p:nvSpPr>
        <p:spPr>
          <a:xfrm xmlns:a="http://schemas.openxmlformats.org/drawingml/2006/main">
            <a:off x="762000" y="3905250"/>
            <a:ext cx="4619625" cy="19050"/>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C93B5BC-6FF4-42C1-A087-AA8325C835DD}"/>
              </a:ext>
            </a:extLst>
          </p:cNvPr>
          <p:cNvSpPr>
            <a:spLocks xmlns:a="http://schemas.openxmlformats.org/drawingml/2006/main" noGrp="1"/>
          </p:cNvSpPr>
          <p:nvPr/>
        </p:nvSpPr>
        <p:spPr>
          <a:xfrm xmlns:a="http://schemas.openxmlformats.org/drawingml/2006/main">
            <a:off x="762000" y="4143375"/>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225" b="1">
                <a:solidFill>
                  <a:srgbClr val="231F20"/>
                </a:solidFill>
              </a:defRPr>
            </a:defPPr>
            <a:lvl1pPr algn="l">
              <a:buNone/>
              <a:defRPr sz="3225" b="1">
                <a:solidFill>
                  <a:srgbClr val="231F20"/>
                </a:solidFill>
              </a:defRPr>
            </a:lvl1pPr>
            <a:lvl2pPr algn="l">
              <a:buNone/>
              <a:defRPr sz="3225" b="1">
                <a:solidFill>
                  <a:srgbClr val="231F20"/>
                </a:solidFill>
              </a:defRPr>
            </a:lvl2pPr>
            <a:lvl3pPr algn="l">
              <a:buNone/>
              <a:defRPr sz="3225" b="1">
                <a:solidFill>
                  <a:srgbClr val="231F20"/>
                </a:solidFill>
              </a:defRPr>
            </a:lvl3pPr>
            <a:lvl4pPr algn="l">
              <a:buNone/>
              <a:defRPr sz="3225" b="1">
                <a:solidFill>
                  <a:srgbClr val="231F20"/>
                </a:solidFill>
              </a:defRPr>
            </a:lvl4pPr>
            <a:lvl5pPr algn="l">
              <a:buNone/>
              <a:defRPr sz="3225" b="1">
                <a:solidFill>
                  <a:srgbClr val="231F20"/>
                </a:solidFill>
              </a:defRPr>
            </a:lvl5pPr>
            <a:lvl6pPr algn="l">
              <a:buNone/>
              <a:defRPr sz="3225" b="1">
                <a:solidFill>
                  <a:srgbClr val="231F20"/>
                </a:solidFill>
              </a:defRPr>
            </a:lvl6pPr>
            <a:lvl7pPr algn="l">
              <a:buNone/>
              <a:defRPr sz="3225" b="1">
                <a:solidFill>
                  <a:srgbClr val="231F20"/>
                </a:solidFill>
              </a:defRPr>
            </a:lvl7pPr>
            <a:lvl8pPr algn="l">
              <a:buNone/>
              <a:defRPr sz="3225" b="1">
                <a:solidFill>
                  <a:srgbClr val="231F20"/>
                </a:solidFill>
              </a:defRPr>
            </a:lvl8pPr>
            <a:lvl9pPr algn="l">
              <a:buNone/>
              <a:defRPr sz="3225" b="1">
                <a:solidFill>
                  <a:srgbClr val="231F20"/>
                </a:solidFill>
              </a:defRPr>
            </a:lvl9pPr>
          </a:lstStyle>
          <a:p xmlns:a="http://schemas.openxmlformats.org/drawingml/2006/main">
            <a:pPr algn="l">
              <a:buNone/>
              <a:defRPr sz="3225" b="1">
                <a:solidFill>
                  <a:srgbClr val="231F20"/>
                </a:solidFill>
              </a:defRPr>
            </a:pPr>
            <a:r>
              <a:rPr sz="3225" b="1">
                <a:solidFill>
                  <a:srgbClr val="231F20"/>
                </a:solidFill>
              </a:rPr>
              <a:t>Learning</a:t>
            </a:r>
          </a:p>
        </p:txBody>
      </p:sp>
      <p:sp>
        <p:nvSpPr>
          <p:cNvPr id="13" name="">
            <a:extLst xmlns:a="http://schemas.openxmlformats.org/drawingml/2006/main">
              <a:ext uri="{FF2B5EF4-FFF2-40B4-BE49-F238E27FC236}">
                <a16:creationId xmlns:a16="http://schemas.microsoft.com/office/drawing/2014/main" id="{4C2569D3-3E64-4D6E-9D7E-4C207246B3CB}"/>
              </a:ext>
            </a:extLst>
          </p:cNvPr>
          <p:cNvSpPr>
            <a:spLocks xmlns:a="http://schemas.openxmlformats.org/drawingml/2006/main" noGrp="1"/>
          </p:cNvSpPr>
          <p:nvPr/>
        </p:nvSpPr>
        <p:spPr>
          <a:xfrm xmlns:a="http://schemas.openxmlformats.org/drawingml/2006/main">
            <a:off x="6334125" y="3905250"/>
            <a:ext cx="4619625" cy="19050"/>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7F8E95-BDD9-4FD9-B6AC-4D977437E46E}"/>
              </a:ext>
            </a:extLst>
          </p:cNvPr>
          <p:cNvSpPr>
            <a:spLocks xmlns:a="http://schemas.openxmlformats.org/drawingml/2006/main" noGrp="1"/>
          </p:cNvSpPr>
          <p:nvPr/>
        </p:nvSpPr>
        <p:spPr>
          <a:xfrm xmlns:a="http://schemas.openxmlformats.org/drawingml/2006/main">
            <a:off x="6334125" y="4143375"/>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225" b="1">
                <a:solidFill>
                  <a:srgbClr val="231F20"/>
                </a:solidFill>
              </a:defRPr>
            </a:defPPr>
            <a:lvl1pPr algn="l">
              <a:buNone/>
              <a:defRPr sz="3225" b="1">
                <a:solidFill>
                  <a:srgbClr val="231F20"/>
                </a:solidFill>
              </a:defRPr>
            </a:lvl1pPr>
            <a:lvl2pPr algn="l">
              <a:buNone/>
              <a:defRPr sz="3225" b="1">
                <a:solidFill>
                  <a:srgbClr val="231F20"/>
                </a:solidFill>
              </a:defRPr>
            </a:lvl2pPr>
            <a:lvl3pPr algn="l">
              <a:buNone/>
              <a:defRPr sz="3225" b="1">
                <a:solidFill>
                  <a:srgbClr val="231F20"/>
                </a:solidFill>
              </a:defRPr>
            </a:lvl3pPr>
            <a:lvl4pPr algn="l">
              <a:buNone/>
              <a:defRPr sz="3225" b="1">
                <a:solidFill>
                  <a:srgbClr val="231F20"/>
                </a:solidFill>
              </a:defRPr>
            </a:lvl4pPr>
            <a:lvl5pPr algn="l">
              <a:buNone/>
              <a:defRPr sz="3225" b="1">
                <a:solidFill>
                  <a:srgbClr val="231F20"/>
                </a:solidFill>
              </a:defRPr>
            </a:lvl5pPr>
            <a:lvl6pPr algn="l">
              <a:buNone/>
              <a:defRPr sz="3225" b="1">
                <a:solidFill>
                  <a:srgbClr val="231F20"/>
                </a:solidFill>
              </a:defRPr>
            </a:lvl6pPr>
            <a:lvl7pPr algn="l">
              <a:buNone/>
              <a:defRPr sz="3225" b="1">
                <a:solidFill>
                  <a:srgbClr val="231F20"/>
                </a:solidFill>
              </a:defRPr>
            </a:lvl7pPr>
            <a:lvl8pPr algn="l">
              <a:buNone/>
              <a:defRPr sz="3225" b="1">
                <a:solidFill>
                  <a:srgbClr val="231F20"/>
                </a:solidFill>
              </a:defRPr>
            </a:lvl8pPr>
            <a:lvl9pPr algn="l">
              <a:buNone/>
              <a:defRPr sz="3225" b="1">
                <a:solidFill>
                  <a:srgbClr val="231F20"/>
                </a:solidFill>
              </a:defRPr>
            </a:lvl9pPr>
          </a:lstStyle>
          <a:p xmlns:a="http://schemas.openxmlformats.org/drawingml/2006/main">
            <a:pPr algn="l">
              <a:buNone/>
              <a:defRPr sz="3225" b="1">
                <a:solidFill>
                  <a:srgbClr val="231F20"/>
                </a:solidFill>
              </a:defRPr>
            </a:pPr>
            <a:r>
              <a:rPr sz="3225" b="1">
                <a:solidFill>
                  <a:srgbClr val="231F20"/>
                </a:solidFill>
              </a:rPr>
              <a:t>Ownership</a:t>
            </a:r>
          </a:p>
        </p:txBody>
      </p:sp>
      <p:pic>
        <p:nvPicPr>
          <p:cNvPr id="15" name="">
            <a:extLst xmlns:a="http://schemas.openxmlformats.org/drawingml/2006/main">
              <a:ext uri="{FF2B5EF4-FFF2-40B4-BE49-F238E27FC236}">
                <a16:creationId xmlns:a16="http://schemas.microsoft.com/office/drawing/2014/main" id="{B6913B22-0235-4DF5-A331-34DAE9F22432}"/>
              </a:ext>
            </a:extLst>
          </p:cNvPr>
          <p:cNvPicPr>
            <a:picLocks xmlns:a="http://schemas.openxmlformats.org/drawingml/2006/main" noChangeAspect="1"/>
          </p:cNvPicPr>
          <p:nvPr/>
        </p:nvPicPr>
        <p:blipFill>
          <a:blip xmlns:r="http://schemas.openxmlformats.org/officeDocument/2006/relationships" xmlns:a="http://schemas.openxmlformats.org/drawingml/2006/main" r:embed="Rec087dc33e8d4428"/>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D07D7D7-74DF-4B94-997F-8F83DEA2981D}"/>
              </a:ext>
            </a:extLst>
          </p:cNvPr>
          <p:cNvSpPr>
            <a:spLocks xmlns:a="http://schemas.openxmlformats.org/drawingml/2006/main" noGrp="1"/>
          </p:cNvSpPr>
          <p:nvPr/>
        </p:nvSpPr>
        <p:spPr>
          <a:xfrm xmlns:a="http://schemas.openxmlformats.org/drawingml/2006/main">
            <a:off x="762000" y="28765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826941"/>
                </a:solidFill>
              </a:defRPr>
            </a:defPPr>
            <a:lvl1pPr algn="l">
              <a:buNone/>
              <a:defRPr sz="1950" b="0">
                <a:solidFill>
                  <a:srgbClr val="826941"/>
                </a:solidFill>
              </a:defRPr>
            </a:lvl1pPr>
            <a:lvl2pPr algn="l">
              <a:buNone/>
              <a:defRPr sz="1950" b="0">
                <a:solidFill>
                  <a:srgbClr val="826941"/>
                </a:solidFill>
              </a:defRPr>
            </a:lvl2pPr>
            <a:lvl3pPr algn="l">
              <a:buNone/>
              <a:defRPr sz="1950" b="0">
                <a:solidFill>
                  <a:srgbClr val="826941"/>
                </a:solidFill>
              </a:defRPr>
            </a:lvl3pPr>
            <a:lvl4pPr algn="l">
              <a:buNone/>
              <a:defRPr sz="1950" b="0">
                <a:solidFill>
                  <a:srgbClr val="826941"/>
                </a:solidFill>
              </a:defRPr>
            </a:lvl4pPr>
            <a:lvl5pPr algn="l">
              <a:buNone/>
              <a:defRPr sz="1950" b="0">
                <a:solidFill>
                  <a:srgbClr val="826941"/>
                </a:solidFill>
              </a:defRPr>
            </a:lvl5pPr>
            <a:lvl6pPr algn="l">
              <a:buNone/>
              <a:defRPr sz="1950" b="0">
                <a:solidFill>
                  <a:srgbClr val="826941"/>
                </a:solidFill>
              </a:defRPr>
            </a:lvl6pPr>
            <a:lvl7pPr algn="l">
              <a:buNone/>
              <a:defRPr sz="1950" b="0">
                <a:solidFill>
                  <a:srgbClr val="826941"/>
                </a:solidFill>
              </a:defRPr>
            </a:lvl7pPr>
            <a:lvl8pPr algn="l">
              <a:buNone/>
              <a:defRPr sz="1950" b="0">
                <a:solidFill>
                  <a:srgbClr val="826941"/>
                </a:solidFill>
              </a:defRPr>
            </a:lvl8pPr>
            <a:lvl9pPr algn="l">
              <a:buNone/>
              <a:defRPr sz="1950" b="0">
                <a:solidFill>
                  <a:srgbClr val="826941"/>
                </a:solidFill>
              </a:defRPr>
            </a:lvl9pPr>
          </a:lstStyle>
          <a:p xmlns:a="http://schemas.openxmlformats.org/drawingml/2006/main">
            <a:pPr algn="l">
              <a:buNone/>
              <a:defRPr sz="1950" b="0">
                <a:solidFill>
                  <a:srgbClr val="826941"/>
                </a:solidFill>
              </a:defRPr>
            </a:pPr>
            <a:r>
              <a:rPr sz="1950" b="0">
                <a:solidFill>
                  <a:srgbClr val="826941"/>
                </a:solidFill>
              </a:rPr>
              <a:t>A different problem every day</a:t>
            </a:r>
          </a:p>
        </p:txBody>
      </p:sp>
      <p:sp>
        <p:nvSpPr>
          <p:cNvPr id="17" name="">
            <a:extLst xmlns:a="http://schemas.openxmlformats.org/drawingml/2006/main">
              <a:ext uri="{FF2B5EF4-FFF2-40B4-BE49-F238E27FC236}">
                <a16:creationId xmlns:a16="http://schemas.microsoft.com/office/drawing/2014/main" id="{59489E31-4FBB-4B61-8FD5-67B00831AE3F}"/>
              </a:ext>
            </a:extLst>
          </p:cNvPr>
          <p:cNvSpPr>
            <a:spLocks xmlns:a="http://schemas.openxmlformats.org/drawingml/2006/main" noGrp="1"/>
          </p:cNvSpPr>
          <p:nvPr/>
        </p:nvSpPr>
        <p:spPr>
          <a:xfrm xmlns:a="http://schemas.openxmlformats.org/drawingml/2006/main">
            <a:off x="6334125" y="28765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826941"/>
                </a:solidFill>
              </a:defRPr>
            </a:defPPr>
            <a:lvl1pPr algn="l">
              <a:buNone/>
              <a:defRPr sz="1950" b="0">
                <a:solidFill>
                  <a:srgbClr val="826941"/>
                </a:solidFill>
              </a:defRPr>
            </a:lvl1pPr>
            <a:lvl2pPr algn="l">
              <a:buNone/>
              <a:defRPr sz="1950" b="0">
                <a:solidFill>
                  <a:srgbClr val="826941"/>
                </a:solidFill>
              </a:defRPr>
            </a:lvl2pPr>
            <a:lvl3pPr algn="l">
              <a:buNone/>
              <a:defRPr sz="1950" b="0">
                <a:solidFill>
                  <a:srgbClr val="826941"/>
                </a:solidFill>
              </a:defRPr>
            </a:lvl3pPr>
            <a:lvl4pPr algn="l">
              <a:buNone/>
              <a:defRPr sz="1950" b="0">
                <a:solidFill>
                  <a:srgbClr val="826941"/>
                </a:solidFill>
              </a:defRPr>
            </a:lvl4pPr>
            <a:lvl5pPr algn="l">
              <a:buNone/>
              <a:defRPr sz="1950" b="0">
                <a:solidFill>
                  <a:srgbClr val="826941"/>
                </a:solidFill>
              </a:defRPr>
            </a:lvl5pPr>
            <a:lvl6pPr algn="l">
              <a:buNone/>
              <a:defRPr sz="1950" b="0">
                <a:solidFill>
                  <a:srgbClr val="826941"/>
                </a:solidFill>
              </a:defRPr>
            </a:lvl6pPr>
            <a:lvl7pPr algn="l">
              <a:buNone/>
              <a:defRPr sz="1950" b="0">
                <a:solidFill>
                  <a:srgbClr val="826941"/>
                </a:solidFill>
              </a:defRPr>
            </a:lvl7pPr>
            <a:lvl8pPr algn="l">
              <a:buNone/>
              <a:defRPr sz="1950" b="0">
                <a:solidFill>
                  <a:srgbClr val="826941"/>
                </a:solidFill>
              </a:defRPr>
            </a:lvl8pPr>
            <a:lvl9pPr algn="l">
              <a:buNone/>
              <a:defRPr sz="1950" b="0">
                <a:solidFill>
                  <a:srgbClr val="826941"/>
                </a:solidFill>
              </a:defRPr>
            </a:lvl9pPr>
          </a:lstStyle>
          <a:p xmlns:a="http://schemas.openxmlformats.org/drawingml/2006/main">
            <a:pPr algn="l">
              <a:buNone/>
              <a:defRPr sz="1950" b="0">
                <a:solidFill>
                  <a:srgbClr val="826941"/>
                </a:solidFill>
              </a:defRPr>
            </a:pPr>
            <a:r>
              <a:rPr sz="1950" b="0">
                <a:solidFill>
                  <a:srgbClr val="826941"/>
                </a:solidFill>
              </a:rPr>
              <a:t>Work you can see on the floor</a:t>
            </a:r>
          </a:p>
        </p:txBody>
      </p:sp>
      <p:sp>
        <p:nvSpPr>
          <p:cNvPr id="18" name="">
            <a:extLst xmlns:a="http://schemas.openxmlformats.org/drawingml/2006/main">
              <a:ext uri="{FF2B5EF4-FFF2-40B4-BE49-F238E27FC236}">
                <a16:creationId xmlns:a16="http://schemas.microsoft.com/office/drawing/2014/main" id="{769AFF8A-58CF-4B6A-B84D-B3C1D17F14C4}"/>
              </a:ext>
            </a:extLst>
          </p:cNvPr>
          <p:cNvSpPr>
            <a:spLocks xmlns:a="http://schemas.openxmlformats.org/drawingml/2006/main" noGrp="1"/>
          </p:cNvSpPr>
          <p:nvPr/>
        </p:nvSpPr>
        <p:spPr>
          <a:xfrm xmlns:a="http://schemas.openxmlformats.org/drawingml/2006/main">
            <a:off x="762000" y="48768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826941"/>
                </a:solidFill>
              </a:defRPr>
            </a:defPPr>
            <a:lvl1pPr algn="l">
              <a:buNone/>
              <a:defRPr sz="1950" b="0">
                <a:solidFill>
                  <a:srgbClr val="826941"/>
                </a:solidFill>
              </a:defRPr>
            </a:lvl1pPr>
            <a:lvl2pPr algn="l">
              <a:buNone/>
              <a:defRPr sz="1950" b="0">
                <a:solidFill>
                  <a:srgbClr val="826941"/>
                </a:solidFill>
              </a:defRPr>
            </a:lvl2pPr>
            <a:lvl3pPr algn="l">
              <a:buNone/>
              <a:defRPr sz="1950" b="0">
                <a:solidFill>
                  <a:srgbClr val="826941"/>
                </a:solidFill>
              </a:defRPr>
            </a:lvl3pPr>
            <a:lvl4pPr algn="l">
              <a:buNone/>
              <a:defRPr sz="1950" b="0">
                <a:solidFill>
                  <a:srgbClr val="826941"/>
                </a:solidFill>
              </a:defRPr>
            </a:lvl4pPr>
            <a:lvl5pPr algn="l">
              <a:buNone/>
              <a:defRPr sz="1950" b="0">
                <a:solidFill>
                  <a:srgbClr val="826941"/>
                </a:solidFill>
              </a:defRPr>
            </a:lvl5pPr>
            <a:lvl6pPr algn="l">
              <a:buNone/>
              <a:defRPr sz="1950" b="0">
                <a:solidFill>
                  <a:srgbClr val="826941"/>
                </a:solidFill>
              </a:defRPr>
            </a:lvl6pPr>
            <a:lvl7pPr algn="l">
              <a:buNone/>
              <a:defRPr sz="1950" b="0">
                <a:solidFill>
                  <a:srgbClr val="826941"/>
                </a:solidFill>
              </a:defRPr>
            </a:lvl7pPr>
            <a:lvl8pPr algn="l">
              <a:buNone/>
              <a:defRPr sz="1950" b="0">
                <a:solidFill>
                  <a:srgbClr val="826941"/>
                </a:solidFill>
              </a:defRPr>
            </a:lvl8pPr>
            <a:lvl9pPr algn="l">
              <a:buNone/>
              <a:defRPr sz="1950" b="0">
                <a:solidFill>
                  <a:srgbClr val="826941"/>
                </a:solidFill>
              </a:defRPr>
            </a:lvl9pPr>
          </a:lstStyle>
          <a:p xmlns:a="http://schemas.openxmlformats.org/drawingml/2006/main">
            <a:pPr algn="l">
              <a:buNone/>
              <a:defRPr sz="1950" b="0">
                <a:solidFill>
                  <a:srgbClr val="826941"/>
                </a:solidFill>
              </a:defRPr>
            </a:pPr>
            <a:r>
              <a:rPr sz="1950" b="0">
                <a:solidFill>
                  <a:srgbClr val="826941"/>
                </a:solidFill>
              </a:rPr>
              <a:t>Across engineering disciplines</a:t>
            </a:r>
          </a:p>
        </p:txBody>
      </p:sp>
      <p:sp>
        <p:nvSpPr>
          <p:cNvPr id="19" name="">
            <a:extLst xmlns:a="http://schemas.openxmlformats.org/drawingml/2006/main">
              <a:ext uri="{FF2B5EF4-FFF2-40B4-BE49-F238E27FC236}">
                <a16:creationId xmlns:a16="http://schemas.microsoft.com/office/drawing/2014/main" id="{6C3CA45D-032C-4D74-A703-9B148D718B4F}"/>
              </a:ext>
            </a:extLst>
          </p:cNvPr>
          <p:cNvSpPr>
            <a:spLocks xmlns:a="http://schemas.openxmlformats.org/drawingml/2006/main" noGrp="1"/>
          </p:cNvSpPr>
          <p:nvPr/>
        </p:nvSpPr>
        <p:spPr>
          <a:xfrm xmlns:a="http://schemas.openxmlformats.org/drawingml/2006/main">
            <a:off x="6334125" y="48768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826941"/>
                </a:solidFill>
              </a:defRPr>
            </a:defPPr>
            <a:lvl1pPr algn="l">
              <a:buNone/>
              <a:defRPr sz="1950" b="0">
                <a:solidFill>
                  <a:srgbClr val="826941"/>
                </a:solidFill>
              </a:defRPr>
            </a:lvl1pPr>
            <a:lvl2pPr algn="l">
              <a:buNone/>
              <a:defRPr sz="1950" b="0">
                <a:solidFill>
                  <a:srgbClr val="826941"/>
                </a:solidFill>
              </a:defRPr>
            </a:lvl2pPr>
            <a:lvl3pPr algn="l">
              <a:buNone/>
              <a:defRPr sz="1950" b="0">
                <a:solidFill>
                  <a:srgbClr val="826941"/>
                </a:solidFill>
              </a:defRPr>
            </a:lvl3pPr>
            <a:lvl4pPr algn="l">
              <a:buNone/>
              <a:defRPr sz="1950" b="0">
                <a:solidFill>
                  <a:srgbClr val="826941"/>
                </a:solidFill>
              </a:defRPr>
            </a:lvl4pPr>
            <a:lvl5pPr algn="l">
              <a:buNone/>
              <a:defRPr sz="1950" b="0">
                <a:solidFill>
                  <a:srgbClr val="826941"/>
                </a:solidFill>
              </a:defRPr>
            </a:lvl5pPr>
            <a:lvl6pPr algn="l">
              <a:buNone/>
              <a:defRPr sz="1950" b="0">
                <a:solidFill>
                  <a:srgbClr val="826941"/>
                </a:solidFill>
              </a:defRPr>
            </a:lvl6pPr>
            <a:lvl7pPr algn="l">
              <a:buNone/>
              <a:defRPr sz="1950" b="0">
                <a:solidFill>
                  <a:srgbClr val="826941"/>
                </a:solidFill>
              </a:defRPr>
            </a:lvl7pPr>
            <a:lvl8pPr algn="l">
              <a:buNone/>
              <a:defRPr sz="1950" b="0">
                <a:solidFill>
                  <a:srgbClr val="826941"/>
                </a:solidFill>
              </a:defRPr>
            </a:lvl8pPr>
            <a:lvl9pPr algn="l">
              <a:buNone/>
              <a:defRPr sz="1950" b="0">
                <a:solidFill>
                  <a:srgbClr val="826941"/>
                </a:solidFill>
              </a:defRPr>
            </a:lvl9pPr>
          </a:lstStyle>
          <a:p xmlns:a="http://schemas.openxmlformats.org/drawingml/2006/main">
            <a:pPr algn="l">
              <a:buNone/>
              <a:defRPr sz="1950" b="0">
                <a:solidFill>
                  <a:srgbClr val="826941"/>
                </a:solidFill>
              </a:defRPr>
            </a:pPr>
            <a:r>
              <a:rPr sz="1950" b="0">
                <a:solidFill>
                  <a:srgbClr val="826941"/>
                </a:solidFill>
              </a:rPr>
              <a:t>We stay with what we build</a:t>
            </a:r>
          </a:p>
        </p:txBody>
      </p:sp>
    </p:spTree>
    <p:extLst>
      <p:ext uri="{BB962C8B-B14F-4D97-AF65-F5344CB8AC3E}">
        <p14:creationId xmlns:p14="http://schemas.microsoft.com/office/powerpoint/2010/main" val="1111437009"/>
      </p:ext>
    </p:extLst>
  </p:cSld>
</p:sld>
</file>

<file path=ppt/slides/slide5.xml><?xml version="1.0" encoding="utf-8"?>
<p:sld xmlns:p="http://schemas.openxmlformats.org/presentationml/2006/main">
  <p:cSld>
    <p:bg>
      <p:bgPr>
        <a:solidFill xmlns:a="http://schemas.openxmlformats.org/drawingml/2006/main">
          <a:srgbClr val="231F2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86F1578E-C3AC-4F07-A0E4-80B6D66775E3}"/>
              </a:ext>
            </a:extLst>
          </p:cNvPr>
          <p:cNvPicPr>
            <a:picLocks xmlns:a="http://schemas.openxmlformats.org/drawingml/2006/main" noChangeAspect="1"/>
          </p:cNvPicPr>
          <p:nvPr/>
        </p:nvPicPr>
        <p:blipFill>
          <a:blip xmlns:r="http://schemas.openxmlformats.org/officeDocument/2006/relationships" xmlns:a="http://schemas.openxmlformats.org/drawingml/2006/main" r:embed="Rf9976cc7ad3d4e7c"/>
          <a:stretch xmlns:a="http://schemas.openxmlformats.org/drawingml/2006/main"/>
        </p:blipFill>
        <p:spPr>
          <a:xfrm xmlns:a="http://schemas.openxmlformats.org/drawingml/2006/main">
            <a:off x="817033" y="6515100"/>
            <a:ext cx="918633" cy="29527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F2CEB92-C02B-4708-9B7F-F8650DE36E3D}"/>
              </a:ext>
            </a:extLst>
          </p:cNvPr>
          <p:cNvPicPr>
            <a:picLocks xmlns:a="http://schemas.openxmlformats.org/drawingml/2006/main" noChangeAspect="1"/>
          </p:cNvPicPr>
          <p:nvPr/>
        </p:nvPicPr>
        <p:blipFill>
          <a:blip xmlns:r="http://schemas.openxmlformats.org/officeDocument/2006/relationships" xmlns:a="http://schemas.openxmlformats.org/drawingml/2006/main" r:embed="R853a1dc91ab94517"/>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53E1CB5-0CB6-42FF-893E-381BEB38EAE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B403381-54A3-49A5-9143-C1176A6D368F}"/>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05</a:t>
            </a:r>
          </a:p>
        </p:txBody>
      </p:sp>
      <p:sp>
        <p:nvSpPr>
          <p:cNvPr id="13" name="">
            <a:extLst xmlns:a="http://schemas.openxmlformats.org/drawingml/2006/main">
              <a:ext uri="{FF2B5EF4-FFF2-40B4-BE49-F238E27FC236}">
                <a16:creationId xmlns:a16="http://schemas.microsoft.com/office/drawing/2014/main" id="{9C6FBD40-DCE7-4DF5-ACAD-DD39B188B8C9}"/>
              </a:ext>
            </a:extLst>
          </p:cNvPr>
          <p:cNvSpPr>
            <a:spLocks xmlns:a="http://schemas.openxmlformats.org/drawingml/2006/main" noGrp="1"/>
          </p:cNvSpPr>
          <p:nvPr/>
        </p:nvSpPr>
        <p:spPr>
          <a:xfrm xmlns:a="http://schemas.openxmlformats.org/drawingml/2006/main">
            <a:off x="762000" y="174307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400" b="1">
                <a:solidFill>
                  <a:srgbClr val="FFFFFF"/>
                </a:solidFill>
              </a:defRPr>
            </a:defPPr>
            <a:lvl1pPr algn="l">
              <a:buNone/>
              <a:defRPr sz="5400" b="1">
                <a:solidFill>
                  <a:srgbClr val="FFFFFF"/>
                </a:solidFill>
              </a:defRPr>
            </a:lvl1pPr>
            <a:lvl2pPr algn="l">
              <a:buNone/>
              <a:defRPr sz="5400" b="1">
                <a:solidFill>
                  <a:srgbClr val="FFFFFF"/>
                </a:solidFill>
              </a:defRPr>
            </a:lvl2pPr>
            <a:lvl3pPr algn="l">
              <a:buNone/>
              <a:defRPr sz="5400" b="1">
                <a:solidFill>
                  <a:srgbClr val="FFFFFF"/>
                </a:solidFill>
              </a:defRPr>
            </a:lvl3pPr>
            <a:lvl4pPr algn="l">
              <a:buNone/>
              <a:defRPr sz="5400" b="1">
                <a:solidFill>
                  <a:srgbClr val="FFFFFF"/>
                </a:solidFill>
              </a:defRPr>
            </a:lvl4pPr>
            <a:lvl5pPr algn="l">
              <a:buNone/>
              <a:defRPr sz="5400" b="1">
                <a:solidFill>
                  <a:srgbClr val="FFFFFF"/>
                </a:solidFill>
              </a:defRPr>
            </a:lvl5pPr>
            <a:lvl6pPr algn="l">
              <a:buNone/>
              <a:defRPr sz="5400" b="1">
                <a:solidFill>
                  <a:srgbClr val="FFFFFF"/>
                </a:solidFill>
              </a:defRPr>
            </a:lvl6pPr>
            <a:lvl7pPr algn="l">
              <a:buNone/>
              <a:defRPr sz="5400" b="1">
                <a:solidFill>
                  <a:srgbClr val="FFFFFF"/>
                </a:solidFill>
              </a:defRPr>
            </a:lvl7pPr>
            <a:lvl8pPr algn="l">
              <a:buNone/>
              <a:defRPr sz="5400" b="1">
                <a:solidFill>
                  <a:srgbClr val="FFFFFF"/>
                </a:solidFill>
              </a:defRPr>
            </a:lvl8pPr>
            <a:lvl9pPr algn="l">
              <a:buNone/>
              <a:defRPr sz="5400" b="1">
                <a:solidFill>
                  <a:srgbClr val="FFFFFF"/>
                </a:solidFill>
              </a:defRPr>
            </a:lvl9pPr>
          </a:lstStyle>
          <a:p xmlns:a="http://schemas.openxmlformats.org/drawingml/2006/main">
            <a:pPr algn="l">
              <a:buNone/>
              <a:defRPr sz="5400" b="1">
                <a:solidFill>
                  <a:srgbClr val="FFFFFF"/>
                </a:solidFill>
              </a:defRPr>
            </a:pPr>
            <a:r>
              <a:rPr sz="5400" b="1">
                <a:solidFill>
                  <a:srgbClr val="FFFFFF"/>
                </a:solidFill>
              </a:rPr>
              <a:t>Live demonstration</a:t>
            </a:r>
          </a:p>
        </p:txBody>
      </p:sp>
      <p:sp>
        <p:nvSpPr>
          <p:cNvPr id="14" name="">
            <a:extLst xmlns:a="http://schemas.openxmlformats.org/drawingml/2006/main">
              <a:ext uri="{FF2B5EF4-FFF2-40B4-BE49-F238E27FC236}">
                <a16:creationId xmlns:a16="http://schemas.microsoft.com/office/drawing/2014/main" id="{12CA80D0-948F-4A15-8062-A3169226E295}"/>
              </a:ext>
            </a:extLst>
          </p:cNvPr>
          <p:cNvSpPr>
            <a:spLocks xmlns:a="http://schemas.openxmlformats.org/drawingml/2006/main" noGrp="1"/>
          </p:cNvSpPr>
          <p:nvPr/>
        </p:nvSpPr>
        <p:spPr>
          <a:xfrm xmlns:a="http://schemas.openxmlformats.org/drawingml/2006/main">
            <a:off x="762000" y="3143250"/>
            <a:ext cx="1066800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C9614F-34B9-4D79-8F0E-519D72AFDF66}"/>
              </a:ext>
            </a:extLst>
          </p:cNvPr>
          <p:cNvSpPr>
            <a:spLocks xmlns:a="http://schemas.openxmlformats.org/drawingml/2006/main" noGrp="1"/>
          </p:cNvSpPr>
          <p:nvPr/>
        </p:nvSpPr>
        <p:spPr>
          <a:xfrm xmlns:a="http://schemas.openxmlformats.org/drawingml/2006/main">
            <a:off x="762000" y="36195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225" b="0">
                <a:solidFill>
                  <a:srgbClr val="D7D3CC"/>
                </a:solidFill>
              </a:defRPr>
            </a:defPPr>
            <a:lvl1pPr algn="l">
              <a:buNone/>
              <a:defRPr sz="3225" b="0">
                <a:solidFill>
                  <a:srgbClr val="D7D3CC"/>
                </a:solidFill>
              </a:defRPr>
            </a:lvl1pPr>
            <a:lvl2pPr algn="l">
              <a:buNone/>
              <a:defRPr sz="3225" b="0">
                <a:solidFill>
                  <a:srgbClr val="D7D3CC"/>
                </a:solidFill>
              </a:defRPr>
            </a:lvl2pPr>
            <a:lvl3pPr algn="l">
              <a:buNone/>
              <a:defRPr sz="3225" b="0">
                <a:solidFill>
                  <a:srgbClr val="D7D3CC"/>
                </a:solidFill>
              </a:defRPr>
            </a:lvl3pPr>
            <a:lvl4pPr algn="l">
              <a:buNone/>
              <a:defRPr sz="3225" b="0">
                <a:solidFill>
                  <a:srgbClr val="D7D3CC"/>
                </a:solidFill>
              </a:defRPr>
            </a:lvl4pPr>
            <a:lvl5pPr algn="l">
              <a:buNone/>
              <a:defRPr sz="3225" b="0">
                <a:solidFill>
                  <a:srgbClr val="D7D3CC"/>
                </a:solidFill>
              </a:defRPr>
            </a:lvl5pPr>
            <a:lvl6pPr algn="l">
              <a:buNone/>
              <a:defRPr sz="3225" b="0">
                <a:solidFill>
                  <a:srgbClr val="D7D3CC"/>
                </a:solidFill>
              </a:defRPr>
            </a:lvl6pPr>
            <a:lvl7pPr algn="l">
              <a:buNone/>
              <a:defRPr sz="3225" b="0">
                <a:solidFill>
                  <a:srgbClr val="D7D3CC"/>
                </a:solidFill>
              </a:defRPr>
            </a:lvl7pPr>
            <a:lvl8pPr algn="l">
              <a:buNone/>
              <a:defRPr sz="3225" b="0">
                <a:solidFill>
                  <a:srgbClr val="D7D3CC"/>
                </a:solidFill>
              </a:defRPr>
            </a:lvl8pPr>
            <a:lvl9pPr algn="l">
              <a:buNone/>
              <a:defRPr sz="3225" b="0">
                <a:solidFill>
                  <a:srgbClr val="D7D3CC"/>
                </a:solidFill>
              </a:defRPr>
            </a:lvl9pPr>
          </a:lstStyle>
          <a:p xmlns:a="http://schemas.openxmlformats.org/drawingml/2006/main">
            <a:pPr algn="l">
              <a:buNone/>
              <a:defRPr sz="3225" b="0">
                <a:solidFill>
                  <a:srgbClr val="D7D3CC"/>
                </a:solidFill>
              </a:defRPr>
            </a:pPr>
            <a:r>
              <a:rPr sz="3225" b="0">
                <a:solidFill>
                  <a:srgbClr val="D7D3CC"/>
                </a:solidFill>
              </a:rPr>
              <a:t>Camera  →  AI  →  action</a:t>
            </a:r>
          </a:p>
        </p:txBody>
      </p:sp>
      <p:sp>
        <p:nvSpPr>
          <p:cNvPr id="16" name="">
            <a:extLst xmlns:a="http://schemas.openxmlformats.org/drawingml/2006/main">
              <a:ext uri="{FF2B5EF4-FFF2-40B4-BE49-F238E27FC236}">
                <a16:creationId xmlns:a16="http://schemas.microsoft.com/office/drawing/2014/main" id="{C6039AD9-7994-4D3E-8716-1069E121FCFB}"/>
              </a:ext>
            </a:extLst>
          </p:cNvPr>
          <p:cNvSpPr>
            <a:spLocks xmlns:a="http://schemas.openxmlformats.org/drawingml/2006/main" noGrp="1"/>
          </p:cNvSpPr>
          <p:nvPr/>
        </p:nvSpPr>
        <p:spPr>
          <a:xfrm xmlns:a="http://schemas.openxmlformats.org/drawingml/2006/main">
            <a:off x="762000" y="547687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B89B68"/>
                </a:solidFill>
              </a:defRPr>
            </a:defPPr>
            <a:lvl1pPr algn="l">
              <a:buNone/>
              <a:defRPr sz="2175" b="1">
                <a:solidFill>
                  <a:srgbClr val="B89B68"/>
                </a:solidFill>
              </a:defRPr>
            </a:lvl1pPr>
            <a:lvl2pPr algn="l">
              <a:buNone/>
              <a:defRPr sz="2175" b="1">
                <a:solidFill>
                  <a:srgbClr val="B89B68"/>
                </a:solidFill>
              </a:defRPr>
            </a:lvl2pPr>
            <a:lvl3pPr algn="l">
              <a:buNone/>
              <a:defRPr sz="2175" b="1">
                <a:solidFill>
                  <a:srgbClr val="B89B68"/>
                </a:solidFill>
              </a:defRPr>
            </a:lvl3pPr>
            <a:lvl4pPr algn="l">
              <a:buNone/>
              <a:defRPr sz="2175" b="1">
                <a:solidFill>
                  <a:srgbClr val="B89B68"/>
                </a:solidFill>
              </a:defRPr>
            </a:lvl4pPr>
            <a:lvl5pPr algn="l">
              <a:buNone/>
              <a:defRPr sz="2175" b="1">
                <a:solidFill>
                  <a:srgbClr val="B89B68"/>
                </a:solidFill>
              </a:defRPr>
            </a:lvl5pPr>
            <a:lvl6pPr algn="l">
              <a:buNone/>
              <a:defRPr sz="2175" b="1">
                <a:solidFill>
                  <a:srgbClr val="B89B68"/>
                </a:solidFill>
              </a:defRPr>
            </a:lvl6pPr>
            <a:lvl7pPr algn="l">
              <a:buNone/>
              <a:defRPr sz="2175" b="1">
                <a:solidFill>
                  <a:srgbClr val="B89B68"/>
                </a:solidFill>
              </a:defRPr>
            </a:lvl7pPr>
            <a:lvl8pPr algn="l">
              <a:buNone/>
              <a:defRPr sz="2175" b="1">
                <a:solidFill>
                  <a:srgbClr val="B89B68"/>
                </a:solidFill>
              </a:defRPr>
            </a:lvl8pPr>
            <a:lvl9pPr algn="l">
              <a:buNone/>
              <a:defRPr sz="2175" b="1">
                <a:solidFill>
                  <a:srgbClr val="B89B68"/>
                </a:solidFill>
              </a:defRPr>
            </a:lvl9pPr>
          </a:lstStyle>
          <a:p xmlns:a="http://schemas.openxmlformats.org/drawingml/2006/main">
            <a:pPr algn="l">
              <a:buNone/>
              <a:defRPr sz="2175" b="1">
                <a:solidFill>
                  <a:srgbClr val="B89B68"/>
                </a:solidFill>
              </a:defRPr>
            </a:pPr>
            <a:r>
              <a:rPr sz="2175" b="1">
                <a:solidFill>
                  <a:srgbClr val="B89B68"/>
                </a:solidFill>
              </a:rPr>
              <a:t>Gatorade bottles · on-screen sorting</a:t>
            </a:r>
          </a:p>
        </p:txBody>
      </p:sp>
      <p:pic>
        <p:nvPicPr>
          <p:cNvPr id="17" name="">
            <a:extLst xmlns:a="http://schemas.openxmlformats.org/drawingml/2006/main">
              <a:ext uri="{FF2B5EF4-FFF2-40B4-BE49-F238E27FC236}">
                <a16:creationId xmlns:a16="http://schemas.microsoft.com/office/drawing/2014/main" id="{A5C5843C-ACC1-480C-B836-F0A1420156ED}"/>
              </a:ext>
            </a:extLst>
          </p:cNvPr>
          <p:cNvPicPr>
            <a:picLocks xmlns:a="http://schemas.openxmlformats.org/drawingml/2006/main" noChangeAspect="1"/>
          </p:cNvPicPr>
          <p:nvPr/>
        </p:nvPicPr>
        <p:blipFill>
          <a:blip xmlns:r="http://schemas.openxmlformats.org/officeDocument/2006/relationships" xmlns:a="http://schemas.openxmlformats.org/drawingml/2006/main" r:embed="Rc50a038bfc0645d0"/>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Tree>
    <p:extLst>
      <p:ext uri="{BB962C8B-B14F-4D97-AF65-F5344CB8AC3E}">
        <p14:creationId xmlns:p14="http://schemas.microsoft.com/office/powerpoint/2010/main" val="1111437009"/>
      </p:ext>
    </p:extLst>
  </p:cSld>
</p:sld>
</file>

<file path=ppt/slides/slide6.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9417FDBF-F88C-4D66-B129-92DE44129815}"/>
              </a:ext>
            </a:extLst>
          </p:cNvPr>
          <p:cNvPicPr>
            <a:picLocks xmlns:a="http://schemas.openxmlformats.org/drawingml/2006/main" noChangeAspect="1"/>
          </p:cNvPicPr>
          <p:nvPr/>
        </p:nvPicPr>
        <p:blipFill>
          <a:blip xmlns:r="http://schemas.openxmlformats.org/officeDocument/2006/relationships" xmlns:a="http://schemas.openxmlformats.org/drawingml/2006/main" r:embed="R138ddc231b314744"/>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F2DEB24-D663-4BA2-A31D-A2320F79802D}"/>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EE45360-D461-437C-866A-31612F8A3562}"/>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06</a:t>
            </a:r>
          </a:p>
        </p:txBody>
      </p:sp>
      <p:sp>
        <p:nvSpPr>
          <p:cNvPr id="6" name="">
            <a:extLst xmlns:a="http://schemas.openxmlformats.org/drawingml/2006/main">
              <a:ext uri="{FF2B5EF4-FFF2-40B4-BE49-F238E27FC236}">
                <a16:creationId xmlns:a16="http://schemas.microsoft.com/office/drawing/2014/main" id="{FB3D4CF8-2614-413D-AA1A-3752E1E872B3}"/>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231F20"/>
                </a:solidFill>
              </a:defRPr>
            </a:defPPr>
            <a:lvl1pPr algn="l">
              <a:buNone/>
              <a:defRPr sz="3750" b="1">
                <a:solidFill>
                  <a:srgbClr val="231F20"/>
                </a:solidFill>
              </a:defRPr>
            </a:lvl1pPr>
            <a:lvl2pPr algn="l">
              <a:buNone/>
              <a:defRPr sz="3750" b="1">
                <a:solidFill>
                  <a:srgbClr val="231F20"/>
                </a:solidFill>
              </a:defRPr>
            </a:lvl2pPr>
            <a:lvl3pPr algn="l">
              <a:buNone/>
              <a:defRPr sz="3750" b="1">
                <a:solidFill>
                  <a:srgbClr val="231F20"/>
                </a:solidFill>
              </a:defRPr>
            </a:lvl3pPr>
            <a:lvl4pPr algn="l">
              <a:buNone/>
              <a:defRPr sz="3750" b="1">
                <a:solidFill>
                  <a:srgbClr val="231F20"/>
                </a:solidFill>
              </a:defRPr>
            </a:lvl4pPr>
            <a:lvl5pPr algn="l">
              <a:buNone/>
              <a:defRPr sz="3750" b="1">
                <a:solidFill>
                  <a:srgbClr val="231F20"/>
                </a:solidFill>
              </a:defRPr>
            </a:lvl5pPr>
            <a:lvl6pPr algn="l">
              <a:buNone/>
              <a:defRPr sz="3750" b="1">
                <a:solidFill>
                  <a:srgbClr val="231F20"/>
                </a:solidFill>
              </a:defRPr>
            </a:lvl6pPr>
            <a:lvl7pPr algn="l">
              <a:buNone/>
              <a:defRPr sz="3750" b="1">
                <a:solidFill>
                  <a:srgbClr val="231F20"/>
                </a:solidFill>
              </a:defRPr>
            </a:lvl7pPr>
            <a:lvl8pPr algn="l">
              <a:buNone/>
              <a:defRPr sz="3750" b="1">
                <a:solidFill>
                  <a:srgbClr val="231F20"/>
                </a:solidFill>
              </a:defRPr>
            </a:lvl8pPr>
            <a:lvl9pPr algn="l">
              <a:buNone/>
              <a:defRPr sz="3750" b="1">
                <a:solidFill>
                  <a:srgbClr val="231F20"/>
                </a:solidFill>
              </a:defRPr>
            </a:lvl9pPr>
          </a:lstStyle>
          <a:p xmlns:a="http://schemas.openxmlformats.org/drawingml/2006/main">
            <a:pPr algn="l">
              <a:buNone/>
              <a:defRPr sz="3750" b="1">
                <a:solidFill>
                  <a:srgbClr val="231F20"/>
                </a:solidFill>
              </a:defRPr>
            </a:pPr>
            <a:r>
              <a:rPr sz="3750" b="1">
                <a:solidFill>
                  <a:srgbClr val="231F20"/>
                </a:solidFill>
              </a:rPr>
              <a:t>The hard problems</a:t>
            </a:r>
          </a:p>
        </p:txBody>
      </p:sp>
      <p:sp>
        <p:nvSpPr>
          <p:cNvPr id="7" name="">
            <a:extLst xmlns:a="http://schemas.openxmlformats.org/drawingml/2006/main">
              <a:ext uri="{FF2B5EF4-FFF2-40B4-BE49-F238E27FC236}">
                <a16:creationId xmlns:a16="http://schemas.microsoft.com/office/drawing/2014/main" id="{D6B9E863-CA43-469D-9ED7-D1C13769C957}"/>
              </a:ext>
            </a:extLst>
          </p:cNvPr>
          <p:cNvSpPr>
            <a:spLocks xmlns:a="http://schemas.openxmlformats.org/drawingml/2006/main" noGrp="1"/>
          </p:cNvSpPr>
          <p:nvPr/>
        </p:nvSpPr>
        <p:spPr>
          <a:xfrm xmlns:a="http://schemas.openxmlformats.org/drawingml/2006/main">
            <a:off x="762000" y="2733675"/>
            <a:ext cx="295275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AD952C-E08E-48E9-9624-EF72415B918D}"/>
              </a:ext>
            </a:extLst>
          </p:cNvPr>
          <p:cNvSpPr>
            <a:spLocks xmlns:a="http://schemas.openxmlformats.org/drawingml/2006/main" noGrp="1"/>
          </p:cNvSpPr>
          <p:nvPr/>
        </p:nvSpPr>
        <p:spPr>
          <a:xfrm xmlns:a="http://schemas.openxmlformats.org/drawingml/2006/main">
            <a:off x="762000" y="3190875"/>
            <a:ext cx="31908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231F20"/>
                </a:solidFill>
              </a:defRPr>
            </a:defPPr>
            <a:lvl1pPr algn="l">
              <a:buNone/>
              <a:defRPr sz="2850" b="1">
                <a:solidFill>
                  <a:srgbClr val="231F20"/>
                </a:solidFill>
              </a:defRPr>
            </a:lvl1pPr>
            <a:lvl2pPr algn="l">
              <a:buNone/>
              <a:defRPr sz="2850" b="1">
                <a:solidFill>
                  <a:srgbClr val="231F20"/>
                </a:solidFill>
              </a:defRPr>
            </a:lvl2pPr>
            <a:lvl3pPr algn="l">
              <a:buNone/>
              <a:defRPr sz="2850" b="1">
                <a:solidFill>
                  <a:srgbClr val="231F20"/>
                </a:solidFill>
              </a:defRPr>
            </a:lvl3pPr>
            <a:lvl4pPr algn="l">
              <a:buNone/>
              <a:defRPr sz="2850" b="1">
                <a:solidFill>
                  <a:srgbClr val="231F20"/>
                </a:solidFill>
              </a:defRPr>
            </a:lvl4pPr>
            <a:lvl5pPr algn="l">
              <a:buNone/>
              <a:defRPr sz="2850" b="1">
                <a:solidFill>
                  <a:srgbClr val="231F20"/>
                </a:solidFill>
              </a:defRPr>
            </a:lvl5pPr>
            <a:lvl6pPr algn="l">
              <a:buNone/>
              <a:defRPr sz="2850" b="1">
                <a:solidFill>
                  <a:srgbClr val="231F20"/>
                </a:solidFill>
              </a:defRPr>
            </a:lvl6pPr>
            <a:lvl7pPr algn="l">
              <a:buNone/>
              <a:defRPr sz="2850" b="1">
                <a:solidFill>
                  <a:srgbClr val="231F20"/>
                </a:solidFill>
              </a:defRPr>
            </a:lvl7pPr>
            <a:lvl8pPr algn="l">
              <a:buNone/>
              <a:defRPr sz="2850" b="1">
                <a:solidFill>
                  <a:srgbClr val="231F20"/>
                </a:solidFill>
              </a:defRPr>
            </a:lvl8pPr>
            <a:lvl9pPr algn="l">
              <a:buNone/>
              <a:defRPr sz="2850" b="1">
                <a:solidFill>
                  <a:srgbClr val="231F20"/>
                </a:solidFill>
              </a:defRPr>
            </a:lvl9pPr>
          </a:lstStyle>
          <a:p xmlns:a="http://schemas.openxmlformats.org/drawingml/2006/main">
            <a:pPr algn="l">
              <a:buNone/>
              <a:defRPr sz="2850" b="1">
                <a:solidFill>
                  <a:srgbClr val="231F20"/>
                </a:solidFill>
              </a:defRPr>
            </a:pPr>
            <a:r>
              <a:rPr sz="2850" b="1">
                <a:solidFill>
                  <a:srgbClr val="231F20"/>
                </a:solidFill>
              </a:rPr>
              <a:t>Variation</a:t>
            </a:r>
          </a:p>
        </p:txBody>
      </p:sp>
      <p:sp>
        <p:nvSpPr>
          <p:cNvPr id="9" name="">
            <a:extLst xmlns:a="http://schemas.openxmlformats.org/drawingml/2006/main">
              <a:ext uri="{FF2B5EF4-FFF2-40B4-BE49-F238E27FC236}">
                <a16:creationId xmlns:a16="http://schemas.microsoft.com/office/drawing/2014/main" id="{DB4095DF-4B67-49E5-8C75-064E85267F86}"/>
              </a:ext>
            </a:extLst>
          </p:cNvPr>
          <p:cNvSpPr>
            <a:spLocks xmlns:a="http://schemas.openxmlformats.org/drawingml/2006/main" noGrp="1"/>
          </p:cNvSpPr>
          <p:nvPr/>
        </p:nvSpPr>
        <p:spPr>
          <a:xfrm xmlns:a="http://schemas.openxmlformats.org/drawingml/2006/main">
            <a:off x="762000" y="4067175"/>
            <a:ext cx="3190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826941"/>
                </a:solidFill>
              </a:defRPr>
            </a:defPPr>
            <a:lvl1pPr algn="l">
              <a:buNone/>
              <a:defRPr sz="2100" b="0">
                <a:solidFill>
                  <a:srgbClr val="826941"/>
                </a:solidFill>
              </a:defRPr>
            </a:lvl1pPr>
            <a:lvl2pPr algn="l">
              <a:buNone/>
              <a:defRPr sz="2100" b="0">
                <a:solidFill>
                  <a:srgbClr val="826941"/>
                </a:solidFill>
              </a:defRPr>
            </a:lvl2pPr>
            <a:lvl3pPr algn="l">
              <a:buNone/>
              <a:defRPr sz="2100" b="0">
                <a:solidFill>
                  <a:srgbClr val="826941"/>
                </a:solidFill>
              </a:defRPr>
            </a:lvl3pPr>
            <a:lvl4pPr algn="l">
              <a:buNone/>
              <a:defRPr sz="2100" b="0">
                <a:solidFill>
                  <a:srgbClr val="826941"/>
                </a:solidFill>
              </a:defRPr>
            </a:lvl4pPr>
            <a:lvl5pPr algn="l">
              <a:buNone/>
              <a:defRPr sz="2100" b="0">
                <a:solidFill>
                  <a:srgbClr val="826941"/>
                </a:solidFill>
              </a:defRPr>
            </a:lvl5pPr>
            <a:lvl6pPr algn="l">
              <a:buNone/>
              <a:defRPr sz="2100" b="0">
                <a:solidFill>
                  <a:srgbClr val="826941"/>
                </a:solidFill>
              </a:defRPr>
            </a:lvl6pPr>
            <a:lvl7pPr algn="l">
              <a:buNone/>
              <a:defRPr sz="2100" b="0">
                <a:solidFill>
                  <a:srgbClr val="826941"/>
                </a:solidFill>
              </a:defRPr>
            </a:lvl7pPr>
            <a:lvl8pPr algn="l">
              <a:buNone/>
              <a:defRPr sz="2100" b="0">
                <a:solidFill>
                  <a:srgbClr val="826941"/>
                </a:solidFill>
              </a:defRPr>
            </a:lvl8pPr>
            <a:lvl9pPr algn="l">
              <a:buNone/>
              <a:defRPr sz="2100" b="0">
                <a:solidFill>
                  <a:srgbClr val="826941"/>
                </a:solidFill>
              </a:defRPr>
            </a:lvl9pPr>
          </a:lstStyle>
          <a:p xmlns:a="http://schemas.openxmlformats.org/drawingml/2006/main">
            <a:pPr algn="l">
              <a:buNone/>
              <a:defRPr sz="2100" b="0">
                <a:solidFill>
                  <a:srgbClr val="826941"/>
                </a:solidFill>
              </a:defRPr>
            </a:pPr>
            <a:r>
              <a:rPr sz="2100" b="0">
                <a:solidFill>
                  <a:srgbClr val="826941"/>
                </a:solidFill>
              </a:rPr>
              <a:t>Conditions keep changing</a:t>
            </a:r>
          </a:p>
        </p:txBody>
      </p:sp>
      <p:sp>
        <p:nvSpPr>
          <p:cNvPr id="10" name="">
            <a:extLst xmlns:a="http://schemas.openxmlformats.org/drawingml/2006/main">
              <a:ext uri="{FF2B5EF4-FFF2-40B4-BE49-F238E27FC236}">
                <a16:creationId xmlns:a16="http://schemas.microsoft.com/office/drawing/2014/main" id="{832988FA-746F-41F7-936A-2695BB4ABB7A}"/>
              </a:ext>
            </a:extLst>
          </p:cNvPr>
          <p:cNvSpPr>
            <a:spLocks xmlns:a="http://schemas.openxmlformats.org/drawingml/2006/main" noGrp="1"/>
          </p:cNvSpPr>
          <p:nvPr/>
        </p:nvSpPr>
        <p:spPr>
          <a:xfrm xmlns:a="http://schemas.openxmlformats.org/drawingml/2006/main">
            <a:off x="4619625" y="2733675"/>
            <a:ext cx="295275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ACC3804-D67F-4D4D-AA2E-7CD1DD5B7009}"/>
              </a:ext>
            </a:extLst>
          </p:cNvPr>
          <p:cNvSpPr>
            <a:spLocks xmlns:a="http://schemas.openxmlformats.org/drawingml/2006/main" noGrp="1"/>
          </p:cNvSpPr>
          <p:nvPr/>
        </p:nvSpPr>
        <p:spPr>
          <a:xfrm xmlns:a="http://schemas.openxmlformats.org/drawingml/2006/main">
            <a:off x="4619625" y="3190875"/>
            <a:ext cx="31908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231F20"/>
                </a:solidFill>
              </a:defRPr>
            </a:defPPr>
            <a:lvl1pPr algn="l">
              <a:buNone/>
              <a:defRPr sz="2850" b="1">
                <a:solidFill>
                  <a:srgbClr val="231F20"/>
                </a:solidFill>
              </a:defRPr>
            </a:lvl1pPr>
            <a:lvl2pPr algn="l">
              <a:buNone/>
              <a:defRPr sz="2850" b="1">
                <a:solidFill>
                  <a:srgbClr val="231F20"/>
                </a:solidFill>
              </a:defRPr>
            </a:lvl2pPr>
            <a:lvl3pPr algn="l">
              <a:buNone/>
              <a:defRPr sz="2850" b="1">
                <a:solidFill>
                  <a:srgbClr val="231F20"/>
                </a:solidFill>
              </a:defRPr>
            </a:lvl3pPr>
            <a:lvl4pPr algn="l">
              <a:buNone/>
              <a:defRPr sz="2850" b="1">
                <a:solidFill>
                  <a:srgbClr val="231F20"/>
                </a:solidFill>
              </a:defRPr>
            </a:lvl4pPr>
            <a:lvl5pPr algn="l">
              <a:buNone/>
              <a:defRPr sz="2850" b="1">
                <a:solidFill>
                  <a:srgbClr val="231F20"/>
                </a:solidFill>
              </a:defRPr>
            </a:lvl5pPr>
            <a:lvl6pPr algn="l">
              <a:buNone/>
              <a:defRPr sz="2850" b="1">
                <a:solidFill>
                  <a:srgbClr val="231F20"/>
                </a:solidFill>
              </a:defRPr>
            </a:lvl6pPr>
            <a:lvl7pPr algn="l">
              <a:buNone/>
              <a:defRPr sz="2850" b="1">
                <a:solidFill>
                  <a:srgbClr val="231F20"/>
                </a:solidFill>
              </a:defRPr>
            </a:lvl7pPr>
            <a:lvl8pPr algn="l">
              <a:buNone/>
              <a:defRPr sz="2850" b="1">
                <a:solidFill>
                  <a:srgbClr val="231F20"/>
                </a:solidFill>
              </a:defRPr>
            </a:lvl8pPr>
            <a:lvl9pPr algn="l">
              <a:buNone/>
              <a:defRPr sz="2850" b="1">
                <a:solidFill>
                  <a:srgbClr val="231F20"/>
                </a:solidFill>
              </a:defRPr>
            </a:lvl9pPr>
          </a:lstStyle>
          <a:p xmlns:a="http://schemas.openxmlformats.org/drawingml/2006/main">
            <a:pPr algn="l">
              <a:buNone/>
              <a:defRPr sz="2850" b="1">
                <a:solidFill>
                  <a:srgbClr val="231F20"/>
                </a:solidFill>
              </a:defRPr>
            </a:pPr>
            <a:r>
              <a:rPr sz="2850" b="1">
                <a:solidFill>
                  <a:srgbClr val="231F20"/>
                </a:solidFill>
              </a:rPr>
              <a:t>Timing</a:t>
            </a:r>
          </a:p>
        </p:txBody>
      </p:sp>
      <p:sp>
        <p:nvSpPr>
          <p:cNvPr id="12" name="">
            <a:extLst xmlns:a="http://schemas.openxmlformats.org/drawingml/2006/main">
              <a:ext uri="{FF2B5EF4-FFF2-40B4-BE49-F238E27FC236}">
                <a16:creationId xmlns:a16="http://schemas.microsoft.com/office/drawing/2014/main" id="{795886BB-A070-41DE-91CC-B6C8AF5BEF2E}"/>
              </a:ext>
            </a:extLst>
          </p:cNvPr>
          <p:cNvSpPr>
            <a:spLocks xmlns:a="http://schemas.openxmlformats.org/drawingml/2006/main" noGrp="1"/>
          </p:cNvSpPr>
          <p:nvPr/>
        </p:nvSpPr>
        <p:spPr>
          <a:xfrm xmlns:a="http://schemas.openxmlformats.org/drawingml/2006/main">
            <a:off x="4619625" y="4067175"/>
            <a:ext cx="3190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826941"/>
                </a:solidFill>
              </a:defRPr>
            </a:defPPr>
            <a:lvl1pPr algn="l">
              <a:buNone/>
              <a:defRPr sz="2100" b="0">
                <a:solidFill>
                  <a:srgbClr val="826941"/>
                </a:solidFill>
              </a:defRPr>
            </a:lvl1pPr>
            <a:lvl2pPr algn="l">
              <a:buNone/>
              <a:defRPr sz="2100" b="0">
                <a:solidFill>
                  <a:srgbClr val="826941"/>
                </a:solidFill>
              </a:defRPr>
            </a:lvl2pPr>
            <a:lvl3pPr algn="l">
              <a:buNone/>
              <a:defRPr sz="2100" b="0">
                <a:solidFill>
                  <a:srgbClr val="826941"/>
                </a:solidFill>
              </a:defRPr>
            </a:lvl3pPr>
            <a:lvl4pPr algn="l">
              <a:buNone/>
              <a:defRPr sz="2100" b="0">
                <a:solidFill>
                  <a:srgbClr val="826941"/>
                </a:solidFill>
              </a:defRPr>
            </a:lvl4pPr>
            <a:lvl5pPr algn="l">
              <a:buNone/>
              <a:defRPr sz="2100" b="0">
                <a:solidFill>
                  <a:srgbClr val="826941"/>
                </a:solidFill>
              </a:defRPr>
            </a:lvl5pPr>
            <a:lvl6pPr algn="l">
              <a:buNone/>
              <a:defRPr sz="2100" b="0">
                <a:solidFill>
                  <a:srgbClr val="826941"/>
                </a:solidFill>
              </a:defRPr>
            </a:lvl6pPr>
            <a:lvl7pPr algn="l">
              <a:buNone/>
              <a:defRPr sz="2100" b="0">
                <a:solidFill>
                  <a:srgbClr val="826941"/>
                </a:solidFill>
              </a:defRPr>
            </a:lvl7pPr>
            <a:lvl8pPr algn="l">
              <a:buNone/>
              <a:defRPr sz="2100" b="0">
                <a:solidFill>
                  <a:srgbClr val="826941"/>
                </a:solidFill>
              </a:defRPr>
            </a:lvl8pPr>
            <a:lvl9pPr algn="l">
              <a:buNone/>
              <a:defRPr sz="2100" b="0">
                <a:solidFill>
                  <a:srgbClr val="826941"/>
                </a:solidFill>
              </a:defRPr>
            </a:lvl9pPr>
          </a:lstStyle>
          <a:p xmlns:a="http://schemas.openxmlformats.org/drawingml/2006/main">
            <a:pPr algn="l">
              <a:buNone/>
              <a:defRPr sz="2100" b="0">
                <a:solidFill>
                  <a:srgbClr val="826941"/>
                </a:solidFill>
              </a:defRPr>
            </a:pPr>
            <a:r>
              <a:rPr sz="2100" b="0">
                <a:solidFill>
                  <a:srgbClr val="826941"/>
                </a:solidFill>
              </a:rPr>
              <a:t>Decisions at production pace</a:t>
            </a:r>
          </a:p>
        </p:txBody>
      </p:sp>
      <p:sp>
        <p:nvSpPr>
          <p:cNvPr id="13" name="">
            <a:extLst xmlns:a="http://schemas.openxmlformats.org/drawingml/2006/main">
              <a:ext uri="{FF2B5EF4-FFF2-40B4-BE49-F238E27FC236}">
                <a16:creationId xmlns:a16="http://schemas.microsoft.com/office/drawing/2014/main" id="{88F62B69-EDDE-43E9-AD12-8898FD00CABF}"/>
              </a:ext>
            </a:extLst>
          </p:cNvPr>
          <p:cNvSpPr>
            <a:spLocks xmlns:a="http://schemas.openxmlformats.org/drawingml/2006/main" noGrp="1"/>
          </p:cNvSpPr>
          <p:nvPr/>
        </p:nvSpPr>
        <p:spPr>
          <a:xfrm xmlns:a="http://schemas.openxmlformats.org/drawingml/2006/main">
            <a:off x="8477250" y="2733675"/>
            <a:ext cx="295275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0C81D36-75C2-4336-9810-148AF4F68960}"/>
              </a:ext>
            </a:extLst>
          </p:cNvPr>
          <p:cNvSpPr>
            <a:spLocks xmlns:a="http://schemas.openxmlformats.org/drawingml/2006/main" noGrp="1"/>
          </p:cNvSpPr>
          <p:nvPr/>
        </p:nvSpPr>
        <p:spPr>
          <a:xfrm xmlns:a="http://schemas.openxmlformats.org/drawingml/2006/main">
            <a:off x="8477250" y="3190875"/>
            <a:ext cx="31908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231F20"/>
                </a:solidFill>
              </a:defRPr>
            </a:defPPr>
            <a:lvl1pPr algn="l">
              <a:buNone/>
              <a:defRPr sz="2850" b="1">
                <a:solidFill>
                  <a:srgbClr val="231F20"/>
                </a:solidFill>
              </a:defRPr>
            </a:lvl1pPr>
            <a:lvl2pPr algn="l">
              <a:buNone/>
              <a:defRPr sz="2850" b="1">
                <a:solidFill>
                  <a:srgbClr val="231F20"/>
                </a:solidFill>
              </a:defRPr>
            </a:lvl2pPr>
            <a:lvl3pPr algn="l">
              <a:buNone/>
              <a:defRPr sz="2850" b="1">
                <a:solidFill>
                  <a:srgbClr val="231F20"/>
                </a:solidFill>
              </a:defRPr>
            </a:lvl3pPr>
            <a:lvl4pPr algn="l">
              <a:buNone/>
              <a:defRPr sz="2850" b="1">
                <a:solidFill>
                  <a:srgbClr val="231F20"/>
                </a:solidFill>
              </a:defRPr>
            </a:lvl4pPr>
            <a:lvl5pPr algn="l">
              <a:buNone/>
              <a:defRPr sz="2850" b="1">
                <a:solidFill>
                  <a:srgbClr val="231F20"/>
                </a:solidFill>
              </a:defRPr>
            </a:lvl5pPr>
            <a:lvl6pPr algn="l">
              <a:buNone/>
              <a:defRPr sz="2850" b="1">
                <a:solidFill>
                  <a:srgbClr val="231F20"/>
                </a:solidFill>
              </a:defRPr>
            </a:lvl6pPr>
            <a:lvl7pPr algn="l">
              <a:buNone/>
              <a:defRPr sz="2850" b="1">
                <a:solidFill>
                  <a:srgbClr val="231F20"/>
                </a:solidFill>
              </a:defRPr>
            </a:lvl7pPr>
            <a:lvl8pPr algn="l">
              <a:buNone/>
              <a:defRPr sz="2850" b="1">
                <a:solidFill>
                  <a:srgbClr val="231F20"/>
                </a:solidFill>
              </a:defRPr>
            </a:lvl8pPr>
            <a:lvl9pPr algn="l">
              <a:buNone/>
              <a:defRPr sz="2850" b="1">
                <a:solidFill>
                  <a:srgbClr val="231F20"/>
                </a:solidFill>
              </a:defRPr>
            </a:lvl9pPr>
          </a:lstStyle>
          <a:p xmlns:a="http://schemas.openxmlformats.org/drawingml/2006/main">
            <a:pPr algn="l">
              <a:buNone/>
              <a:defRPr sz="2850" b="1">
                <a:solidFill>
                  <a:srgbClr val="231F20"/>
                </a:solidFill>
              </a:defRPr>
            </a:pPr>
            <a:r>
              <a:rPr sz="2850" b="1">
                <a:solidFill>
                  <a:srgbClr val="231F20"/>
                </a:solidFill>
              </a:rPr>
              <a:t>Reliability</a:t>
            </a:r>
          </a:p>
        </p:txBody>
      </p:sp>
      <p:sp>
        <p:nvSpPr>
          <p:cNvPr id="15" name="">
            <a:extLst xmlns:a="http://schemas.openxmlformats.org/drawingml/2006/main">
              <a:ext uri="{FF2B5EF4-FFF2-40B4-BE49-F238E27FC236}">
                <a16:creationId xmlns:a16="http://schemas.microsoft.com/office/drawing/2014/main" id="{E7364BE6-3047-4D07-9FD7-864E59F93573}"/>
              </a:ext>
            </a:extLst>
          </p:cNvPr>
          <p:cNvSpPr>
            <a:spLocks xmlns:a="http://schemas.openxmlformats.org/drawingml/2006/main" noGrp="1"/>
          </p:cNvSpPr>
          <p:nvPr/>
        </p:nvSpPr>
        <p:spPr>
          <a:xfrm xmlns:a="http://schemas.openxmlformats.org/drawingml/2006/main">
            <a:off x="8477250" y="4067175"/>
            <a:ext cx="3190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826941"/>
                </a:solidFill>
              </a:defRPr>
            </a:defPPr>
            <a:lvl1pPr algn="l">
              <a:buNone/>
              <a:defRPr sz="2100" b="0">
                <a:solidFill>
                  <a:srgbClr val="826941"/>
                </a:solidFill>
              </a:defRPr>
            </a:lvl1pPr>
            <a:lvl2pPr algn="l">
              <a:buNone/>
              <a:defRPr sz="2100" b="0">
                <a:solidFill>
                  <a:srgbClr val="826941"/>
                </a:solidFill>
              </a:defRPr>
            </a:lvl2pPr>
            <a:lvl3pPr algn="l">
              <a:buNone/>
              <a:defRPr sz="2100" b="0">
                <a:solidFill>
                  <a:srgbClr val="826941"/>
                </a:solidFill>
              </a:defRPr>
            </a:lvl3pPr>
            <a:lvl4pPr algn="l">
              <a:buNone/>
              <a:defRPr sz="2100" b="0">
                <a:solidFill>
                  <a:srgbClr val="826941"/>
                </a:solidFill>
              </a:defRPr>
            </a:lvl4pPr>
            <a:lvl5pPr algn="l">
              <a:buNone/>
              <a:defRPr sz="2100" b="0">
                <a:solidFill>
                  <a:srgbClr val="826941"/>
                </a:solidFill>
              </a:defRPr>
            </a:lvl5pPr>
            <a:lvl6pPr algn="l">
              <a:buNone/>
              <a:defRPr sz="2100" b="0">
                <a:solidFill>
                  <a:srgbClr val="826941"/>
                </a:solidFill>
              </a:defRPr>
            </a:lvl6pPr>
            <a:lvl7pPr algn="l">
              <a:buNone/>
              <a:defRPr sz="2100" b="0">
                <a:solidFill>
                  <a:srgbClr val="826941"/>
                </a:solidFill>
              </a:defRPr>
            </a:lvl7pPr>
            <a:lvl8pPr algn="l">
              <a:buNone/>
              <a:defRPr sz="2100" b="0">
                <a:solidFill>
                  <a:srgbClr val="826941"/>
                </a:solidFill>
              </a:defRPr>
            </a:lvl8pPr>
            <a:lvl9pPr algn="l">
              <a:buNone/>
              <a:defRPr sz="2100" b="0">
                <a:solidFill>
                  <a:srgbClr val="826941"/>
                </a:solidFill>
              </a:defRPr>
            </a:lvl9pPr>
          </a:lstStyle>
          <a:p xmlns:a="http://schemas.openxmlformats.org/drawingml/2006/main">
            <a:pPr algn="l">
              <a:buNone/>
              <a:defRPr sz="2100" b="0">
                <a:solidFill>
                  <a:srgbClr val="826941"/>
                </a:solidFill>
              </a:defRPr>
            </a:pPr>
            <a:r>
              <a:rPr sz="2100" b="0">
                <a:solidFill>
                  <a:srgbClr val="826941"/>
                </a:solidFill>
              </a:rPr>
              <a:t>Results people can trust</a:t>
            </a:r>
          </a:p>
        </p:txBody>
      </p:sp>
      <p:sp>
        <p:nvSpPr>
          <p:cNvPr id="16" name="">
            <a:extLst xmlns:a="http://schemas.openxmlformats.org/drawingml/2006/main">
              <a:ext uri="{FF2B5EF4-FFF2-40B4-BE49-F238E27FC236}">
                <a16:creationId xmlns:a16="http://schemas.microsoft.com/office/drawing/2014/main" id="{F6D2616A-6042-450A-9DEC-1B34BAABD755}"/>
              </a:ext>
            </a:extLst>
          </p:cNvPr>
          <p:cNvSpPr>
            <a:spLocks xmlns:a="http://schemas.openxmlformats.org/drawingml/2006/main" noGrp="1"/>
          </p:cNvSpPr>
          <p:nvPr/>
        </p:nvSpPr>
        <p:spPr>
          <a:xfrm xmlns:a="http://schemas.openxmlformats.org/drawingml/2006/main">
            <a:off x="762000" y="53625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231F20"/>
                </a:solidFill>
              </a:defRPr>
            </a:defPPr>
            <a:lvl1pPr algn="l">
              <a:buNone/>
              <a:defRPr sz="2850" b="1">
                <a:solidFill>
                  <a:srgbClr val="231F20"/>
                </a:solidFill>
              </a:defRPr>
            </a:lvl1pPr>
            <a:lvl2pPr algn="l">
              <a:buNone/>
              <a:defRPr sz="2850" b="1">
                <a:solidFill>
                  <a:srgbClr val="231F20"/>
                </a:solidFill>
              </a:defRPr>
            </a:lvl2pPr>
            <a:lvl3pPr algn="l">
              <a:buNone/>
              <a:defRPr sz="2850" b="1">
                <a:solidFill>
                  <a:srgbClr val="231F20"/>
                </a:solidFill>
              </a:defRPr>
            </a:lvl3pPr>
            <a:lvl4pPr algn="l">
              <a:buNone/>
              <a:defRPr sz="2850" b="1">
                <a:solidFill>
                  <a:srgbClr val="231F20"/>
                </a:solidFill>
              </a:defRPr>
            </a:lvl4pPr>
            <a:lvl5pPr algn="l">
              <a:buNone/>
              <a:defRPr sz="2850" b="1">
                <a:solidFill>
                  <a:srgbClr val="231F20"/>
                </a:solidFill>
              </a:defRPr>
            </a:lvl5pPr>
            <a:lvl6pPr algn="l">
              <a:buNone/>
              <a:defRPr sz="2850" b="1">
                <a:solidFill>
                  <a:srgbClr val="231F20"/>
                </a:solidFill>
              </a:defRPr>
            </a:lvl6pPr>
            <a:lvl7pPr algn="l">
              <a:buNone/>
              <a:defRPr sz="2850" b="1">
                <a:solidFill>
                  <a:srgbClr val="231F20"/>
                </a:solidFill>
              </a:defRPr>
            </a:lvl7pPr>
            <a:lvl8pPr algn="l">
              <a:buNone/>
              <a:defRPr sz="2850" b="1">
                <a:solidFill>
                  <a:srgbClr val="231F20"/>
                </a:solidFill>
              </a:defRPr>
            </a:lvl8pPr>
            <a:lvl9pPr algn="l">
              <a:buNone/>
              <a:defRPr sz="2850" b="1">
                <a:solidFill>
                  <a:srgbClr val="231F20"/>
                </a:solidFill>
              </a:defRPr>
            </a:lvl9pPr>
          </a:lstStyle>
          <a:p xmlns:a="http://schemas.openxmlformats.org/drawingml/2006/main">
            <a:pPr algn="l">
              <a:buNone/>
              <a:defRPr sz="2850" b="1">
                <a:solidFill>
                  <a:srgbClr val="231F20"/>
                </a:solidFill>
              </a:defRPr>
            </a:pPr>
            <a:r>
              <a:rPr sz="2850" b="1">
                <a:solidFill>
                  <a:srgbClr val="231F20"/>
                </a:solidFill>
              </a:rPr>
              <a:t>The next era is built here.</a:t>
            </a:r>
          </a:p>
        </p:txBody>
      </p:sp>
      <p:pic>
        <p:nvPicPr>
          <p:cNvPr id="17" name="">
            <a:extLst xmlns:a="http://schemas.openxmlformats.org/drawingml/2006/main">
              <a:ext uri="{FF2B5EF4-FFF2-40B4-BE49-F238E27FC236}">
                <a16:creationId xmlns:a16="http://schemas.microsoft.com/office/drawing/2014/main" id="{6B76E267-E94F-4C1D-B81D-19E8C4518F3A}"/>
              </a:ext>
            </a:extLst>
          </p:cNvPr>
          <p:cNvPicPr>
            <a:picLocks xmlns:a="http://schemas.openxmlformats.org/drawingml/2006/main" noChangeAspect="1"/>
          </p:cNvPicPr>
          <p:nvPr/>
        </p:nvPicPr>
        <p:blipFill>
          <a:blip xmlns:r="http://schemas.openxmlformats.org/officeDocument/2006/relationships" xmlns:a="http://schemas.openxmlformats.org/drawingml/2006/main" r:embed="Rd60948dc7fc148a9"/>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0FAC396-B4BA-4333-AFC9-11F641BC3B93}"/>
              </a:ext>
            </a:extLst>
          </p:cNvPr>
          <p:cNvSpPr>
            <a:spLocks xmlns:a="http://schemas.openxmlformats.org/drawingml/2006/main" noGrp="1"/>
          </p:cNvSpPr>
          <p:nvPr/>
        </p:nvSpPr>
        <p:spPr>
          <a:xfrm xmlns:a="http://schemas.openxmlformats.org/drawingml/2006/main">
            <a:off x="762000" y="17240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0">
                <a:solidFill>
                  <a:srgbClr val="826941"/>
                </a:solidFill>
              </a:defRPr>
            </a:defPPr>
            <a:lvl1pPr algn="l">
              <a:buNone/>
              <a:defRPr sz="2175" b="0">
                <a:solidFill>
                  <a:srgbClr val="826941"/>
                </a:solidFill>
              </a:defRPr>
            </a:lvl1pPr>
            <a:lvl2pPr algn="l">
              <a:buNone/>
              <a:defRPr sz="2175" b="0">
                <a:solidFill>
                  <a:srgbClr val="826941"/>
                </a:solidFill>
              </a:defRPr>
            </a:lvl2pPr>
            <a:lvl3pPr algn="l">
              <a:buNone/>
              <a:defRPr sz="2175" b="0">
                <a:solidFill>
                  <a:srgbClr val="826941"/>
                </a:solidFill>
              </a:defRPr>
            </a:lvl3pPr>
            <a:lvl4pPr algn="l">
              <a:buNone/>
              <a:defRPr sz="2175" b="0">
                <a:solidFill>
                  <a:srgbClr val="826941"/>
                </a:solidFill>
              </a:defRPr>
            </a:lvl4pPr>
            <a:lvl5pPr algn="l">
              <a:buNone/>
              <a:defRPr sz="2175" b="0">
                <a:solidFill>
                  <a:srgbClr val="826941"/>
                </a:solidFill>
              </a:defRPr>
            </a:lvl5pPr>
            <a:lvl6pPr algn="l">
              <a:buNone/>
              <a:defRPr sz="2175" b="0">
                <a:solidFill>
                  <a:srgbClr val="826941"/>
                </a:solidFill>
              </a:defRPr>
            </a:lvl6pPr>
            <a:lvl7pPr algn="l">
              <a:buNone/>
              <a:defRPr sz="2175" b="0">
                <a:solidFill>
                  <a:srgbClr val="826941"/>
                </a:solidFill>
              </a:defRPr>
            </a:lvl7pPr>
            <a:lvl8pPr algn="l">
              <a:buNone/>
              <a:defRPr sz="2175" b="0">
                <a:solidFill>
                  <a:srgbClr val="826941"/>
                </a:solidFill>
              </a:defRPr>
            </a:lvl8pPr>
            <a:lvl9pPr algn="l">
              <a:buNone/>
              <a:defRPr sz="2175" b="0">
                <a:solidFill>
                  <a:srgbClr val="826941"/>
                </a:solidFill>
              </a:defRPr>
            </a:lvl9pPr>
          </a:lstStyle>
          <a:p xmlns:a="http://schemas.openxmlformats.org/drawingml/2006/main">
            <a:pPr algn="l">
              <a:buNone/>
              <a:defRPr sz="2175" b="0">
                <a:solidFill>
                  <a:srgbClr val="826941"/>
                </a:solidFill>
              </a:defRPr>
            </a:pPr>
            <a:r>
              <a:rPr sz="2175" b="0">
                <a:solidFill>
                  <a:srgbClr val="826941"/>
                </a:solidFill>
              </a:rPr>
              <a:t>The factory floor changes. Our systems must keep working.</a:t>
            </a:r>
          </a:p>
        </p:txBody>
      </p:sp>
    </p:spTree>
    <p:extLst>
      <p:ext uri="{BB962C8B-B14F-4D97-AF65-F5344CB8AC3E}">
        <p14:creationId xmlns:p14="http://schemas.microsoft.com/office/powerpoint/2010/main" val="1354752982"/>
      </p:ext>
    </p:extLst>
  </p:cSld>
</p:sld>
</file>

<file path=ppt/slides/slide7.xml><?xml version="1.0" encoding="utf-8"?>
<p:sld xmlns:p="http://schemas.openxmlformats.org/presentationml/2006/main">
  <p:cSld>
    <p:bg>
      <p:bgPr>
        <a:solidFill xmlns:a="http://schemas.openxmlformats.org/drawingml/2006/main">
          <a:srgbClr val="231F2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E6B23F57-5A80-4E0A-97F3-8725C655B570}"/>
              </a:ext>
            </a:extLst>
          </p:cNvPr>
          <p:cNvPicPr>
            <a:picLocks xmlns:a="http://schemas.openxmlformats.org/drawingml/2006/main" noChangeAspect="1"/>
          </p:cNvPicPr>
          <p:nvPr/>
        </p:nvPicPr>
        <p:blipFill>
          <a:blip xmlns:r="http://schemas.openxmlformats.org/officeDocument/2006/relationships" xmlns:a="http://schemas.openxmlformats.org/drawingml/2006/main" r:embed="R4a77bfccdeab46c5"/>
          <a:stretch xmlns:a="http://schemas.openxmlformats.org/drawingml/2006/main"/>
        </p:blipFill>
        <p:spPr>
          <a:xfrm xmlns:a="http://schemas.openxmlformats.org/drawingml/2006/main">
            <a:off x="817033" y="6515100"/>
            <a:ext cx="918633" cy="295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10ABF02-F9DB-45E6-9869-04441741F49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D0A745-D940-4D4C-983B-436E66A780F9}"/>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07</a:t>
            </a:r>
          </a:p>
        </p:txBody>
      </p:sp>
      <p:sp>
        <p:nvSpPr>
          <p:cNvPr id="6" name="">
            <a:extLst xmlns:a="http://schemas.openxmlformats.org/drawingml/2006/main">
              <a:ext uri="{FF2B5EF4-FFF2-40B4-BE49-F238E27FC236}">
                <a16:creationId xmlns:a16="http://schemas.microsoft.com/office/drawing/2014/main" id="{2B22578E-7CB2-49B9-BDF2-86899271560F}"/>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FFFFFF"/>
                </a:solidFill>
              </a:defRPr>
            </a:defPPr>
            <a:lvl1pPr algn="l">
              <a:buNone/>
              <a:defRPr sz="3750" b="1">
                <a:solidFill>
                  <a:srgbClr val="FFFFFF"/>
                </a:solidFill>
              </a:defRPr>
            </a:lvl1pPr>
            <a:lvl2pPr algn="l">
              <a:buNone/>
              <a:defRPr sz="3750" b="1">
                <a:solidFill>
                  <a:srgbClr val="FFFFFF"/>
                </a:solidFill>
              </a:defRPr>
            </a:lvl2pPr>
            <a:lvl3pPr algn="l">
              <a:buNone/>
              <a:defRPr sz="3750" b="1">
                <a:solidFill>
                  <a:srgbClr val="FFFFFF"/>
                </a:solidFill>
              </a:defRPr>
            </a:lvl3pPr>
            <a:lvl4pPr algn="l">
              <a:buNone/>
              <a:defRPr sz="3750" b="1">
                <a:solidFill>
                  <a:srgbClr val="FFFFFF"/>
                </a:solidFill>
              </a:defRPr>
            </a:lvl4pPr>
            <a:lvl5pPr algn="l">
              <a:buNone/>
              <a:defRPr sz="3750" b="1">
                <a:solidFill>
                  <a:srgbClr val="FFFFFF"/>
                </a:solidFill>
              </a:defRPr>
            </a:lvl5pPr>
            <a:lvl6pPr algn="l">
              <a:buNone/>
              <a:defRPr sz="3750" b="1">
                <a:solidFill>
                  <a:srgbClr val="FFFFFF"/>
                </a:solidFill>
              </a:defRPr>
            </a:lvl6pPr>
            <a:lvl7pPr algn="l">
              <a:buNone/>
              <a:defRPr sz="3750" b="1">
                <a:solidFill>
                  <a:srgbClr val="FFFFFF"/>
                </a:solidFill>
              </a:defRPr>
            </a:lvl7pPr>
            <a:lvl8pPr algn="l">
              <a:buNone/>
              <a:defRPr sz="3750" b="1">
                <a:solidFill>
                  <a:srgbClr val="FFFFFF"/>
                </a:solidFill>
              </a:defRPr>
            </a:lvl8pPr>
            <a:lvl9pPr algn="l">
              <a:buNone/>
              <a:defRPr sz="3750" b="1">
                <a:solidFill>
                  <a:srgbClr val="FFFFFF"/>
                </a:solidFill>
              </a:defRPr>
            </a:lvl9pPr>
          </a:lstStyle>
          <a:p xmlns:a="http://schemas.openxmlformats.org/drawingml/2006/main">
            <a:pPr algn="l">
              <a:buNone/>
              <a:defRPr sz="3750" b="1">
                <a:solidFill>
                  <a:srgbClr val="FFFFFF"/>
                </a:solidFill>
              </a:defRPr>
            </a:pPr>
            <a:r>
              <a:rPr sz="3750" b="1">
                <a:solidFill>
                  <a:srgbClr val="FFFFFF"/>
                </a:solidFill>
              </a:rPr>
              <a:t>Come fight for what’s next</a:t>
            </a:r>
          </a:p>
        </p:txBody>
      </p:sp>
      <p:sp>
        <p:nvSpPr>
          <p:cNvPr id="7" name="">
            <a:extLst xmlns:a="http://schemas.openxmlformats.org/drawingml/2006/main">
              <a:ext uri="{FF2B5EF4-FFF2-40B4-BE49-F238E27FC236}">
                <a16:creationId xmlns:a16="http://schemas.microsoft.com/office/drawing/2014/main" id="{A8F264D8-3E1A-4EE0-A8A2-97AD17E57C58}"/>
              </a:ext>
            </a:extLst>
          </p:cNvPr>
          <p:cNvSpPr>
            <a:spLocks xmlns:a="http://schemas.openxmlformats.org/drawingml/2006/main" noGrp="1"/>
          </p:cNvSpPr>
          <p:nvPr/>
        </p:nvSpPr>
        <p:spPr>
          <a:xfrm xmlns:a="http://schemas.openxmlformats.org/drawingml/2006/main">
            <a:off x="762000" y="1914525"/>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0">
                <a:solidFill>
                  <a:srgbClr val="D7D3CC"/>
                </a:solidFill>
              </a:defRPr>
            </a:defPPr>
            <a:lvl1pPr algn="l">
              <a:buNone/>
              <a:defRPr sz="2550" b="0">
                <a:solidFill>
                  <a:srgbClr val="D7D3CC"/>
                </a:solidFill>
              </a:defRPr>
            </a:lvl1pPr>
            <a:lvl2pPr algn="l">
              <a:buNone/>
              <a:defRPr sz="2550" b="0">
                <a:solidFill>
                  <a:srgbClr val="D7D3CC"/>
                </a:solidFill>
              </a:defRPr>
            </a:lvl2pPr>
            <a:lvl3pPr algn="l">
              <a:buNone/>
              <a:defRPr sz="2550" b="0">
                <a:solidFill>
                  <a:srgbClr val="D7D3CC"/>
                </a:solidFill>
              </a:defRPr>
            </a:lvl3pPr>
            <a:lvl4pPr algn="l">
              <a:buNone/>
              <a:defRPr sz="2550" b="0">
                <a:solidFill>
                  <a:srgbClr val="D7D3CC"/>
                </a:solidFill>
              </a:defRPr>
            </a:lvl4pPr>
            <a:lvl5pPr algn="l">
              <a:buNone/>
              <a:defRPr sz="2550" b="0">
                <a:solidFill>
                  <a:srgbClr val="D7D3CC"/>
                </a:solidFill>
              </a:defRPr>
            </a:lvl5pPr>
            <a:lvl6pPr algn="l">
              <a:buNone/>
              <a:defRPr sz="2550" b="0">
                <a:solidFill>
                  <a:srgbClr val="D7D3CC"/>
                </a:solidFill>
              </a:defRPr>
            </a:lvl6pPr>
            <a:lvl7pPr algn="l">
              <a:buNone/>
              <a:defRPr sz="2550" b="0">
                <a:solidFill>
                  <a:srgbClr val="D7D3CC"/>
                </a:solidFill>
              </a:defRPr>
            </a:lvl7pPr>
            <a:lvl8pPr algn="l">
              <a:buNone/>
              <a:defRPr sz="2550" b="0">
                <a:solidFill>
                  <a:srgbClr val="D7D3CC"/>
                </a:solidFill>
              </a:defRPr>
            </a:lvl8pPr>
            <a:lvl9pPr algn="l">
              <a:buNone/>
              <a:defRPr sz="2550" b="0">
                <a:solidFill>
                  <a:srgbClr val="D7D3CC"/>
                </a:solidFill>
              </a:defRPr>
            </a:lvl9pPr>
          </a:lstStyle>
          <a:p xmlns:a="http://schemas.openxmlformats.org/drawingml/2006/main">
            <a:pPr algn="l">
              <a:buNone/>
              <a:defRPr sz="2550" b="0">
                <a:solidFill>
                  <a:srgbClr val="D7D3CC"/>
                </a:solidFill>
              </a:defRPr>
            </a:pPr>
            <a:r>
              <a:rPr sz="2550" b="0">
                <a:solidFill>
                  <a:srgbClr val="D7D3CC"/>
                </a:solidFill>
              </a:rPr>
              <a:t>We’re looking for talent across Remington + TKG.</a:t>
            </a:r>
          </a:p>
        </p:txBody>
      </p:sp>
      <p:sp>
        <p:nvSpPr>
          <p:cNvPr id="8" name="">
            <a:extLst xmlns:a="http://schemas.openxmlformats.org/drawingml/2006/main">
              <a:ext uri="{FF2B5EF4-FFF2-40B4-BE49-F238E27FC236}">
                <a16:creationId xmlns:a16="http://schemas.microsoft.com/office/drawing/2014/main" id="{06A939A6-90C0-415D-AB28-3C7CB67FA099}"/>
              </a:ext>
            </a:extLst>
          </p:cNvPr>
          <p:cNvSpPr>
            <a:spLocks xmlns:a="http://schemas.openxmlformats.org/drawingml/2006/main" noGrp="1"/>
          </p:cNvSpPr>
          <p:nvPr/>
        </p:nvSpPr>
        <p:spPr>
          <a:xfrm xmlns:a="http://schemas.openxmlformats.org/drawingml/2006/main">
            <a:off x="762000" y="3095625"/>
            <a:ext cx="1066800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4744218-722E-48F3-9C24-808EBB841409}"/>
              </a:ext>
            </a:extLst>
          </p:cNvPr>
          <p:cNvSpPr>
            <a:spLocks xmlns:a="http://schemas.openxmlformats.org/drawingml/2006/main" noGrp="1"/>
          </p:cNvSpPr>
          <p:nvPr/>
        </p:nvSpPr>
        <p:spPr>
          <a:xfrm xmlns:a="http://schemas.openxmlformats.org/drawingml/2006/main">
            <a:off x="762000" y="3714750"/>
            <a:ext cx="2524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B89B68"/>
                </a:solidFill>
              </a:defRPr>
            </a:defPPr>
            <a:lvl1pPr algn="l">
              <a:buNone/>
              <a:defRPr sz="2250" b="1">
                <a:solidFill>
                  <a:srgbClr val="B89B68"/>
                </a:solidFill>
              </a:defRPr>
            </a:lvl1pPr>
            <a:lvl2pPr algn="l">
              <a:buNone/>
              <a:defRPr sz="2250" b="1">
                <a:solidFill>
                  <a:srgbClr val="B89B68"/>
                </a:solidFill>
              </a:defRPr>
            </a:lvl2pPr>
            <a:lvl3pPr algn="l">
              <a:buNone/>
              <a:defRPr sz="2250" b="1">
                <a:solidFill>
                  <a:srgbClr val="B89B68"/>
                </a:solidFill>
              </a:defRPr>
            </a:lvl3pPr>
            <a:lvl4pPr algn="l">
              <a:buNone/>
              <a:defRPr sz="2250" b="1">
                <a:solidFill>
                  <a:srgbClr val="B89B68"/>
                </a:solidFill>
              </a:defRPr>
            </a:lvl4pPr>
            <a:lvl5pPr algn="l">
              <a:buNone/>
              <a:defRPr sz="2250" b="1">
                <a:solidFill>
                  <a:srgbClr val="B89B68"/>
                </a:solidFill>
              </a:defRPr>
            </a:lvl5pPr>
            <a:lvl6pPr algn="l">
              <a:buNone/>
              <a:defRPr sz="2250" b="1">
                <a:solidFill>
                  <a:srgbClr val="B89B68"/>
                </a:solidFill>
              </a:defRPr>
            </a:lvl6pPr>
            <a:lvl7pPr algn="l">
              <a:buNone/>
              <a:defRPr sz="2250" b="1">
                <a:solidFill>
                  <a:srgbClr val="B89B68"/>
                </a:solidFill>
              </a:defRPr>
            </a:lvl7pPr>
            <a:lvl8pPr algn="l">
              <a:buNone/>
              <a:defRPr sz="2250" b="1">
                <a:solidFill>
                  <a:srgbClr val="B89B68"/>
                </a:solidFill>
              </a:defRPr>
            </a:lvl8pPr>
            <a:lvl9pPr algn="l">
              <a:buNone/>
              <a:defRPr sz="2250" b="1">
                <a:solidFill>
                  <a:srgbClr val="B89B68"/>
                </a:solidFill>
              </a:defRPr>
            </a:lvl9pPr>
          </a:lstStyle>
          <a:p xmlns:a="http://schemas.openxmlformats.org/drawingml/2006/main">
            <a:pPr algn="l">
              <a:buNone/>
              <a:defRPr sz="2250" b="1">
                <a:solidFill>
                  <a:srgbClr val="B89B68"/>
                </a:solidFill>
              </a:defRPr>
            </a:pPr>
            <a:r>
              <a:rPr sz="2250" b="1">
                <a:solidFill>
                  <a:srgbClr val="B89B68"/>
                </a:solidFill>
              </a:rPr>
              <a:t>Mechanical</a:t>
            </a:r>
          </a:p>
        </p:txBody>
      </p:sp>
      <p:sp>
        <p:nvSpPr>
          <p:cNvPr id="10" name="">
            <a:extLst xmlns:a="http://schemas.openxmlformats.org/drawingml/2006/main">
              <a:ext uri="{FF2B5EF4-FFF2-40B4-BE49-F238E27FC236}">
                <a16:creationId xmlns:a16="http://schemas.microsoft.com/office/drawing/2014/main" id="{7D7D84E3-78BC-4B0D-A529-C6090D50BC99}"/>
              </a:ext>
            </a:extLst>
          </p:cNvPr>
          <p:cNvSpPr>
            <a:spLocks xmlns:a="http://schemas.openxmlformats.org/drawingml/2006/main" noGrp="1"/>
          </p:cNvSpPr>
          <p:nvPr/>
        </p:nvSpPr>
        <p:spPr>
          <a:xfrm xmlns:a="http://schemas.openxmlformats.org/drawingml/2006/main">
            <a:off x="3571875" y="3714750"/>
            <a:ext cx="2524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B89B68"/>
                </a:solidFill>
              </a:defRPr>
            </a:defPPr>
            <a:lvl1pPr algn="l">
              <a:buNone/>
              <a:defRPr sz="2250" b="1">
                <a:solidFill>
                  <a:srgbClr val="B89B68"/>
                </a:solidFill>
              </a:defRPr>
            </a:lvl1pPr>
            <a:lvl2pPr algn="l">
              <a:buNone/>
              <a:defRPr sz="2250" b="1">
                <a:solidFill>
                  <a:srgbClr val="B89B68"/>
                </a:solidFill>
              </a:defRPr>
            </a:lvl2pPr>
            <a:lvl3pPr algn="l">
              <a:buNone/>
              <a:defRPr sz="2250" b="1">
                <a:solidFill>
                  <a:srgbClr val="B89B68"/>
                </a:solidFill>
              </a:defRPr>
            </a:lvl3pPr>
            <a:lvl4pPr algn="l">
              <a:buNone/>
              <a:defRPr sz="2250" b="1">
                <a:solidFill>
                  <a:srgbClr val="B89B68"/>
                </a:solidFill>
              </a:defRPr>
            </a:lvl4pPr>
            <a:lvl5pPr algn="l">
              <a:buNone/>
              <a:defRPr sz="2250" b="1">
                <a:solidFill>
                  <a:srgbClr val="B89B68"/>
                </a:solidFill>
              </a:defRPr>
            </a:lvl5pPr>
            <a:lvl6pPr algn="l">
              <a:buNone/>
              <a:defRPr sz="2250" b="1">
                <a:solidFill>
                  <a:srgbClr val="B89B68"/>
                </a:solidFill>
              </a:defRPr>
            </a:lvl6pPr>
            <a:lvl7pPr algn="l">
              <a:buNone/>
              <a:defRPr sz="2250" b="1">
                <a:solidFill>
                  <a:srgbClr val="B89B68"/>
                </a:solidFill>
              </a:defRPr>
            </a:lvl7pPr>
            <a:lvl8pPr algn="l">
              <a:buNone/>
              <a:defRPr sz="2250" b="1">
                <a:solidFill>
                  <a:srgbClr val="B89B68"/>
                </a:solidFill>
              </a:defRPr>
            </a:lvl8pPr>
            <a:lvl9pPr algn="l">
              <a:buNone/>
              <a:defRPr sz="2250" b="1">
                <a:solidFill>
                  <a:srgbClr val="B89B68"/>
                </a:solidFill>
              </a:defRPr>
            </a:lvl9pPr>
          </a:lstStyle>
          <a:p xmlns:a="http://schemas.openxmlformats.org/drawingml/2006/main">
            <a:pPr algn="l">
              <a:buNone/>
              <a:defRPr sz="2250" b="1">
                <a:solidFill>
                  <a:srgbClr val="B89B68"/>
                </a:solidFill>
              </a:defRPr>
            </a:pPr>
            <a:r>
              <a:rPr sz="2250" b="1">
                <a:solidFill>
                  <a:srgbClr val="B89B68"/>
                </a:solidFill>
              </a:rPr>
              <a:t>Controls</a:t>
            </a:r>
          </a:p>
        </p:txBody>
      </p:sp>
      <p:sp>
        <p:nvSpPr>
          <p:cNvPr id="11" name="">
            <a:extLst xmlns:a="http://schemas.openxmlformats.org/drawingml/2006/main">
              <a:ext uri="{FF2B5EF4-FFF2-40B4-BE49-F238E27FC236}">
                <a16:creationId xmlns:a16="http://schemas.microsoft.com/office/drawing/2014/main" id="{6797CC3E-1542-433F-A4E2-BBA9FBCF3E04}"/>
              </a:ext>
            </a:extLst>
          </p:cNvPr>
          <p:cNvSpPr>
            <a:spLocks xmlns:a="http://schemas.openxmlformats.org/drawingml/2006/main" noGrp="1"/>
          </p:cNvSpPr>
          <p:nvPr/>
        </p:nvSpPr>
        <p:spPr>
          <a:xfrm xmlns:a="http://schemas.openxmlformats.org/drawingml/2006/main">
            <a:off x="6286500" y="3714750"/>
            <a:ext cx="2524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B89B68"/>
                </a:solidFill>
              </a:defRPr>
            </a:defPPr>
            <a:lvl1pPr algn="l">
              <a:buNone/>
              <a:defRPr sz="2250" b="1">
                <a:solidFill>
                  <a:srgbClr val="B89B68"/>
                </a:solidFill>
              </a:defRPr>
            </a:lvl1pPr>
            <a:lvl2pPr algn="l">
              <a:buNone/>
              <a:defRPr sz="2250" b="1">
                <a:solidFill>
                  <a:srgbClr val="B89B68"/>
                </a:solidFill>
              </a:defRPr>
            </a:lvl2pPr>
            <a:lvl3pPr algn="l">
              <a:buNone/>
              <a:defRPr sz="2250" b="1">
                <a:solidFill>
                  <a:srgbClr val="B89B68"/>
                </a:solidFill>
              </a:defRPr>
            </a:lvl3pPr>
            <a:lvl4pPr algn="l">
              <a:buNone/>
              <a:defRPr sz="2250" b="1">
                <a:solidFill>
                  <a:srgbClr val="B89B68"/>
                </a:solidFill>
              </a:defRPr>
            </a:lvl4pPr>
            <a:lvl5pPr algn="l">
              <a:buNone/>
              <a:defRPr sz="2250" b="1">
                <a:solidFill>
                  <a:srgbClr val="B89B68"/>
                </a:solidFill>
              </a:defRPr>
            </a:lvl5pPr>
            <a:lvl6pPr algn="l">
              <a:buNone/>
              <a:defRPr sz="2250" b="1">
                <a:solidFill>
                  <a:srgbClr val="B89B68"/>
                </a:solidFill>
              </a:defRPr>
            </a:lvl6pPr>
            <a:lvl7pPr algn="l">
              <a:buNone/>
              <a:defRPr sz="2250" b="1">
                <a:solidFill>
                  <a:srgbClr val="B89B68"/>
                </a:solidFill>
              </a:defRPr>
            </a:lvl7pPr>
            <a:lvl8pPr algn="l">
              <a:buNone/>
              <a:defRPr sz="2250" b="1">
                <a:solidFill>
                  <a:srgbClr val="B89B68"/>
                </a:solidFill>
              </a:defRPr>
            </a:lvl8pPr>
            <a:lvl9pPr algn="l">
              <a:buNone/>
              <a:defRPr sz="2250" b="1">
                <a:solidFill>
                  <a:srgbClr val="B89B68"/>
                </a:solidFill>
              </a:defRPr>
            </a:lvl9pPr>
          </a:lstStyle>
          <a:p xmlns:a="http://schemas.openxmlformats.org/drawingml/2006/main">
            <a:pPr algn="l">
              <a:buNone/>
              <a:defRPr sz="2250" b="1">
                <a:solidFill>
                  <a:srgbClr val="B89B68"/>
                </a:solidFill>
              </a:defRPr>
            </a:pPr>
            <a:r>
              <a:rPr sz="2250" b="1">
                <a:solidFill>
                  <a:srgbClr val="B89B68"/>
                </a:solidFill>
              </a:rPr>
              <a:t>Software</a:t>
            </a:r>
          </a:p>
        </p:txBody>
      </p:sp>
      <p:sp>
        <p:nvSpPr>
          <p:cNvPr id="12" name="">
            <a:extLst xmlns:a="http://schemas.openxmlformats.org/drawingml/2006/main">
              <a:ext uri="{FF2B5EF4-FFF2-40B4-BE49-F238E27FC236}">
                <a16:creationId xmlns:a16="http://schemas.microsoft.com/office/drawing/2014/main" id="{5CA965B3-A4CA-4CEA-BA93-7441CAE2540A}"/>
              </a:ext>
            </a:extLst>
          </p:cNvPr>
          <p:cNvSpPr>
            <a:spLocks xmlns:a="http://schemas.openxmlformats.org/drawingml/2006/main" noGrp="1"/>
          </p:cNvSpPr>
          <p:nvPr/>
        </p:nvSpPr>
        <p:spPr>
          <a:xfrm xmlns:a="http://schemas.openxmlformats.org/drawingml/2006/main">
            <a:off x="9001125" y="3714750"/>
            <a:ext cx="2524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B89B68"/>
                </a:solidFill>
              </a:defRPr>
            </a:defPPr>
            <a:lvl1pPr algn="l">
              <a:buNone/>
              <a:defRPr sz="2250" b="1">
                <a:solidFill>
                  <a:srgbClr val="B89B68"/>
                </a:solidFill>
              </a:defRPr>
            </a:lvl1pPr>
            <a:lvl2pPr algn="l">
              <a:buNone/>
              <a:defRPr sz="2250" b="1">
                <a:solidFill>
                  <a:srgbClr val="B89B68"/>
                </a:solidFill>
              </a:defRPr>
            </a:lvl2pPr>
            <a:lvl3pPr algn="l">
              <a:buNone/>
              <a:defRPr sz="2250" b="1">
                <a:solidFill>
                  <a:srgbClr val="B89B68"/>
                </a:solidFill>
              </a:defRPr>
            </a:lvl3pPr>
            <a:lvl4pPr algn="l">
              <a:buNone/>
              <a:defRPr sz="2250" b="1">
                <a:solidFill>
                  <a:srgbClr val="B89B68"/>
                </a:solidFill>
              </a:defRPr>
            </a:lvl4pPr>
            <a:lvl5pPr algn="l">
              <a:buNone/>
              <a:defRPr sz="2250" b="1">
                <a:solidFill>
                  <a:srgbClr val="B89B68"/>
                </a:solidFill>
              </a:defRPr>
            </a:lvl5pPr>
            <a:lvl6pPr algn="l">
              <a:buNone/>
              <a:defRPr sz="2250" b="1">
                <a:solidFill>
                  <a:srgbClr val="B89B68"/>
                </a:solidFill>
              </a:defRPr>
            </a:lvl6pPr>
            <a:lvl7pPr algn="l">
              <a:buNone/>
              <a:defRPr sz="2250" b="1">
                <a:solidFill>
                  <a:srgbClr val="B89B68"/>
                </a:solidFill>
              </a:defRPr>
            </a:lvl7pPr>
            <a:lvl8pPr algn="l">
              <a:buNone/>
              <a:defRPr sz="2250" b="1">
                <a:solidFill>
                  <a:srgbClr val="B89B68"/>
                </a:solidFill>
              </a:defRPr>
            </a:lvl8pPr>
            <a:lvl9pPr algn="l">
              <a:buNone/>
              <a:defRPr sz="2250" b="1">
                <a:solidFill>
                  <a:srgbClr val="B89B68"/>
                </a:solidFill>
              </a:defRPr>
            </a:lvl9pPr>
          </a:lstStyle>
          <a:p xmlns:a="http://schemas.openxmlformats.org/drawingml/2006/main">
            <a:pPr algn="l">
              <a:buNone/>
              <a:defRPr sz="2250" b="1">
                <a:solidFill>
                  <a:srgbClr val="B89B68"/>
                </a:solidFill>
              </a:defRPr>
            </a:pPr>
            <a:r>
              <a:rPr sz="2250" b="1">
                <a:solidFill>
                  <a:srgbClr val="B89B68"/>
                </a:solidFill>
              </a:rPr>
              <a:t>Testing</a:t>
            </a:r>
          </a:p>
        </p:txBody>
      </p:sp>
      <p:pic>
        <p:nvPicPr>
          <p:cNvPr id="13" name="">
            <a:extLst xmlns:a="http://schemas.openxmlformats.org/drawingml/2006/main">
              <a:ext uri="{FF2B5EF4-FFF2-40B4-BE49-F238E27FC236}">
                <a16:creationId xmlns:a16="http://schemas.microsoft.com/office/drawing/2014/main" id="{6749CD49-2CBD-4906-B2E3-9D34812D47B8}"/>
              </a:ext>
            </a:extLst>
          </p:cNvPr>
          <p:cNvPicPr>
            <a:picLocks xmlns:a="http://schemas.openxmlformats.org/drawingml/2006/main" noChangeAspect="1"/>
          </p:cNvPicPr>
          <p:nvPr/>
        </p:nvPicPr>
        <p:blipFill>
          <a:blip xmlns:r="http://schemas.openxmlformats.org/officeDocument/2006/relationships" xmlns:a="http://schemas.openxmlformats.org/drawingml/2006/main" r:embed="Rc67ab743a4f84946"/>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290C0A7-0F49-47E1-8600-F62062342504}"/>
              </a:ext>
            </a:extLst>
          </p:cNvPr>
          <p:cNvSpPr>
            <a:spLocks xmlns:a="http://schemas.openxmlformats.org/drawingml/2006/main" noGrp="1"/>
          </p:cNvSpPr>
          <p:nvPr/>
        </p:nvSpPr>
        <p:spPr>
          <a:xfrm xmlns:a="http://schemas.openxmlformats.org/drawingml/2006/main">
            <a:off x="762000" y="5095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FFFFFF"/>
                </a:solidFill>
              </a:defRPr>
            </a:defPPr>
            <a:lvl1pPr algn="l">
              <a:buNone/>
              <a:defRPr sz="2475" b="1">
                <a:solidFill>
                  <a:srgbClr val="FFFFFF"/>
                </a:solidFill>
              </a:defRPr>
            </a:lvl1pPr>
            <a:lvl2pPr algn="l">
              <a:buNone/>
              <a:defRPr sz="2475" b="1">
                <a:solidFill>
                  <a:srgbClr val="FFFFFF"/>
                </a:solidFill>
              </a:defRPr>
            </a:lvl2pPr>
            <a:lvl3pPr algn="l">
              <a:buNone/>
              <a:defRPr sz="2475" b="1">
                <a:solidFill>
                  <a:srgbClr val="FFFFFF"/>
                </a:solidFill>
              </a:defRPr>
            </a:lvl3pPr>
            <a:lvl4pPr algn="l">
              <a:buNone/>
              <a:defRPr sz="2475" b="1">
                <a:solidFill>
                  <a:srgbClr val="FFFFFF"/>
                </a:solidFill>
              </a:defRPr>
            </a:lvl4pPr>
            <a:lvl5pPr algn="l">
              <a:buNone/>
              <a:defRPr sz="2475" b="1">
                <a:solidFill>
                  <a:srgbClr val="FFFFFF"/>
                </a:solidFill>
              </a:defRPr>
            </a:lvl5pPr>
            <a:lvl6pPr algn="l">
              <a:buNone/>
              <a:defRPr sz="2475" b="1">
                <a:solidFill>
                  <a:srgbClr val="FFFFFF"/>
                </a:solidFill>
              </a:defRPr>
            </a:lvl6pPr>
            <a:lvl7pPr algn="l">
              <a:buNone/>
              <a:defRPr sz="2475" b="1">
                <a:solidFill>
                  <a:srgbClr val="FFFFFF"/>
                </a:solidFill>
              </a:defRPr>
            </a:lvl7pPr>
            <a:lvl8pPr algn="l">
              <a:buNone/>
              <a:defRPr sz="2475" b="1">
                <a:solidFill>
                  <a:srgbClr val="FFFFFF"/>
                </a:solidFill>
              </a:defRPr>
            </a:lvl8pPr>
            <a:lvl9pPr algn="l">
              <a:buNone/>
              <a:defRPr sz="2475" b="1">
                <a:solidFill>
                  <a:srgbClr val="FFFFFF"/>
                </a:solidFill>
              </a:defRPr>
            </a:lvl9pPr>
          </a:lstStyle>
          <a:p xmlns:a="http://schemas.openxmlformats.org/drawingml/2006/main">
            <a:pPr algn="l">
              <a:buNone/>
              <a:defRPr sz="2475" b="1">
                <a:solidFill>
                  <a:srgbClr val="FFFFFF"/>
                </a:solidFill>
              </a:defRPr>
            </a:pPr>
            <a:r>
              <a:rPr sz="2475" b="1">
                <a:solidFill>
                  <a:srgbClr val="FFFFFF"/>
                </a:solidFill>
              </a:rPr>
              <a:t>Help build the next generation of manufacturing.</a:t>
            </a:r>
          </a:p>
        </p:txBody>
      </p:sp>
      <p:sp>
        <p:nvSpPr>
          <p:cNvPr id="15" name="">
            <a:extLst xmlns:a="http://schemas.openxmlformats.org/drawingml/2006/main">
              <a:ext uri="{FF2B5EF4-FFF2-40B4-BE49-F238E27FC236}">
                <a16:creationId xmlns:a16="http://schemas.microsoft.com/office/drawing/2014/main" id="{09AC483C-D3D5-493F-AE55-33FAF45838EA}"/>
              </a:ext>
            </a:extLst>
          </p:cNvPr>
          <p:cNvSpPr>
            <a:spLocks xmlns:a="http://schemas.openxmlformats.org/drawingml/2006/main" noGrp="1"/>
          </p:cNvSpPr>
          <p:nvPr/>
        </p:nvSpPr>
        <p:spPr>
          <a:xfrm xmlns:a="http://schemas.openxmlformats.org/drawingml/2006/main">
            <a:off x="762000" y="4286250"/>
            <a:ext cx="2524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D7D3CC"/>
                </a:solidFill>
              </a:defRPr>
            </a:defPPr>
            <a:lvl1pPr algn="l">
              <a:buNone/>
              <a:defRPr sz="1650" b="0">
                <a:solidFill>
                  <a:srgbClr val="D7D3CC"/>
                </a:solidFill>
              </a:defRPr>
            </a:lvl1pPr>
            <a:lvl2pPr algn="l">
              <a:buNone/>
              <a:defRPr sz="1650" b="0">
                <a:solidFill>
                  <a:srgbClr val="D7D3CC"/>
                </a:solidFill>
              </a:defRPr>
            </a:lvl2pPr>
            <a:lvl3pPr algn="l">
              <a:buNone/>
              <a:defRPr sz="1650" b="0">
                <a:solidFill>
                  <a:srgbClr val="D7D3CC"/>
                </a:solidFill>
              </a:defRPr>
            </a:lvl3pPr>
            <a:lvl4pPr algn="l">
              <a:buNone/>
              <a:defRPr sz="1650" b="0">
                <a:solidFill>
                  <a:srgbClr val="D7D3CC"/>
                </a:solidFill>
              </a:defRPr>
            </a:lvl4pPr>
            <a:lvl5pPr algn="l">
              <a:buNone/>
              <a:defRPr sz="1650" b="0">
                <a:solidFill>
                  <a:srgbClr val="D7D3CC"/>
                </a:solidFill>
              </a:defRPr>
            </a:lvl5pPr>
            <a:lvl6pPr algn="l">
              <a:buNone/>
              <a:defRPr sz="1650" b="0">
                <a:solidFill>
                  <a:srgbClr val="D7D3CC"/>
                </a:solidFill>
              </a:defRPr>
            </a:lvl6pPr>
            <a:lvl7pPr algn="l">
              <a:buNone/>
              <a:defRPr sz="1650" b="0">
                <a:solidFill>
                  <a:srgbClr val="D7D3CC"/>
                </a:solidFill>
              </a:defRPr>
            </a:lvl7pPr>
            <a:lvl8pPr algn="l">
              <a:buNone/>
              <a:defRPr sz="1650" b="0">
                <a:solidFill>
                  <a:srgbClr val="D7D3CC"/>
                </a:solidFill>
              </a:defRPr>
            </a:lvl8pPr>
            <a:lvl9pPr algn="l">
              <a:buNone/>
              <a:defRPr sz="1650" b="0">
                <a:solidFill>
                  <a:srgbClr val="D7D3CC"/>
                </a:solidFill>
              </a:defRPr>
            </a:lvl9pPr>
          </a:lstStyle>
          <a:p xmlns:a="http://schemas.openxmlformats.org/drawingml/2006/main">
            <a:pPr algn="l">
              <a:buNone/>
              <a:defRPr sz="1650" b="0">
                <a:solidFill>
                  <a:srgbClr val="D7D3CC"/>
                </a:solidFill>
              </a:defRPr>
            </a:pPr>
            <a:r>
              <a:rPr sz="1650" b="0">
                <a:solidFill>
                  <a:srgbClr val="D7D3CC"/>
                </a:solidFill>
              </a:rPr>
              <a:t>Equipment that lasts</a:t>
            </a:r>
          </a:p>
        </p:txBody>
      </p:sp>
      <p:sp>
        <p:nvSpPr>
          <p:cNvPr id="16" name="">
            <a:extLst xmlns:a="http://schemas.openxmlformats.org/drawingml/2006/main">
              <a:ext uri="{FF2B5EF4-FFF2-40B4-BE49-F238E27FC236}">
                <a16:creationId xmlns:a16="http://schemas.microsoft.com/office/drawing/2014/main" id="{9E5F7957-3A9B-415D-8C36-332589ECC0DC}"/>
              </a:ext>
            </a:extLst>
          </p:cNvPr>
          <p:cNvSpPr>
            <a:spLocks xmlns:a="http://schemas.openxmlformats.org/drawingml/2006/main" noGrp="1"/>
          </p:cNvSpPr>
          <p:nvPr/>
        </p:nvSpPr>
        <p:spPr>
          <a:xfrm xmlns:a="http://schemas.openxmlformats.org/drawingml/2006/main">
            <a:off x="3571875" y="4286250"/>
            <a:ext cx="2524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D7D3CC"/>
                </a:solidFill>
              </a:defRPr>
            </a:defPPr>
            <a:lvl1pPr algn="l">
              <a:buNone/>
              <a:defRPr sz="1650" b="0">
                <a:solidFill>
                  <a:srgbClr val="D7D3CC"/>
                </a:solidFill>
              </a:defRPr>
            </a:lvl1pPr>
            <a:lvl2pPr algn="l">
              <a:buNone/>
              <a:defRPr sz="1650" b="0">
                <a:solidFill>
                  <a:srgbClr val="D7D3CC"/>
                </a:solidFill>
              </a:defRPr>
            </a:lvl2pPr>
            <a:lvl3pPr algn="l">
              <a:buNone/>
              <a:defRPr sz="1650" b="0">
                <a:solidFill>
                  <a:srgbClr val="D7D3CC"/>
                </a:solidFill>
              </a:defRPr>
            </a:lvl3pPr>
            <a:lvl4pPr algn="l">
              <a:buNone/>
              <a:defRPr sz="1650" b="0">
                <a:solidFill>
                  <a:srgbClr val="D7D3CC"/>
                </a:solidFill>
              </a:defRPr>
            </a:lvl4pPr>
            <a:lvl5pPr algn="l">
              <a:buNone/>
              <a:defRPr sz="1650" b="0">
                <a:solidFill>
                  <a:srgbClr val="D7D3CC"/>
                </a:solidFill>
              </a:defRPr>
            </a:lvl5pPr>
            <a:lvl6pPr algn="l">
              <a:buNone/>
              <a:defRPr sz="1650" b="0">
                <a:solidFill>
                  <a:srgbClr val="D7D3CC"/>
                </a:solidFill>
              </a:defRPr>
            </a:lvl6pPr>
            <a:lvl7pPr algn="l">
              <a:buNone/>
              <a:defRPr sz="1650" b="0">
                <a:solidFill>
                  <a:srgbClr val="D7D3CC"/>
                </a:solidFill>
              </a:defRPr>
            </a:lvl7pPr>
            <a:lvl8pPr algn="l">
              <a:buNone/>
              <a:defRPr sz="1650" b="0">
                <a:solidFill>
                  <a:srgbClr val="D7D3CC"/>
                </a:solidFill>
              </a:defRPr>
            </a:lvl8pPr>
            <a:lvl9pPr algn="l">
              <a:buNone/>
              <a:defRPr sz="1650" b="0">
                <a:solidFill>
                  <a:srgbClr val="D7D3CC"/>
                </a:solidFill>
              </a:defRPr>
            </a:lvl9pPr>
          </a:lstStyle>
          <a:p xmlns:a="http://schemas.openxmlformats.org/drawingml/2006/main">
            <a:pPr algn="l">
              <a:buNone/>
              <a:defRPr sz="1650" b="0">
                <a:solidFill>
                  <a:srgbClr val="D7D3CC"/>
                </a:solidFill>
              </a:defRPr>
            </a:pPr>
            <a:r>
              <a:rPr sz="1650" b="0">
                <a:solidFill>
                  <a:srgbClr val="D7D3CC"/>
                </a:solidFill>
              </a:rPr>
              <a:t>Reliable response</a:t>
            </a:r>
          </a:p>
        </p:txBody>
      </p:sp>
      <p:sp>
        <p:nvSpPr>
          <p:cNvPr id="17" name="">
            <a:extLst xmlns:a="http://schemas.openxmlformats.org/drawingml/2006/main">
              <a:ext uri="{FF2B5EF4-FFF2-40B4-BE49-F238E27FC236}">
                <a16:creationId xmlns:a16="http://schemas.microsoft.com/office/drawing/2014/main" id="{FBB7711F-7F30-40CB-874B-0C814957BDA0}"/>
              </a:ext>
            </a:extLst>
          </p:cNvPr>
          <p:cNvSpPr>
            <a:spLocks xmlns:a="http://schemas.openxmlformats.org/drawingml/2006/main" noGrp="1"/>
          </p:cNvSpPr>
          <p:nvPr/>
        </p:nvSpPr>
        <p:spPr>
          <a:xfrm xmlns:a="http://schemas.openxmlformats.org/drawingml/2006/main">
            <a:off x="6286500" y="4286250"/>
            <a:ext cx="2524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D7D3CC"/>
                </a:solidFill>
              </a:defRPr>
            </a:defPPr>
            <a:lvl1pPr algn="l">
              <a:buNone/>
              <a:defRPr sz="1650" b="0">
                <a:solidFill>
                  <a:srgbClr val="D7D3CC"/>
                </a:solidFill>
              </a:defRPr>
            </a:lvl1pPr>
            <a:lvl2pPr algn="l">
              <a:buNone/>
              <a:defRPr sz="1650" b="0">
                <a:solidFill>
                  <a:srgbClr val="D7D3CC"/>
                </a:solidFill>
              </a:defRPr>
            </a:lvl2pPr>
            <a:lvl3pPr algn="l">
              <a:buNone/>
              <a:defRPr sz="1650" b="0">
                <a:solidFill>
                  <a:srgbClr val="D7D3CC"/>
                </a:solidFill>
              </a:defRPr>
            </a:lvl3pPr>
            <a:lvl4pPr algn="l">
              <a:buNone/>
              <a:defRPr sz="1650" b="0">
                <a:solidFill>
                  <a:srgbClr val="D7D3CC"/>
                </a:solidFill>
              </a:defRPr>
            </a:lvl4pPr>
            <a:lvl5pPr algn="l">
              <a:buNone/>
              <a:defRPr sz="1650" b="0">
                <a:solidFill>
                  <a:srgbClr val="D7D3CC"/>
                </a:solidFill>
              </a:defRPr>
            </a:lvl5pPr>
            <a:lvl6pPr algn="l">
              <a:buNone/>
              <a:defRPr sz="1650" b="0">
                <a:solidFill>
                  <a:srgbClr val="D7D3CC"/>
                </a:solidFill>
              </a:defRPr>
            </a:lvl6pPr>
            <a:lvl7pPr algn="l">
              <a:buNone/>
              <a:defRPr sz="1650" b="0">
                <a:solidFill>
                  <a:srgbClr val="D7D3CC"/>
                </a:solidFill>
              </a:defRPr>
            </a:lvl7pPr>
            <a:lvl8pPr algn="l">
              <a:buNone/>
              <a:defRPr sz="1650" b="0">
                <a:solidFill>
                  <a:srgbClr val="D7D3CC"/>
                </a:solidFill>
              </a:defRPr>
            </a:lvl8pPr>
            <a:lvl9pPr algn="l">
              <a:buNone/>
              <a:defRPr sz="1650" b="0">
                <a:solidFill>
                  <a:srgbClr val="D7D3CC"/>
                </a:solidFill>
              </a:defRPr>
            </a:lvl9pPr>
          </a:lstStyle>
          <a:p xmlns:a="http://schemas.openxmlformats.org/drawingml/2006/main">
            <a:pPr algn="l">
              <a:buNone/>
              <a:defRPr sz="1650" b="0">
                <a:solidFill>
                  <a:srgbClr val="D7D3CC"/>
                </a:solidFill>
              </a:defRPr>
            </a:pPr>
            <a:r>
              <a:rPr sz="1650" b="0">
                <a:solidFill>
                  <a:srgbClr val="D7D3CC"/>
                </a:solidFill>
              </a:rPr>
              <a:t>Tools for the floor</a:t>
            </a:r>
          </a:p>
        </p:txBody>
      </p:sp>
      <p:sp>
        <p:nvSpPr>
          <p:cNvPr id="18" name="">
            <a:extLst xmlns:a="http://schemas.openxmlformats.org/drawingml/2006/main">
              <a:ext uri="{FF2B5EF4-FFF2-40B4-BE49-F238E27FC236}">
                <a16:creationId xmlns:a16="http://schemas.microsoft.com/office/drawing/2014/main" id="{930E2BB4-B584-4049-88AD-2A0C46588393}"/>
              </a:ext>
            </a:extLst>
          </p:cNvPr>
          <p:cNvSpPr>
            <a:spLocks xmlns:a="http://schemas.openxmlformats.org/drawingml/2006/main" noGrp="1"/>
          </p:cNvSpPr>
          <p:nvPr/>
        </p:nvSpPr>
        <p:spPr>
          <a:xfrm xmlns:a="http://schemas.openxmlformats.org/drawingml/2006/main">
            <a:off x="9001125" y="4286250"/>
            <a:ext cx="2524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D7D3CC"/>
                </a:solidFill>
              </a:defRPr>
            </a:defPPr>
            <a:lvl1pPr algn="l">
              <a:buNone/>
              <a:defRPr sz="1650" b="0">
                <a:solidFill>
                  <a:srgbClr val="D7D3CC"/>
                </a:solidFill>
              </a:defRPr>
            </a:lvl1pPr>
            <a:lvl2pPr algn="l">
              <a:buNone/>
              <a:defRPr sz="1650" b="0">
                <a:solidFill>
                  <a:srgbClr val="D7D3CC"/>
                </a:solidFill>
              </a:defRPr>
            </a:lvl2pPr>
            <a:lvl3pPr algn="l">
              <a:buNone/>
              <a:defRPr sz="1650" b="0">
                <a:solidFill>
                  <a:srgbClr val="D7D3CC"/>
                </a:solidFill>
              </a:defRPr>
            </a:lvl3pPr>
            <a:lvl4pPr algn="l">
              <a:buNone/>
              <a:defRPr sz="1650" b="0">
                <a:solidFill>
                  <a:srgbClr val="D7D3CC"/>
                </a:solidFill>
              </a:defRPr>
            </a:lvl4pPr>
            <a:lvl5pPr algn="l">
              <a:buNone/>
              <a:defRPr sz="1650" b="0">
                <a:solidFill>
                  <a:srgbClr val="D7D3CC"/>
                </a:solidFill>
              </a:defRPr>
            </a:lvl5pPr>
            <a:lvl6pPr algn="l">
              <a:buNone/>
              <a:defRPr sz="1650" b="0">
                <a:solidFill>
                  <a:srgbClr val="D7D3CC"/>
                </a:solidFill>
              </a:defRPr>
            </a:lvl6pPr>
            <a:lvl7pPr algn="l">
              <a:buNone/>
              <a:defRPr sz="1650" b="0">
                <a:solidFill>
                  <a:srgbClr val="D7D3CC"/>
                </a:solidFill>
              </a:defRPr>
            </a:lvl7pPr>
            <a:lvl8pPr algn="l">
              <a:buNone/>
              <a:defRPr sz="1650" b="0">
                <a:solidFill>
                  <a:srgbClr val="D7D3CC"/>
                </a:solidFill>
              </a:defRPr>
            </a:lvl8pPr>
            <a:lvl9pPr algn="l">
              <a:buNone/>
              <a:defRPr sz="1650" b="0">
                <a:solidFill>
                  <a:srgbClr val="D7D3CC"/>
                </a:solidFill>
              </a:defRPr>
            </a:lvl9pPr>
          </a:lstStyle>
          <a:p xmlns:a="http://schemas.openxmlformats.org/drawingml/2006/main">
            <a:pPr algn="l">
              <a:buNone/>
              <a:defRPr sz="1650" b="0">
                <a:solidFill>
                  <a:srgbClr val="D7D3CC"/>
                </a:solidFill>
              </a:defRPr>
            </a:pPr>
            <a:r>
              <a:rPr sz="1650" b="0">
                <a:solidFill>
                  <a:srgbClr val="D7D3CC"/>
                </a:solidFill>
              </a:rPr>
              <a:t>Proof in real conditions</a:t>
            </a:r>
          </a:p>
        </p:txBody>
      </p:sp>
    </p:spTree>
    <p:extLst>
      <p:ext uri="{BB962C8B-B14F-4D97-AF65-F5344CB8AC3E}">
        <p14:creationId xmlns:p14="http://schemas.microsoft.com/office/powerpoint/2010/main" val="1846883819"/>
      </p:ext>
    </p:extLst>
  </p:cSld>
</p:sld>
</file>

<file path=ppt/slides/slide8.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71E520C8-8C4D-438F-A7F2-D5CE5E3ECF1E}"/>
              </a:ext>
            </a:extLst>
          </p:cNvPr>
          <p:cNvPicPr>
            <a:picLocks xmlns:a="http://schemas.openxmlformats.org/drawingml/2006/main" noChangeAspect="1"/>
          </p:cNvPicPr>
          <p:nvPr/>
        </p:nvPicPr>
        <p:blipFill>
          <a:blip xmlns:r="http://schemas.openxmlformats.org/officeDocument/2006/relationships" xmlns:a="http://schemas.openxmlformats.org/drawingml/2006/main" r:embed="R0c1dae8ebf3440f6"/>
          <a:stretch xmlns:a="http://schemas.openxmlformats.org/drawingml/2006/main"/>
        </p:blipFill>
        <p:spPr>
          <a:xfrm xmlns:a="http://schemas.openxmlformats.org/drawingml/2006/main">
            <a:off x="817033" y="6515100"/>
            <a:ext cx="918633" cy="2952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A4FE53C-1958-4FDA-93AB-6938617A3F46}"/>
              </a:ext>
            </a:extLst>
          </p:cNvPr>
          <p:cNvPicPr>
            <a:picLocks xmlns:a="http://schemas.openxmlformats.org/drawingml/2006/main" noChangeAspect="1"/>
          </p:cNvPicPr>
          <p:nvPr/>
        </p:nvPicPr>
        <p:blipFill>
          <a:blip xmlns:r="http://schemas.openxmlformats.org/officeDocument/2006/relationships" xmlns:a="http://schemas.openxmlformats.org/drawingml/2006/main" r:embed="Ra48562c9dbe0424d"/>
          <a:stretch xmlns:a="http://schemas.openxmlformats.org/drawingml/2006/main"/>
        </p:blipFill>
        <p:spPr>
          <a:xfrm xmlns:a="http://schemas.openxmlformats.org/drawingml/2006/main">
            <a:off x="8420100" y="2028825"/>
            <a:ext cx="2857500" cy="2857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04BD054-C11E-497F-9C8C-692390B2F26E}"/>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B5C4393-4594-41A1-B382-575EC6333BF7}"/>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08</a:t>
            </a:r>
          </a:p>
        </p:txBody>
      </p:sp>
      <p:sp>
        <p:nvSpPr>
          <p:cNvPr id="10" name="">
            <a:extLst xmlns:a="http://schemas.openxmlformats.org/drawingml/2006/main">
              <a:ext uri="{FF2B5EF4-FFF2-40B4-BE49-F238E27FC236}">
                <a16:creationId xmlns:a16="http://schemas.microsoft.com/office/drawing/2014/main" id="{1367936C-B77C-47B6-AC09-EAA057CF0C54}"/>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231F20"/>
                </a:solidFill>
              </a:defRPr>
            </a:defPPr>
            <a:lvl1pPr algn="l">
              <a:buNone/>
              <a:defRPr sz="3750" b="1">
                <a:solidFill>
                  <a:srgbClr val="231F20"/>
                </a:solidFill>
              </a:defRPr>
            </a:lvl1pPr>
            <a:lvl2pPr algn="l">
              <a:buNone/>
              <a:defRPr sz="3750" b="1">
                <a:solidFill>
                  <a:srgbClr val="231F20"/>
                </a:solidFill>
              </a:defRPr>
            </a:lvl2pPr>
            <a:lvl3pPr algn="l">
              <a:buNone/>
              <a:defRPr sz="3750" b="1">
                <a:solidFill>
                  <a:srgbClr val="231F20"/>
                </a:solidFill>
              </a:defRPr>
            </a:lvl3pPr>
            <a:lvl4pPr algn="l">
              <a:buNone/>
              <a:defRPr sz="3750" b="1">
                <a:solidFill>
                  <a:srgbClr val="231F20"/>
                </a:solidFill>
              </a:defRPr>
            </a:lvl4pPr>
            <a:lvl5pPr algn="l">
              <a:buNone/>
              <a:defRPr sz="3750" b="1">
                <a:solidFill>
                  <a:srgbClr val="231F20"/>
                </a:solidFill>
              </a:defRPr>
            </a:lvl5pPr>
            <a:lvl6pPr algn="l">
              <a:buNone/>
              <a:defRPr sz="3750" b="1">
                <a:solidFill>
                  <a:srgbClr val="231F20"/>
                </a:solidFill>
              </a:defRPr>
            </a:lvl6pPr>
            <a:lvl7pPr algn="l">
              <a:buNone/>
              <a:defRPr sz="3750" b="1">
                <a:solidFill>
                  <a:srgbClr val="231F20"/>
                </a:solidFill>
              </a:defRPr>
            </a:lvl7pPr>
            <a:lvl8pPr algn="l">
              <a:buNone/>
              <a:defRPr sz="3750" b="1">
                <a:solidFill>
                  <a:srgbClr val="231F20"/>
                </a:solidFill>
              </a:defRPr>
            </a:lvl8pPr>
            <a:lvl9pPr algn="l">
              <a:buNone/>
              <a:defRPr sz="3750" b="1">
                <a:solidFill>
                  <a:srgbClr val="231F20"/>
                </a:solidFill>
              </a:defRPr>
            </a:lvl9pPr>
          </a:lstStyle>
          <a:p xmlns:a="http://schemas.openxmlformats.org/drawingml/2006/main">
            <a:pPr algn="l">
              <a:buNone/>
              <a:defRPr sz="3750" b="1">
                <a:solidFill>
                  <a:srgbClr val="231F20"/>
                </a:solidFill>
              </a:defRPr>
            </a:pPr>
            <a:r>
              <a:rPr sz="3750" b="1">
                <a:solidFill>
                  <a:srgbClr val="231F20"/>
                </a:solidFill>
              </a:rPr>
              <a:t>Try it yourself</a:t>
            </a:r>
          </a:p>
        </p:txBody>
      </p:sp>
      <p:sp>
        <p:nvSpPr>
          <p:cNvPr id="11" name="">
            <a:extLst xmlns:a="http://schemas.openxmlformats.org/drawingml/2006/main">
              <a:ext uri="{FF2B5EF4-FFF2-40B4-BE49-F238E27FC236}">
                <a16:creationId xmlns:a16="http://schemas.microsoft.com/office/drawing/2014/main" id="{47BE2F6C-A6D2-4EE7-B292-8E8489190D54}"/>
              </a:ext>
            </a:extLst>
          </p:cNvPr>
          <p:cNvSpPr>
            <a:spLocks xmlns:a="http://schemas.openxmlformats.org/drawingml/2006/main" noGrp="1"/>
          </p:cNvSpPr>
          <p:nvPr/>
        </p:nvSpPr>
        <p:spPr>
          <a:xfrm xmlns:a="http://schemas.openxmlformats.org/drawingml/2006/main">
            <a:off x="762000" y="2409825"/>
            <a:ext cx="714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900" b="1">
                <a:solidFill>
                  <a:srgbClr val="231F20"/>
                </a:solidFill>
              </a:defRPr>
            </a:defPPr>
            <a:lvl1pPr algn="l">
              <a:buNone/>
              <a:defRPr sz="3900" b="1">
                <a:solidFill>
                  <a:srgbClr val="231F20"/>
                </a:solidFill>
              </a:defRPr>
            </a:lvl1pPr>
            <a:lvl2pPr algn="l">
              <a:buNone/>
              <a:defRPr sz="3900" b="1">
                <a:solidFill>
                  <a:srgbClr val="231F20"/>
                </a:solidFill>
              </a:defRPr>
            </a:lvl2pPr>
            <a:lvl3pPr algn="l">
              <a:buNone/>
              <a:defRPr sz="3900" b="1">
                <a:solidFill>
                  <a:srgbClr val="231F20"/>
                </a:solidFill>
              </a:defRPr>
            </a:lvl3pPr>
            <a:lvl4pPr algn="l">
              <a:buNone/>
              <a:defRPr sz="3900" b="1">
                <a:solidFill>
                  <a:srgbClr val="231F20"/>
                </a:solidFill>
              </a:defRPr>
            </a:lvl4pPr>
            <a:lvl5pPr algn="l">
              <a:buNone/>
              <a:defRPr sz="3900" b="1">
                <a:solidFill>
                  <a:srgbClr val="231F20"/>
                </a:solidFill>
              </a:defRPr>
            </a:lvl5pPr>
            <a:lvl6pPr algn="l">
              <a:buNone/>
              <a:defRPr sz="3900" b="1">
                <a:solidFill>
                  <a:srgbClr val="231F20"/>
                </a:solidFill>
              </a:defRPr>
            </a:lvl6pPr>
            <a:lvl7pPr algn="l">
              <a:buNone/>
              <a:defRPr sz="3900" b="1">
                <a:solidFill>
                  <a:srgbClr val="231F20"/>
                </a:solidFill>
              </a:defRPr>
            </a:lvl7pPr>
            <a:lvl8pPr algn="l">
              <a:buNone/>
              <a:defRPr sz="3900" b="1">
                <a:solidFill>
                  <a:srgbClr val="231F20"/>
                </a:solidFill>
              </a:defRPr>
            </a:lvl8pPr>
            <a:lvl9pPr algn="l">
              <a:buNone/>
              <a:defRPr sz="3900" b="1">
                <a:solidFill>
                  <a:srgbClr val="231F20"/>
                </a:solidFill>
              </a:defRPr>
            </a:lvl9pPr>
          </a:lstStyle>
          <a:p xmlns:a="http://schemas.openxmlformats.org/drawingml/2006/main">
            <a:pPr algn="l">
              <a:buNone/>
              <a:defRPr sz="3900" b="1">
                <a:solidFill>
                  <a:srgbClr val="231F20"/>
                </a:solidFill>
              </a:defRPr>
            </a:pPr>
            <a:r>
              <a:rPr sz="3900" b="1">
                <a:solidFill>
                  <a:srgbClr val="231F20"/>
                </a:solidFill>
              </a:rPr>
              <a:t>Draw. Test. Change.</a:t>
            </a:r>
          </a:p>
        </p:txBody>
      </p:sp>
      <p:sp>
        <p:nvSpPr>
          <p:cNvPr id="12" name="">
            <a:extLst xmlns:a="http://schemas.openxmlformats.org/drawingml/2006/main">
              <a:ext uri="{FF2B5EF4-FFF2-40B4-BE49-F238E27FC236}">
                <a16:creationId xmlns:a16="http://schemas.microsoft.com/office/drawing/2014/main" id="{BB71C93E-4BD0-42DC-81A3-4B8EBE454626}"/>
              </a:ext>
            </a:extLst>
          </p:cNvPr>
          <p:cNvSpPr>
            <a:spLocks xmlns:a="http://schemas.openxmlformats.org/drawingml/2006/main" noGrp="1"/>
          </p:cNvSpPr>
          <p:nvPr/>
        </p:nvSpPr>
        <p:spPr>
          <a:xfrm xmlns:a="http://schemas.openxmlformats.org/drawingml/2006/main">
            <a:off x="762000" y="5334000"/>
            <a:ext cx="685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826941"/>
                </a:solidFill>
              </a:defRPr>
            </a:defPPr>
            <a:lvl1pPr algn="l">
              <a:buNone/>
              <a:defRPr sz="1950" b="0">
                <a:solidFill>
                  <a:srgbClr val="826941"/>
                </a:solidFill>
              </a:defRPr>
            </a:lvl1pPr>
            <a:lvl2pPr algn="l">
              <a:buNone/>
              <a:defRPr sz="1950" b="0">
                <a:solidFill>
                  <a:srgbClr val="826941"/>
                </a:solidFill>
              </a:defRPr>
            </a:lvl2pPr>
            <a:lvl3pPr algn="l">
              <a:buNone/>
              <a:defRPr sz="1950" b="0">
                <a:solidFill>
                  <a:srgbClr val="826941"/>
                </a:solidFill>
              </a:defRPr>
            </a:lvl3pPr>
            <a:lvl4pPr algn="l">
              <a:buNone/>
              <a:defRPr sz="1950" b="0">
                <a:solidFill>
                  <a:srgbClr val="826941"/>
                </a:solidFill>
              </a:defRPr>
            </a:lvl4pPr>
            <a:lvl5pPr algn="l">
              <a:buNone/>
              <a:defRPr sz="1950" b="0">
                <a:solidFill>
                  <a:srgbClr val="826941"/>
                </a:solidFill>
              </a:defRPr>
            </a:lvl5pPr>
            <a:lvl6pPr algn="l">
              <a:buNone/>
              <a:defRPr sz="1950" b="0">
                <a:solidFill>
                  <a:srgbClr val="826941"/>
                </a:solidFill>
              </a:defRPr>
            </a:lvl6pPr>
            <a:lvl7pPr algn="l">
              <a:buNone/>
              <a:defRPr sz="1950" b="0">
                <a:solidFill>
                  <a:srgbClr val="826941"/>
                </a:solidFill>
              </a:defRPr>
            </a:lvl7pPr>
            <a:lvl8pPr algn="l">
              <a:buNone/>
              <a:defRPr sz="1950" b="0">
                <a:solidFill>
                  <a:srgbClr val="826941"/>
                </a:solidFill>
              </a:defRPr>
            </a:lvl8pPr>
            <a:lvl9pPr algn="l">
              <a:buNone/>
              <a:defRPr sz="1950" b="0">
                <a:solidFill>
                  <a:srgbClr val="826941"/>
                </a:solidFill>
              </a:defRPr>
            </a:lvl9pPr>
          </a:lstStyle>
          <a:p xmlns:a="http://schemas.openxmlformats.org/drawingml/2006/main">
            <a:pPr algn="l">
              <a:buNone/>
              <a:defRPr sz="1950" b="0">
                <a:solidFill>
                  <a:srgbClr val="826941"/>
                </a:solidFill>
              </a:defRPr>
            </a:pPr>
            <a:r>
              <a:rPr sz="1950" b="0">
                <a:solidFill>
                  <a:srgbClr val="826941"/>
                </a:solidFill>
              </a:rPr>
              <a:t>4founders.dev/demo/ai-in-action/</a:t>
            </a:r>
          </a:p>
        </p:txBody>
      </p:sp>
      <p:sp>
        <p:nvSpPr>
          <p:cNvPr id="13" name="">
            <a:extLst xmlns:a="http://schemas.openxmlformats.org/drawingml/2006/main">
              <a:ext uri="{FF2B5EF4-FFF2-40B4-BE49-F238E27FC236}">
                <a16:creationId xmlns:a16="http://schemas.microsoft.com/office/drawing/2014/main" id="{76FB7C0B-BCBA-4EAD-B637-581F835239B9}"/>
              </a:ext>
            </a:extLst>
          </p:cNvPr>
          <p:cNvSpPr>
            <a:spLocks xmlns:a="http://schemas.openxmlformats.org/drawingml/2006/main" noGrp="1"/>
          </p:cNvSpPr>
          <p:nvPr/>
        </p:nvSpPr>
        <p:spPr>
          <a:xfrm xmlns:a="http://schemas.openxmlformats.org/drawingml/2006/main">
            <a:off x="8248650" y="51530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826941"/>
                </a:solidFill>
              </a:defRPr>
            </a:defPPr>
            <a:lvl1pPr algn="l">
              <a:buNone/>
              <a:defRPr sz="1575" b="1">
                <a:solidFill>
                  <a:srgbClr val="826941"/>
                </a:solidFill>
              </a:defRPr>
            </a:lvl1pPr>
            <a:lvl2pPr algn="l">
              <a:buNone/>
              <a:defRPr sz="1575" b="1">
                <a:solidFill>
                  <a:srgbClr val="826941"/>
                </a:solidFill>
              </a:defRPr>
            </a:lvl2pPr>
            <a:lvl3pPr algn="l">
              <a:buNone/>
              <a:defRPr sz="1575" b="1">
                <a:solidFill>
                  <a:srgbClr val="826941"/>
                </a:solidFill>
              </a:defRPr>
            </a:lvl3pPr>
            <a:lvl4pPr algn="l">
              <a:buNone/>
              <a:defRPr sz="1575" b="1">
                <a:solidFill>
                  <a:srgbClr val="826941"/>
                </a:solidFill>
              </a:defRPr>
            </a:lvl4pPr>
            <a:lvl5pPr algn="l">
              <a:buNone/>
              <a:defRPr sz="1575" b="1">
                <a:solidFill>
                  <a:srgbClr val="826941"/>
                </a:solidFill>
              </a:defRPr>
            </a:lvl5pPr>
            <a:lvl6pPr algn="l">
              <a:buNone/>
              <a:defRPr sz="1575" b="1">
                <a:solidFill>
                  <a:srgbClr val="826941"/>
                </a:solidFill>
              </a:defRPr>
            </a:lvl6pPr>
            <a:lvl7pPr algn="l">
              <a:buNone/>
              <a:defRPr sz="1575" b="1">
                <a:solidFill>
                  <a:srgbClr val="826941"/>
                </a:solidFill>
              </a:defRPr>
            </a:lvl7pPr>
            <a:lvl8pPr algn="l">
              <a:buNone/>
              <a:defRPr sz="1575" b="1">
                <a:solidFill>
                  <a:srgbClr val="826941"/>
                </a:solidFill>
              </a:defRPr>
            </a:lvl8pPr>
            <a:lvl9pPr algn="l">
              <a:buNone/>
              <a:defRPr sz="1575" b="1">
                <a:solidFill>
                  <a:srgbClr val="826941"/>
                </a:solidFill>
              </a:defRPr>
            </a:lvl9pPr>
          </a:lstStyle>
          <a:p xmlns:a="http://schemas.openxmlformats.org/drawingml/2006/main">
            <a:pPr algn="l">
              <a:buNone/>
              <a:defRPr sz="1575" b="1">
                <a:solidFill>
                  <a:srgbClr val="826941"/>
                </a:solidFill>
              </a:defRPr>
            </a:pPr>
            <a:r>
              <a:rPr sz="1575" b="1">
                <a:solidFill>
                  <a:srgbClr val="826941"/>
                </a:solidFill>
              </a:rPr>
              <a:t>EVENT PIN</a:t>
            </a:r>
          </a:p>
        </p:txBody>
      </p:sp>
      <p:sp>
        <p:nvSpPr>
          <p:cNvPr id="14" name="">
            <a:extLst xmlns:a="http://schemas.openxmlformats.org/drawingml/2006/main">
              <a:ext uri="{FF2B5EF4-FFF2-40B4-BE49-F238E27FC236}">
                <a16:creationId xmlns:a16="http://schemas.microsoft.com/office/drawing/2014/main" id="{73BBEEFC-CA33-4635-BB9F-3A3AC34EE91C}"/>
              </a:ext>
            </a:extLst>
          </p:cNvPr>
          <p:cNvSpPr>
            <a:spLocks xmlns:a="http://schemas.openxmlformats.org/drawingml/2006/main" noGrp="1"/>
          </p:cNvSpPr>
          <p:nvPr/>
        </p:nvSpPr>
        <p:spPr>
          <a:xfrm xmlns:a="http://schemas.openxmlformats.org/drawingml/2006/main">
            <a:off x="8248650" y="5514975"/>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231F20"/>
                </a:solidFill>
              </a:defRPr>
            </a:defPPr>
            <a:lvl1pPr algn="l">
              <a:buNone/>
              <a:defRPr sz="3600" b="1">
                <a:solidFill>
                  <a:srgbClr val="231F20"/>
                </a:solidFill>
              </a:defRPr>
            </a:lvl1pPr>
            <a:lvl2pPr algn="l">
              <a:buNone/>
              <a:defRPr sz="3600" b="1">
                <a:solidFill>
                  <a:srgbClr val="231F20"/>
                </a:solidFill>
              </a:defRPr>
            </a:lvl2pPr>
            <a:lvl3pPr algn="l">
              <a:buNone/>
              <a:defRPr sz="3600" b="1">
                <a:solidFill>
                  <a:srgbClr val="231F20"/>
                </a:solidFill>
              </a:defRPr>
            </a:lvl3pPr>
            <a:lvl4pPr algn="l">
              <a:buNone/>
              <a:defRPr sz="3600" b="1">
                <a:solidFill>
                  <a:srgbClr val="231F20"/>
                </a:solidFill>
              </a:defRPr>
            </a:lvl4pPr>
            <a:lvl5pPr algn="l">
              <a:buNone/>
              <a:defRPr sz="3600" b="1">
                <a:solidFill>
                  <a:srgbClr val="231F20"/>
                </a:solidFill>
              </a:defRPr>
            </a:lvl5pPr>
            <a:lvl6pPr algn="l">
              <a:buNone/>
              <a:defRPr sz="3600" b="1">
                <a:solidFill>
                  <a:srgbClr val="231F20"/>
                </a:solidFill>
              </a:defRPr>
            </a:lvl6pPr>
            <a:lvl7pPr algn="l">
              <a:buNone/>
              <a:defRPr sz="3600" b="1">
                <a:solidFill>
                  <a:srgbClr val="231F20"/>
                </a:solidFill>
              </a:defRPr>
            </a:lvl7pPr>
            <a:lvl8pPr algn="l">
              <a:buNone/>
              <a:defRPr sz="3600" b="1">
                <a:solidFill>
                  <a:srgbClr val="231F20"/>
                </a:solidFill>
              </a:defRPr>
            </a:lvl8pPr>
            <a:lvl9pPr algn="l">
              <a:buNone/>
              <a:defRPr sz="3600" b="1">
                <a:solidFill>
                  <a:srgbClr val="231F20"/>
                </a:solidFill>
              </a:defRPr>
            </a:lvl9pPr>
          </a:lstStyle>
          <a:p xmlns:a="http://schemas.openxmlformats.org/drawingml/2006/main">
            <a:pPr algn="l">
              <a:buNone/>
              <a:defRPr sz="3600" b="1">
                <a:solidFill>
                  <a:srgbClr val="231F20"/>
                </a:solidFill>
              </a:defRPr>
            </a:pPr>
            <a:r>
              <a:rPr sz="3600" b="1">
                <a:solidFill>
                  <a:srgbClr val="231F20"/>
                </a:solidFill>
              </a:rPr>
              <a:t>877262</a:t>
            </a:r>
          </a:p>
        </p:txBody>
      </p:sp>
      <p:pic>
        <p:nvPicPr>
          <p:cNvPr id="15" name="">
            <a:extLst xmlns:a="http://schemas.openxmlformats.org/drawingml/2006/main">
              <a:ext uri="{FF2B5EF4-FFF2-40B4-BE49-F238E27FC236}">
                <a16:creationId xmlns:a16="http://schemas.microsoft.com/office/drawing/2014/main" id="{D6140392-CB90-4763-85D6-EA42DBE189CA}"/>
              </a:ext>
            </a:extLst>
          </p:cNvPr>
          <p:cNvPicPr>
            <a:picLocks xmlns:a="http://schemas.openxmlformats.org/drawingml/2006/main" noChangeAspect="1"/>
          </p:cNvPicPr>
          <p:nvPr/>
        </p:nvPicPr>
        <p:blipFill>
          <a:blip xmlns:r="http://schemas.openxmlformats.org/officeDocument/2006/relationships" xmlns:a="http://schemas.openxmlformats.org/drawingml/2006/main" r:embed="Ra7213ef0b843400c"/>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Tree>
    <p:extLst>
      <p:ext uri="{BB962C8B-B14F-4D97-AF65-F5344CB8AC3E}">
        <p14:creationId xmlns:p14="http://schemas.microsoft.com/office/powerpoint/2010/main" val="1514784635"/>
      </p:ext>
    </p:extLst>
  </p:cSld>
</p:sld>
</file>

<file path=ppt/slides/slide9.xml><?xml version="1.0" encoding="utf-8"?>
<p:sld xmlns:p="http://schemas.openxmlformats.org/presentationml/2006/main">
  <p:cSld>
    <p:bg>
      <p:bgPr>
        <a:solidFill xmlns:a="http://schemas.openxmlformats.org/drawingml/2006/main">
          <a:srgbClr val="231F2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D50456-0F4F-444E-8B01-AA719D1BE2E2}"/>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F0A3CA-4013-435F-B7B7-61838B57C134}"/>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09</a:t>
            </a:r>
          </a:p>
        </p:txBody>
      </p:sp>
      <p:pic>
        <p:nvPicPr>
          <p:cNvPr id="3" name="">
            <a:extLst xmlns:a="http://schemas.openxmlformats.org/drawingml/2006/main">
              <a:ext uri="{FF2B5EF4-FFF2-40B4-BE49-F238E27FC236}">
                <a16:creationId xmlns:a16="http://schemas.microsoft.com/office/drawing/2014/main" id="{DFC6D5DE-13E6-4C65-A203-C61C10439FDB}"/>
              </a:ext>
            </a:extLst>
          </p:cNvPr>
          <p:cNvPicPr>
            <a:picLocks xmlns:a="http://schemas.openxmlformats.org/drawingml/2006/main" noChangeAspect="1"/>
          </p:cNvPicPr>
          <p:nvPr/>
        </p:nvPicPr>
        <p:blipFill>
          <a:blip xmlns:r="http://schemas.openxmlformats.org/officeDocument/2006/relationships" xmlns:a="http://schemas.openxmlformats.org/drawingml/2006/main" r:embed="Rd00defa0ae1b4289"/>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376432-9107-4000-A7F5-29CB03B6F9EE}"/>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FFFFFF"/>
                </a:solidFill>
              </a:defRPr>
            </a:defPPr>
            <a:lvl1pPr algn="l">
              <a:buNone/>
              <a:defRPr sz="3750" b="1">
                <a:solidFill>
                  <a:srgbClr val="FFFFFF"/>
                </a:solidFill>
              </a:defRPr>
            </a:lvl1pPr>
            <a:lvl2pPr algn="l">
              <a:buNone/>
              <a:defRPr sz="3750" b="1">
                <a:solidFill>
                  <a:srgbClr val="FFFFFF"/>
                </a:solidFill>
              </a:defRPr>
            </a:lvl2pPr>
            <a:lvl3pPr algn="l">
              <a:buNone/>
              <a:defRPr sz="3750" b="1">
                <a:solidFill>
                  <a:srgbClr val="FFFFFF"/>
                </a:solidFill>
              </a:defRPr>
            </a:lvl3pPr>
            <a:lvl4pPr algn="l">
              <a:buNone/>
              <a:defRPr sz="3750" b="1">
                <a:solidFill>
                  <a:srgbClr val="FFFFFF"/>
                </a:solidFill>
              </a:defRPr>
            </a:lvl4pPr>
            <a:lvl5pPr algn="l">
              <a:buNone/>
              <a:defRPr sz="3750" b="1">
                <a:solidFill>
                  <a:srgbClr val="FFFFFF"/>
                </a:solidFill>
              </a:defRPr>
            </a:lvl5pPr>
            <a:lvl6pPr algn="l">
              <a:buNone/>
              <a:defRPr sz="3750" b="1">
                <a:solidFill>
                  <a:srgbClr val="FFFFFF"/>
                </a:solidFill>
              </a:defRPr>
            </a:lvl6pPr>
            <a:lvl7pPr algn="l">
              <a:buNone/>
              <a:defRPr sz="3750" b="1">
                <a:solidFill>
                  <a:srgbClr val="FFFFFF"/>
                </a:solidFill>
              </a:defRPr>
            </a:lvl7pPr>
            <a:lvl8pPr algn="l">
              <a:buNone/>
              <a:defRPr sz="3750" b="1">
                <a:solidFill>
                  <a:srgbClr val="FFFFFF"/>
                </a:solidFill>
              </a:defRPr>
            </a:lvl8pPr>
            <a:lvl9pPr algn="l">
              <a:buNone/>
              <a:defRPr sz="3750" b="1">
                <a:solidFill>
                  <a:srgbClr val="FFFFFF"/>
                </a:solidFill>
              </a:defRPr>
            </a:lvl9pPr>
          </a:lstStyle>
          <a:p xmlns:a="http://schemas.openxmlformats.org/drawingml/2006/main">
            <a:pPr algn="l">
              <a:buNone/>
              <a:defRPr sz="3750" b="1">
                <a:solidFill>
                  <a:srgbClr val="FFFFFF"/>
                </a:solidFill>
              </a:defRPr>
            </a:pPr>
            <a:r>
              <a:rPr sz="3750" b="1">
                <a:solidFill>
                  <a:srgbClr val="FFFFFF"/>
                </a:solidFill>
              </a:rPr>
              <a:t>Bring us your idea</a:t>
            </a:r>
          </a:p>
        </p:txBody>
      </p:sp>
      <p:sp>
        <p:nvSpPr>
          <p:cNvPr id="5" name="">
            <a:extLst xmlns:a="http://schemas.openxmlformats.org/drawingml/2006/main">
              <a:ext uri="{FF2B5EF4-FFF2-40B4-BE49-F238E27FC236}">
                <a16:creationId xmlns:a16="http://schemas.microsoft.com/office/drawing/2014/main" id="{BE0E36E1-5465-4CD0-8749-A5E0F0A81A7F}"/>
              </a:ext>
            </a:extLst>
          </p:cNvPr>
          <p:cNvSpPr>
            <a:spLocks xmlns:a="http://schemas.openxmlformats.org/drawingml/2006/main" noGrp="1"/>
          </p:cNvSpPr>
          <p:nvPr/>
        </p:nvSpPr>
        <p:spPr>
          <a:xfrm xmlns:a="http://schemas.openxmlformats.org/drawingml/2006/main">
            <a:off x="762000" y="1895475"/>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B89B68"/>
                </a:solidFill>
              </a:defRPr>
            </a:defPPr>
            <a:lvl1pPr algn="l">
              <a:buNone/>
              <a:defRPr sz="1725" b="1">
                <a:solidFill>
                  <a:srgbClr val="B89B68"/>
                </a:solidFill>
              </a:defRPr>
            </a:lvl1pPr>
            <a:lvl2pPr algn="l">
              <a:buNone/>
              <a:defRPr sz="1725" b="1">
                <a:solidFill>
                  <a:srgbClr val="B89B68"/>
                </a:solidFill>
              </a:defRPr>
            </a:lvl2pPr>
            <a:lvl3pPr algn="l">
              <a:buNone/>
              <a:defRPr sz="1725" b="1">
                <a:solidFill>
                  <a:srgbClr val="B89B68"/>
                </a:solidFill>
              </a:defRPr>
            </a:lvl3pPr>
            <a:lvl4pPr algn="l">
              <a:buNone/>
              <a:defRPr sz="1725" b="1">
                <a:solidFill>
                  <a:srgbClr val="B89B68"/>
                </a:solidFill>
              </a:defRPr>
            </a:lvl4pPr>
            <a:lvl5pPr algn="l">
              <a:buNone/>
              <a:defRPr sz="1725" b="1">
                <a:solidFill>
                  <a:srgbClr val="B89B68"/>
                </a:solidFill>
              </a:defRPr>
            </a:lvl5pPr>
            <a:lvl6pPr algn="l">
              <a:buNone/>
              <a:defRPr sz="1725" b="1">
                <a:solidFill>
                  <a:srgbClr val="B89B68"/>
                </a:solidFill>
              </a:defRPr>
            </a:lvl6pPr>
            <a:lvl7pPr algn="l">
              <a:buNone/>
              <a:defRPr sz="1725" b="1">
                <a:solidFill>
                  <a:srgbClr val="B89B68"/>
                </a:solidFill>
              </a:defRPr>
            </a:lvl7pPr>
            <a:lvl8pPr algn="l">
              <a:buNone/>
              <a:defRPr sz="1725" b="1">
                <a:solidFill>
                  <a:srgbClr val="B89B68"/>
                </a:solidFill>
              </a:defRPr>
            </a:lvl8pPr>
            <a:lvl9pPr algn="l">
              <a:buNone/>
              <a:defRPr sz="1725" b="1">
                <a:solidFill>
                  <a:srgbClr val="B89B68"/>
                </a:solidFill>
              </a:defRPr>
            </a:lvl9pPr>
          </a:lstStyle>
          <a:p xmlns:a="http://schemas.openxmlformats.org/drawingml/2006/main">
            <a:pPr algn="l">
              <a:buNone/>
              <a:defRPr sz="1725" b="1">
                <a:solidFill>
                  <a:srgbClr val="B89B68"/>
                </a:solidFill>
              </a:defRPr>
            </a:pPr>
            <a:r>
              <a:rPr sz="1725" b="1">
                <a:solidFill>
                  <a:srgbClr val="B89B68"/>
                </a:solidFill>
              </a:rPr>
              <a:t>BEYOND THE ROLES YOU’VE SEEN</a:t>
            </a:r>
          </a:p>
        </p:txBody>
      </p:sp>
      <p:sp>
        <p:nvSpPr>
          <p:cNvPr id="6" name="">
            <a:extLst xmlns:a="http://schemas.openxmlformats.org/drawingml/2006/main">
              <a:ext uri="{FF2B5EF4-FFF2-40B4-BE49-F238E27FC236}">
                <a16:creationId xmlns:a16="http://schemas.microsoft.com/office/drawing/2014/main" id="{8BCF010B-6530-44E4-B0CD-570273B723CE}"/>
              </a:ext>
            </a:extLst>
          </p:cNvPr>
          <p:cNvSpPr>
            <a:spLocks xmlns:a="http://schemas.openxmlformats.org/drawingml/2006/main" noGrp="1"/>
          </p:cNvSpPr>
          <p:nvPr/>
        </p:nvSpPr>
        <p:spPr>
          <a:xfrm xmlns:a="http://schemas.openxmlformats.org/drawingml/2006/main">
            <a:off x="762000" y="2590800"/>
            <a:ext cx="10668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FFFFFF"/>
                </a:solidFill>
              </a:defRPr>
            </a:defPPr>
            <a:lvl1pPr algn="l">
              <a:buNone/>
              <a:defRPr sz="4200" b="1">
                <a:solidFill>
                  <a:srgbClr val="FFFFFF"/>
                </a:solidFill>
              </a:defRPr>
            </a:lvl1pPr>
            <a:lvl2pPr algn="l">
              <a:buNone/>
              <a:defRPr sz="4200" b="1">
                <a:solidFill>
                  <a:srgbClr val="FFFFFF"/>
                </a:solidFill>
              </a:defRPr>
            </a:lvl2pPr>
            <a:lvl3pPr algn="l">
              <a:buNone/>
              <a:defRPr sz="4200" b="1">
                <a:solidFill>
                  <a:srgbClr val="FFFFFF"/>
                </a:solidFill>
              </a:defRPr>
            </a:lvl3pPr>
            <a:lvl4pPr algn="l">
              <a:buNone/>
              <a:defRPr sz="4200" b="1">
                <a:solidFill>
                  <a:srgbClr val="FFFFFF"/>
                </a:solidFill>
              </a:defRPr>
            </a:lvl4pPr>
            <a:lvl5pPr algn="l">
              <a:buNone/>
              <a:defRPr sz="4200" b="1">
                <a:solidFill>
                  <a:srgbClr val="FFFFFF"/>
                </a:solidFill>
              </a:defRPr>
            </a:lvl5pPr>
            <a:lvl6pPr algn="l">
              <a:buNone/>
              <a:defRPr sz="4200" b="1">
                <a:solidFill>
                  <a:srgbClr val="FFFFFF"/>
                </a:solidFill>
              </a:defRPr>
            </a:lvl6pPr>
            <a:lvl7pPr algn="l">
              <a:buNone/>
              <a:defRPr sz="4200" b="1">
                <a:solidFill>
                  <a:srgbClr val="FFFFFF"/>
                </a:solidFill>
              </a:defRPr>
            </a:lvl7pPr>
            <a:lvl8pPr algn="l">
              <a:buNone/>
              <a:defRPr sz="4200" b="1">
                <a:solidFill>
                  <a:srgbClr val="FFFFFF"/>
                </a:solidFill>
              </a:defRPr>
            </a:lvl8pPr>
            <a:lvl9pPr algn="l">
              <a:buNone/>
              <a:defRPr sz="4200" b="1">
                <a:solidFill>
                  <a:srgbClr val="FFFFFF"/>
                </a:solidFill>
              </a:defRPr>
            </a:lvl9pPr>
          </a:lstStyle>
          <a:p xmlns:a="http://schemas.openxmlformats.org/drawingml/2006/main">
            <a:pPr algn="l">
              <a:buNone/>
              <a:defRPr sz="4200" b="1">
                <a:solidFill>
                  <a:srgbClr val="FFFFFF"/>
                </a:solidFill>
              </a:defRPr>
            </a:pPr>
            <a:r>
              <a:rPr sz="4200" b="1">
                <a:solidFill>
                  <a:srgbClr val="FFFFFF"/>
                </a:solidFill>
              </a:rPr>
              <a:t>What do you want to pursue?</a:t>
            </a:r>
          </a:p>
        </p:txBody>
      </p:sp>
      <p:sp>
        <p:nvSpPr>
          <p:cNvPr id="7" name="">
            <a:extLst xmlns:a="http://schemas.openxmlformats.org/drawingml/2006/main">
              <a:ext uri="{FF2B5EF4-FFF2-40B4-BE49-F238E27FC236}">
                <a16:creationId xmlns:a16="http://schemas.microsoft.com/office/drawing/2014/main" id="{E9F47B79-DDEE-46EB-98D3-FAAB5A015F4B}"/>
              </a:ext>
            </a:extLst>
          </p:cNvPr>
          <p:cNvSpPr>
            <a:spLocks xmlns:a="http://schemas.openxmlformats.org/drawingml/2006/main" noGrp="1"/>
          </p:cNvSpPr>
          <p:nvPr/>
        </p:nvSpPr>
        <p:spPr>
          <a:xfrm xmlns:a="http://schemas.openxmlformats.org/drawingml/2006/main">
            <a:off x="762000" y="3743325"/>
            <a:ext cx="1066800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E308AD-66F5-493E-AD04-7700F42A7EEB}"/>
              </a:ext>
            </a:extLst>
          </p:cNvPr>
          <p:cNvSpPr>
            <a:spLocks xmlns:a="http://schemas.openxmlformats.org/drawingml/2006/main" noGrp="1"/>
          </p:cNvSpPr>
          <p:nvPr/>
        </p:nvSpPr>
        <p:spPr>
          <a:xfrm xmlns:a="http://schemas.openxmlformats.org/drawingml/2006/main">
            <a:off x="762000" y="42195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0">
                <a:solidFill>
                  <a:srgbClr val="D7D3CC"/>
                </a:solidFill>
              </a:defRPr>
            </a:defPPr>
            <a:lvl1pPr algn="l">
              <a:buNone/>
              <a:defRPr sz="2475" b="0">
                <a:solidFill>
                  <a:srgbClr val="D7D3CC"/>
                </a:solidFill>
              </a:defRPr>
            </a:lvl1pPr>
            <a:lvl2pPr algn="l">
              <a:buNone/>
              <a:defRPr sz="2475" b="0">
                <a:solidFill>
                  <a:srgbClr val="D7D3CC"/>
                </a:solidFill>
              </a:defRPr>
            </a:lvl2pPr>
            <a:lvl3pPr algn="l">
              <a:buNone/>
              <a:defRPr sz="2475" b="0">
                <a:solidFill>
                  <a:srgbClr val="D7D3CC"/>
                </a:solidFill>
              </a:defRPr>
            </a:lvl3pPr>
            <a:lvl4pPr algn="l">
              <a:buNone/>
              <a:defRPr sz="2475" b="0">
                <a:solidFill>
                  <a:srgbClr val="D7D3CC"/>
                </a:solidFill>
              </a:defRPr>
            </a:lvl4pPr>
            <a:lvl5pPr algn="l">
              <a:buNone/>
              <a:defRPr sz="2475" b="0">
                <a:solidFill>
                  <a:srgbClr val="D7D3CC"/>
                </a:solidFill>
              </a:defRPr>
            </a:lvl5pPr>
            <a:lvl6pPr algn="l">
              <a:buNone/>
              <a:defRPr sz="2475" b="0">
                <a:solidFill>
                  <a:srgbClr val="D7D3CC"/>
                </a:solidFill>
              </a:defRPr>
            </a:lvl6pPr>
            <a:lvl7pPr algn="l">
              <a:buNone/>
              <a:defRPr sz="2475" b="0">
                <a:solidFill>
                  <a:srgbClr val="D7D3CC"/>
                </a:solidFill>
              </a:defRPr>
            </a:lvl7pPr>
            <a:lvl8pPr algn="l">
              <a:buNone/>
              <a:defRPr sz="2475" b="0">
                <a:solidFill>
                  <a:srgbClr val="D7D3CC"/>
                </a:solidFill>
              </a:defRPr>
            </a:lvl8pPr>
            <a:lvl9pPr algn="l">
              <a:buNone/>
              <a:defRPr sz="2475" b="0">
                <a:solidFill>
                  <a:srgbClr val="D7D3CC"/>
                </a:solidFill>
              </a:defRPr>
            </a:lvl9pPr>
          </a:lstStyle>
          <a:p xmlns:a="http://schemas.openxmlformats.org/drawingml/2006/main">
            <a:pPr algn="l">
              <a:buNone/>
              <a:defRPr sz="2475" b="0">
                <a:solidFill>
                  <a:srgbClr val="D7D3CC"/>
                </a:solidFill>
              </a:defRPr>
            </a:pPr>
            <a:r>
              <a:rPr sz="2475" b="0">
                <a:solidFill>
                  <a:srgbClr val="D7D3CC"/>
                </a:solidFill>
              </a:rPr>
              <a:t>If there’s a fit, let’s explore it together.</a:t>
            </a:r>
          </a:p>
        </p:txBody>
      </p:sp>
      <p:sp>
        <p:nvSpPr>
          <p:cNvPr id="9" name="">
            <a:extLst xmlns:a="http://schemas.openxmlformats.org/drawingml/2006/main">
              <a:ext uri="{FF2B5EF4-FFF2-40B4-BE49-F238E27FC236}">
                <a16:creationId xmlns:a16="http://schemas.microsoft.com/office/drawing/2014/main" id="{5DC12E1D-48FD-4BB6-96D1-A472A347531E}"/>
              </a:ext>
            </a:extLst>
          </p:cNvPr>
          <p:cNvSpPr>
            <a:spLocks xmlns:a="http://schemas.openxmlformats.org/drawingml/2006/main" noGrp="1"/>
          </p:cNvSpPr>
          <p:nvPr/>
        </p:nvSpPr>
        <p:spPr>
          <a:xfrm xmlns:a="http://schemas.openxmlformats.org/drawingml/2006/main">
            <a:off x="762000" y="521970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B89B68"/>
                </a:solidFill>
              </a:defRPr>
            </a:defPPr>
            <a:lvl1pPr algn="l">
              <a:buNone/>
              <a:defRPr sz="2550" b="1">
                <a:solidFill>
                  <a:srgbClr val="B89B68"/>
                </a:solidFill>
              </a:defRPr>
            </a:lvl1pPr>
            <a:lvl2pPr algn="l">
              <a:buNone/>
              <a:defRPr sz="2550" b="1">
                <a:solidFill>
                  <a:srgbClr val="B89B68"/>
                </a:solidFill>
              </a:defRPr>
            </a:lvl2pPr>
            <a:lvl3pPr algn="l">
              <a:buNone/>
              <a:defRPr sz="2550" b="1">
                <a:solidFill>
                  <a:srgbClr val="B89B68"/>
                </a:solidFill>
              </a:defRPr>
            </a:lvl3pPr>
            <a:lvl4pPr algn="l">
              <a:buNone/>
              <a:defRPr sz="2550" b="1">
                <a:solidFill>
                  <a:srgbClr val="B89B68"/>
                </a:solidFill>
              </a:defRPr>
            </a:lvl4pPr>
            <a:lvl5pPr algn="l">
              <a:buNone/>
              <a:defRPr sz="2550" b="1">
                <a:solidFill>
                  <a:srgbClr val="B89B68"/>
                </a:solidFill>
              </a:defRPr>
            </a:lvl5pPr>
            <a:lvl6pPr algn="l">
              <a:buNone/>
              <a:defRPr sz="2550" b="1">
                <a:solidFill>
                  <a:srgbClr val="B89B68"/>
                </a:solidFill>
              </a:defRPr>
            </a:lvl6pPr>
            <a:lvl7pPr algn="l">
              <a:buNone/>
              <a:defRPr sz="2550" b="1">
                <a:solidFill>
                  <a:srgbClr val="B89B68"/>
                </a:solidFill>
              </a:defRPr>
            </a:lvl7pPr>
            <a:lvl8pPr algn="l">
              <a:buNone/>
              <a:defRPr sz="2550" b="1">
                <a:solidFill>
                  <a:srgbClr val="B89B68"/>
                </a:solidFill>
              </a:defRPr>
            </a:lvl8pPr>
            <a:lvl9pPr algn="l">
              <a:buNone/>
              <a:defRPr sz="2550" b="1">
                <a:solidFill>
                  <a:srgbClr val="B89B68"/>
                </a:solidFill>
              </a:defRPr>
            </a:lvl9pPr>
          </a:lstStyle>
          <a:p xmlns:a="http://schemas.openxmlformats.org/drawingml/2006/main">
            <a:pPr algn="l">
              <a:buNone/>
              <a:defRPr sz="2550" b="1">
                <a:solidFill>
                  <a:srgbClr val="B89B68"/>
                </a:solidFill>
              </a:defRPr>
            </a:pPr>
            <a:r>
              <a:rPr sz="2550" b="1">
                <a:solidFill>
                  <a:srgbClr val="B89B68"/>
                </a:solidFill>
              </a:rPr>
              <a:t>We could even become your first customer.</a:t>
            </a:r>
          </a:p>
        </p:txBody>
      </p:sp>
    </p:spTree>
    <p:extLst>
      <p:ext uri="{BB962C8B-B14F-4D97-AF65-F5344CB8AC3E}">
        <p14:creationId xmlns:p14="http://schemas.microsoft.com/office/powerpoint/2010/main" val="1919598051"/>
      </p:ext>
    </p:extLst>
  </p:cSld>
</p:sld>
</file>

<file path=ppt/slides/slide10.xml><?xml version="1.0" encoding="utf-8"?>
<p:sld xmlns:p="http://schemas.openxmlformats.org/presentationml/2006/main">
  <p:cSld>
    <p:bg>
      <p:bgPr>
        <a:solidFill xmlns:a="http://schemas.openxmlformats.org/drawingml/2006/main">
          <a:srgbClr val="231F2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2AFEB78C-684E-44C8-A2CE-9348D9B7F914}"/>
              </a:ext>
            </a:extLst>
          </p:cNvPr>
          <p:cNvPicPr>
            <a:picLocks xmlns:a="http://schemas.openxmlformats.org/drawingml/2006/main" noChangeAspect="1"/>
          </p:cNvPicPr>
          <p:nvPr/>
        </p:nvPicPr>
        <p:blipFill>
          <a:blip xmlns:r="http://schemas.openxmlformats.org/officeDocument/2006/relationships" xmlns:a="http://schemas.openxmlformats.org/drawingml/2006/main" r:embed="R03682504381e4ac3"/>
          <a:stretch xmlns:a="http://schemas.openxmlformats.org/drawingml/2006/main"/>
        </p:blipFill>
        <p:spPr>
          <a:xfrm xmlns:a="http://schemas.openxmlformats.org/drawingml/2006/main">
            <a:off x="817033" y="6515100"/>
            <a:ext cx="918633" cy="295275"/>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1C51C999-99FE-447B-A4EA-B4CD3A30702B}"/>
              </a:ext>
            </a:extLst>
          </p:cNvPr>
          <p:cNvPicPr>
            <a:picLocks xmlns:a="http://schemas.openxmlformats.org/drawingml/2006/main" noChangeAspect="1"/>
          </p:cNvPicPr>
          <p:nvPr/>
        </p:nvPicPr>
        <p:blipFill>
          <a:blip xmlns:r="http://schemas.openxmlformats.org/officeDocument/2006/relationships" xmlns:a="http://schemas.openxmlformats.org/drawingml/2006/main" r:embed="R8622f21e6ec64500"/>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07C87FD-7CE1-42AE-BE28-6924B2D1F0B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31F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0A31E03-671A-4B28-9DD1-DBB60193B5AA}"/>
              </a:ext>
            </a:extLst>
          </p:cNvPr>
          <p:cNvSpPr>
            <a:spLocks xmlns:a="http://schemas.openxmlformats.org/drawingml/2006/main" noGrp="1"/>
          </p:cNvSpPr>
          <p:nvPr/>
        </p:nvSpPr>
        <p:spPr>
          <a:xfrm xmlns:a="http://schemas.openxmlformats.org/drawingml/2006/main">
            <a:off x="11334750" y="6534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solidFill>
              </a:defRPr>
            </a:defPPr>
            <a:lvl1pPr algn="l">
              <a:buNone/>
              <a:defRPr sz="1125" b="0">
                <a:solidFill>
                  <a:srgbClr val="FFFFFF"/>
                </a:solidFill>
              </a:defRPr>
            </a:lvl1pPr>
            <a:lvl2pPr algn="l">
              <a:buNone/>
              <a:defRPr sz="1125" b="0">
                <a:solidFill>
                  <a:srgbClr val="FFFFFF"/>
                </a:solidFill>
              </a:defRPr>
            </a:lvl2pPr>
            <a:lvl3pPr algn="l">
              <a:buNone/>
              <a:defRPr sz="1125" b="0">
                <a:solidFill>
                  <a:srgbClr val="FFFFFF"/>
                </a:solidFill>
              </a:defRPr>
            </a:lvl3pPr>
            <a:lvl4pPr algn="l">
              <a:buNone/>
              <a:defRPr sz="1125" b="0">
                <a:solidFill>
                  <a:srgbClr val="FFFFFF"/>
                </a:solidFill>
              </a:defRPr>
            </a:lvl4pPr>
            <a:lvl5pPr algn="l">
              <a:buNone/>
              <a:defRPr sz="1125" b="0">
                <a:solidFill>
                  <a:srgbClr val="FFFFFF"/>
                </a:solidFill>
              </a:defRPr>
            </a:lvl5pPr>
            <a:lvl6pPr algn="l">
              <a:buNone/>
              <a:defRPr sz="1125" b="0">
                <a:solidFill>
                  <a:srgbClr val="FFFFFF"/>
                </a:solidFill>
              </a:defRPr>
            </a:lvl6pPr>
            <a:lvl7pPr algn="l">
              <a:buNone/>
              <a:defRPr sz="1125" b="0">
                <a:solidFill>
                  <a:srgbClr val="FFFFFF"/>
                </a:solidFill>
              </a:defRPr>
            </a:lvl7pPr>
            <a:lvl8pPr algn="l">
              <a:buNone/>
              <a:defRPr sz="1125" b="0">
                <a:solidFill>
                  <a:srgbClr val="FFFFFF"/>
                </a:solidFill>
              </a:defRPr>
            </a:lvl8pPr>
            <a:lvl9pPr algn="l">
              <a:buNone/>
              <a:defRPr sz="1125" b="0">
                <a:solidFill>
                  <a:srgbClr val="FFFFFF"/>
                </a:solidFill>
              </a:defRPr>
            </a:lvl9pPr>
          </a:lstStyle>
          <a:p xmlns:a="http://schemas.openxmlformats.org/drawingml/2006/main">
            <a:pPr algn="l">
              <a:buNone/>
              <a:defRPr sz="1125" b="0">
                <a:solidFill>
                  <a:srgbClr val="FFFFFF"/>
                </a:solidFill>
              </a:defRPr>
            </a:pPr>
            <a:r>
              <a:rPr sz="1125" b="0">
                <a:solidFill>
                  <a:srgbClr val="FFFFFF"/>
                </a:solidFill>
              </a:rPr>
              <a:t>10</a:t>
            </a:r>
          </a:p>
        </p:txBody>
      </p:sp>
      <p:sp>
        <p:nvSpPr>
          <p:cNvPr id="19" name="">
            <a:extLst xmlns:a="http://schemas.openxmlformats.org/drawingml/2006/main">
              <a:ext uri="{FF2B5EF4-FFF2-40B4-BE49-F238E27FC236}">
                <a16:creationId xmlns:a16="http://schemas.microsoft.com/office/drawing/2014/main" id="{ADE316D5-7B33-45C7-9B42-D6AF34214426}"/>
              </a:ext>
            </a:extLst>
          </p:cNvPr>
          <p:cNvSpPr>
            <a:spLocks xmlns:a="http://schemas.openxmlformats.org/drawingml/2006/main" noGrp="1"/>
          </p:cNvSpPr>
          <p:nvPr/>
        </p:nvSpPr>
        <p:spPr>
          <a:xfrm xmlns:a="http://schemas.openxmlformats.org/drawingml/2006/main">
            <a:off x="685800" y="590550"/>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FFFFFF"/>
                </a:solidFill>
              </a:defRPr>
            </a:defPPr>
            <a:lvl1pPr algn="l">
              <a:buNone/>
              <a:defRPr sz="3750" b="1">
                <a:solidFill>
                  <a:srgbClr val="FFFFFF"/>
                </a:solidFill>
              </a:defRPr>
            </a:lvl1pPr>
            <a:lvl2pPr algn="l">
              <a:buNone/>
              <a:defRPr sz="3750" b="1">
                <a:solidFill>
                  <a:srgbClr val="FFFFFF"/>
                </a:solidFill>
              </a:defRPr>
            </a:lvl2pPr>
            <a:lvl3pPr algn="l">
              <a:buNone/>
              <a:defRPr sz="3750" b="1">
                <a:solidFill>
                  <a:srgbClr val="FFFFFF"/>
                </a:solidFill>
              </a:defRPr>
            </a:lvl3pPr>
            <a:lvl4pPr algn="l">
              <a:buNone/>
              <a:defRPr sz="3750" b="1">
                <a:solidFill>
                  <a:srgbClr val="FFFFFF"/>
                </a:solidFill>
              </a:defRPr>
            </a:lvl4pPr>
            <a:lvl5pPr algn="l">
              <a:buNone/>
              <a:defRPr sz="3750" b="1">
                <a:solidFill>
                  <a:srgbClr val="FFFFFF"/>
                </a:solidFill>
              </a:defRPr>
            </a:lvl5pPr>
            <a:lvl6pPr algn="l">
              <a:buNone/>
              <a:defRPr sz="3750" b="1">
                <a:solidFill>
                  <a:srgbClr val="FFFFFF"/>
                </a:solidFill>
              </a:defRPr>
            </a:lvl6pPr>
            <a:lvl7pPr algn="l">
              <a:buNone/>
              <a:defRPr sz="3750" b="1">
                <a:solidFill>
                  <a:srgbClr val="FFFFFF"/>
                </a:solidFill>
              </a:defRPr>
            </a:lvl7pPr>
            <a:lvl8pPr algn="l">
              <a:buNone/>
              <a:defRPr sz="3750" b="1">
                <a:solidFill>
                  <a:srgbClr val="FFFFFF"/>
                </a:solidFill>
              </a:defRPr>
            </a:lvl8pPr>
            <a:lvl9pPr algn="l">
              <a:buNone/>
              <a:defRPr sz="3750" b="1">
                <a:solidFill>
                  <a:srgbClr val="FFFFFF"/>
                </a:solidFill>
              </a:defRPr>
            </a:lvl9pPr>
          </a:lstStyle>
          <a:p xmlns:a="http://schemas.openxmlformats.org/drawingml/2006/main">
            <a:pPr algn="l">
              <a:buNone/>
              <a:defRPr sz="3750" b="1">
                <a:solidFill>
                  <a:srgbClr val="FFFFFF"/>
                </a:solidFill>
              </a:defRPr>
            </a:pPr>
            <a:r>
              <a:rPr sz="3750" b="1">
                <a:solidFill>
                  <a:srgbClr val="FFFFFF"/>
                </a:solidFill>
              </a:rPr>
              <a:t>Let’s connect</a:t>
            </a:r>
          </a:p>
        </p:txBody>
      </p:sp>
      <p:sp>
        <p:nvSpPr>
          <p:cNvPr id="20" name="">
            <a:extLst xmlns:a="http://schemas.openxmlformats.org/drawingml/2006/main">
              <a:ext uri="{FF2B5EF4-FFF2-40B4-BE49-F238E27FC236}">
                <a16:creationId xmlns:a16="http://schemas.microsoft.com/office/drawing/2014/main" id="{C3B2AC67-CB3C-4713-84BC-B785662B4534}"/>
              </a:ext>
            </a:extLst>
          </p:cNvPr>
          <p:cNvSpPr>
            <a:spLocks xmlns:a="http://schemas.openxmlformats.org/drawingml/2006/main" noGrp="1"/>
          </p:cNvSpPr>
          <p:nvPr/>
        </p:nvSpPr>
        <p:spPr>
          <a:xfrm xmlns:a="http://schemas.openxmlformats.org/drawingml/2006/main">
            <a:off x="762000" y="1914525"/>
            <a:ext cx="10668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75" b="1">
                <a:solidFill>
                  <a:srgbClr val="FFFFFF"/>
                </a:solidFill>
              </a:defRPr>
            </a:defPPr>
            <a:lvl1pPr algn="l">
              <a:buNone/>
              <a:defRPr sz="4275" b="1">
                <a:solidFill>
                  <a:srgbClr val="FFFFFF"/>
                </a:solidFill>
              </a:defRPr>
            </a:lvl1pPr>
            <a:lvl2pPr algn="l">
              <a:buNone/>
              <a:defRPr sz="4275" b="1">
                <a:solidFill>
                  <a:srgbClr val="FFFFFF"/>
                </a:solidFill>
              </a:defRPr>
            </a:lvl2pPr>
            <a:lvl3pPr algn="l">
              <a:buNone/>
              <a:defRPr sz="4275" b="1">
                <a:solidFill>
                  <a:srgbClr val="FFFFFF"/>
                </a:solidFill>
              </a:defRPr>
            </a:lvl3pPr>
            <a:lvl4pPr algn="l">
              <a:buNone/>
              <a:defRPr sz="4275" b="1">
                <a:solidFill>
                  <a:srgbClr val="FFFFFF"/>
                </a:solidFill>
              </a:defRPr>
            </a:lvl4pPr>
            <a:lvl5pPr algn="l">
              <a:buNone/>
              <a:defRPr sz="4275" b="1">
                <a:solidFill>
                  <a:srgbClr val="FFFFFF"/>
                </a:solidFill>
              </a:defRPr>
            </a:lvl5pPr>
            <a:lvl6pPr algn="l">
              <a:buNone/>
              <a:defRPr sz="4275" b="1">
                <a:solidFill>
                  <a:srgbClr val="FFFFFF"/>
                </a:solidFill>
              </a:defRPr>
            </a:lvl6pPr>
            <a:lvl7pPr algn="l">
              <a:buNone/>
              <a:defRPr sz="4275" b="1">
                <a:solidFill>
                  <a:srgbClr val="FFFFFF"/>
                </a:solidFill>
              </a:defRPr>
            </a:lvl7pPr>
            <a:lvl8pPr algn="l">
              <a:buNone/>
              <a:defRPr sz="4275" b="1">
                <a:solidFill>
                  <a:srgbClr val="FFFFFF"/>
                </a:solidFill>
              </a:defRPr>
            </a:lvl8pPr>
            <a:lvl9pPr algn="l">
              <a:buNone/>
              <a:defRPr sz="4275" b="1">
                <a:solidFill>
                  <a:srgbClr val="FFFFFF"/>
                </a:solidFill>
              </a:defRPr>
            </a:lvl9pPr>
          </a:lstStyle>
          <a:p xmlns:a="http://schemas.openxmlformats.org/drawingml/2006/main">
            <a:pPr algn="l">
              <a:buNone/>
              <a:defRPr sz="4275" b="1">
                <a:solidFill>
                  <a:srgbClr val="FFFFFF"/>
                </a:solidFill>
              </a:defRPr>
            </a:pPr>
            <a:r>
              <a:rPr sz="4275" b="1">
                <a:solidFill>
                  <a:srgbClr val="FFFFFF"/>
                </a:solidFill>
              </a:rPr>
              <a:t>Let’s continue the conversation.</a:t>
            </a:r>
          </a:p>
        </p:txBody>
      </p:sp>
      <p:sp>
        <p:nvSpPr>
          <p:cNvPr id="21" name="">
            <a:extLst xmlns:a="http://schemas.openxmlformats.org/drawingml/2006/main">
              <a:ext uri="{FF2B5EF4-FFF2-40B4-BE49-F238E27FC236}">
                <a16:creationId xmlns:a16="http://schemas.microsoft.com/office/drawing/2014/main" id="{015A9DDD-BF86-4430-A032-42089584A93B}"/>
              </a:ext>
            </a:extLst>
          </p:cNvPr>
          <p:cNvSpPr>
            <a:spLocks xmlns:a="http://schemas.openxmlformats.org/drawingml/2006/main" noGrp="1"/>
          </p:cNvSpPr>
          <p:nvPr/>
        </p:nvSpPr>
        <p:spPr>
          <a:xfrm xmlns:a="http://schemas.openxmlformats.org/drawingml/2006/main">
            <a:off x="762000" y="3057525"/>
            <a:ext cx="10668000" cy="28575"/>
          </a:xfrm>
          <a:prstGeom xmlns:a="http://schemas.openxmlformats.org/drawingml/2006/main" prst="rect">
            <a:avLst/>
          </a:prstGeom>
          <a:solidFill xmlns:a="http://schemas.openxmlformats.org/drawingml/2006/main">
            <a:srgbClr val="B89B6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FF6202A-0862-4112-B3B4-7D0A221EF371}"/>
              </a:ext>
            </a:extLst>
          </p:cNvPr>
          <p:cNvSpPr>
            <a:spLocks xmlns:a="http://schemas.openxmlformats.org/drawingml/2006/main" noGrp="1"/>
          </p:cNvSpPr>
          <p:nvPr/>
        </p:nvSpPr>
        <p:spPr>
          <a:xfrm xmlns:a="http://schemas.openxmlformats.org/drawingml/2006/main">
            <a:off x="762000" y="3457575"/>
            <a:ext cx="6048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B89B68"/>
                </a:solidFill>
              </a:defRPr>
            </a:defPPr>
            <a:lvl1pPr algn="l">
              <a:buNone/>
              <a:defRPr sz="1650" b="1">
                <a:solidFill>
                  <a:srgbClr val="B89B68"/>
                </a:solidFill>
              </a:defRPr>
            </a:lvl1pPr>
            <a:lvl2pPr algn="l">
              <a:buNone/>
              <a:defRPr sz="1650" b="1">
                <a:solidFill>
                  <a:srgbClr val="B89B68"/>
                </a:solidFill>
              </a:defRPr>
            </a:lvl2pPr>
            <a:lvl3pPr algn="l">
              <a:buNone/>
              <a:defRPr sz="1650" b="1">
                <a:solidFill>
                  <a:srgbClr val="B89B68"/>
                </a:solidFill>
              </a:defRPr>
            </a:lvl3pPr>
            <a:lvl4pPr algn="l">
              <a:buNone/>
              <a:defRPr sz="1650" b="1">
                <a:solidFill>
                  <a:srgbClr val="B89B68"/>
                </a:solidFill>
              </a:defRPr>
            </a:lvl4pPr>
            <a:lvl5pPr algn="l">
              <a:buNone/>
              <a:defRPr sz="1650" b="1">
                <a:solidFill>
                  <a:srgbClr val="B89B68"/>
                </a:solidFill>
              </a:defRPr>
            </a:lvl5pPr>
            <a:lvl6pPr algn="l">
              <a:buNone/>
              <a:defRPr sz="1650" b="1">
                <a:solidFill>
                  <a:srgbClr val="B89B68"/>
                </a:solidFill>
              </a:defRPr>
            </a:lvl6pPr>
            <a:lvl7pPr algn="l">
              <a:buNone/>
              <a:defRPr sz="1650" b="1">
                <a:solidFill>
                  <a:srgbClr val="B89B68"/>
                </a:solidFill>
              </a:defRPr>
            </a:lvl7pPr>
            <a:lvl8pPr algn="l">
              <a:buNone/>
              <a:defRPr sz="1650" b="1">
                <a:solidFill>
                  <a:srgbClr val="B89B68"/>
                </a:solidFill>
              </a:defRPr>
            </a:lvl8pPr>
            <a:lvl9pPr algn="l">
              <a:buNone/>
              <a:defRPr sz="1650" b="1">
                <a:solidFill>
                  <a:srgbClr val="B89B68"/>
                </a:solidFill>
              </a:defRPr>
            </a:lvl9pPr>
          </a:lstStyle>
          <a:p xmlns:a="http://schemas.openxmlformats.org/drawingml/2006/main">
            <a:pPr algn="l">
              <a:buNone/>
              <a:defRPr sz="1650" b="1">
                <a:solidFill>
                  <a:srgbClr val="B89B68"/>
                </a:solidFill>
              </a:defRPr>
            </a:pPr>
            <a:r>
              <a:rPr sz="1650" b="1">
                <a:solidFill>
                  <a:srgbClr val="B89B68"/>
                </a:solidFill>
              </a:rPr>
              <a:t>BRAD</a:t>
            </a:r>
          </a:p>
        </p:txBody>
      </p:sp>
      <p:sp>
        <p:nvSpPr>
          <p:cNvPr id="23" name="">
            <a:extLst xmlns:a="http://schemas.openxmlformats.org/drawingml/2006/main">
              <a:ext uri="{FF2B5EF4-FFF2-40B4-BE49-F238E27FC236}">
                <a16:creationId xmlns:a16="http://schemas.microsoft.com/office/drawing/2014/main" id="{6E7EB7A2-57F3-464B-BC16-63FC788DBC1F}"/>
              </a:ext>
            </a:extLst>
          </p:cNvPr>
          <p:cNvSpPr>
            <a:spLocks xmlns:a="http://schemas.openxmlformats.org/drawingml/2006/main" noGrp="1"/>
          </p:cNvSpPr>
          <p:nvPr/>
        </p:nvSpPr>
        <p:spPr>
          <a:xfrm xmlns:a="http://schemas.openxmlformats.org/drawingml/2006/main">
            <a:off x="762000" y="3876675"/>
            <a:ext cx="657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625" b="1">
                <a:solidFill>
                  <a:srgbClr val="FFFFFF"/>
                </a:solidFill>
              </a:defRPr>
            </a:defPPr>
            <a:lvl1pPr algn="l">
              <a:buNone/>
              <a:defRPr sz="2625" b="1">
                <a:solidFill>
                  <a:srgbClr val="FFFFFF"/>
                </a:solidFill>
              </a:defRPr>
            </a:lvl1pPr>
            <a:lvl2pPr algn="l">
              <a:buNone/>
              <a:defRPr sz="2625" b="1">
                <a:solidFill>
                  <a:srgbClr val="FFFFFF"/>
                </a:solidFill>
              </a:defRPr>
            </a:lvl2pPr>
            <a:lvl3pPr algn="l">
              <a:buNone/>
              <a:defRPr sz="2625" b="1">
                <a:solidFill>
                  <a:srgbClr val="FFFFFF"/>
                </a:solidFill>
              </a:defRPr>
            </a:lvl3pPr>
            <a:lvl4pPr algn="l">
              <a:buNone/>
              <a:defRPr sz="2625" b="1">
                <a:solidFill>
                  <a:srgbClr val="FFFFFF"/>
                </a:solidFill>
              </a:defRPr>
            </a:lvl4pPr>
            <a:lvl5pPr algn="l">
              <a:buNone/>
              <a:defRPr sz="2625" b="1">
                <a:solidFill>
                  <a:srgbClr val="FFFFFF"/>
                </a:solidFill>
              </a:defRPr>
            </a:lvl5pPr>
            <a:lvl6pPr algn="l">
              <a:buNone/>
              <a:defRPr sz="2625" b="1">
                <a:solidFill>
                  <a:srgbClr val="FFFFFF"/>
                </a:solidFill>
              </a:defRPr>
            </a:lvl6pPr>
            <a:lvl7pPr algn="l">
              <a:buNone/>
              <a:defRPr sz="2625" b="1">
                <a:solidFill>
                  <a:srgbClr val="FFFFFF"/>
                </a:solidFill>
              </a:defRPr>
            </a:lvl7pPr>
            <a:lvl8pPr algn="l">
              <a:buNone/>
              <a:defRPr sz="2625" b="1">
                <a:solidFill>
                  <a:srgbClr val="FFFFFF"/>
                </a:solidFill>
              </a:defRPr>
            </a:lvl8pPr>
            <a:lvl9pPr algn="l">
              <a:buNone/>
              <a:defRPr sz="2625" b="1">
                <a:solidFill>
                  <a:srgbClr val="FFFFFF"/>
                </a:solidFill>
              </a:defRPr>
            </a:lvl9pPr>
          </a:lstStyle>
          <a:p xmlns:a="http://schemas.openxmlformats.org/drawingml/2006/main">
            <a:pPr algn="l">
              <a:buNone/>
              <a:defRPr sz="2625" b="1">
                <a:solidFill>
                  <a:srgbClr val="FFFFFF"/>
                </a:solidFill>
              </a:defRPr>
            </a:pPr>
            <a:r>
              <a:rPr sz="2625" b="1">
                <a:solidFill>
                  <a:srgbClr val="FFFFFF"/>
                </a:solidFill>
              </a:rPr>
              <a:t>bdaugherty@tkghunt.com</a:t>
            </a:r>
          </a:p>
        </p:txBody>
      </p:sp>
      <p:sp>
        <p:nvSpPr>
          <p:cNvPr id="24" name="">
            <a:extLst xmlns:a="http://schemas.openxmlformats.org/drawingml/2006/main">
              <a:ext uri="{FF2B5EF4-FFF2-40B4-BE49-F238E27FC236}">
                <a16:creationId xmlns:a16="http://schemas.microsoft.com/office/drawing/2014/main" id="{253FD5B6-8460-461B-9E61-63487238924F}"/>
              </a:ext>
            </a:extLst>
          </p:cNvPr>
          <p:cNvSpPr>
            <a:spLocks xmlns:a="http://schemas.openxmlformats.org/drawingml/2006/main" noGrp="1"/>
          </p:cNvSpPr>
          <p:nvPr/>
        </p:nvSpPr>
        <p:spPr>
          <a:xfrm xmlns:a="http://schemas.openxmlformats.org/drawingml/2006/main">
            <a:off x="762000" y="4943475"/>
            <a:ext cx="6048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B89B68"/>
                </a:solidFill>
              </a:defRPr>
            </a:defPPr>
            <a:lvl1pPr algn="l">
              <a:buNone/>
              <a:defRPr sz="1650" b="1">
                <a:solidFill>
                  <a:srgbClr val="B89B68"/>
                </a:solidFill>
              </a:defRPr>
            </a:lvl1pPr>
            <a:lvl2pPr algn="l">
              <a:buNone/>
              <a:defRPr sz="1650" b="1">
                <a:solidFill>
                  <a:srgbClr val="B89B68"/>
                </a:solidFill>
              </a:defRPr>
            </a:lvl2pPr>
            <a:lvl3pPr algn="l">
              <a:buNone/>
              <a:defRPr sz="1650" b="1">
                <a:solidFill>
                  <a:srgbClr val="B89B68"/>
                </a:solidFill>
              </a:defRPr>
            </a:lvl3pPr>
            <a:lvl4pPr algn="l">
              <a:buNone/>
              <a:defRPr sz="1650" b="1">
                <a:solidFill>
                  <a:srgbClr val="B89B68"/>
                </a:solidFill>
              </a:defRPr>
            </a:lvl4pPr>
            <a:lvl5pPr algn="l">
              <a:buNone/>
              <a:defRPr sz="1650" b="1">
                <a:solidFill>
                  <a:srgbClr val="B89B68"/>
                </a:solidFill>
              </a:defRPr>
            </a:lvl5pPr>
            <a:lvl6pPr algn="l">
              <a:buNone/>
              <a:defRPr sz="1650" b="1">
                <a:solidFill>
                  <a:srgbClr val="B89B68"/>
                </a:solidFill>
              </a:defRPr>
            </a:lvl6pPr>
            <a:lvl7pPr algn="l">
              <a:buNone/>
              <a:defRPr sz="1650" b="1">
                <a:solidFill>
                  <a:srgbClr val="B89B68"/>
                </a:solidFill>
              </a:defRPr>
            </a:lvl7pPr>
            <a:lvl8pPr algn="l">
              <a:buNone/>
              <a:defRPr sz="1650" b="1">
                <a:solidFill>
                  <a:srgbClr val="B89B68"/>
                </a:solidFill>
              </a:defRPr>
            </a:lvl8pPr>
            <a:lvl9pPr algn="l">
              <a:buNone/>
              <a:defRPr sz="1650" b="1">
                <a:solidFill>
                  <a:srgbClr val="B89B68"/>
                </a:solidFill>
              </a:defRPr>
            </a:lvl9pPr>
          </a:lstStyle>
          <a:p xmlns:a="http://schemas.openxmlformats.org/drawingml/2006/main">
            <a:pPr algn="l">
              <a:buNone/>
              <a:defRPr sz="1650" b="1">
                <a:solidFill>
                  <a:srgbClr val="B89B68"/>
                </a:solidFill>
              </a:defRPr>
            </a:pPr>
            <a:r>
              <a:rPr sz="1650" b="1">
                <a:solidFill>
                  <a:srgbClr val="B89B68"/>
                </a:solidFill>
              </a:rPr>
              <a:t>CAREERS</a:t>
            </a:r>
          </a:p>
        </p:txBody>
      </p:sp>
      <p:sp>
        <p:nvSpPr>
          <p:cNvPr id="25" name="">
            <a:extLst xmlns:a="http://schemas.openxmlformats.org/drawingml/2006/main">
              <a:ext uri="{FF2B5EF4-FFF2-40B4-BE49-F238E27FC236}">
                <a16:creationId xmlns:a16="http://schemas.microsoft.com/office/drawing/2014/main" id="{4604021E-BC58-4EF9-8048-574E7058BA96}"/>
              </a:ext>
            </a:extLst>
          </p:cNvPr>
          <p:cNvSpPr>
            <a:spLocks xmlns:a="http://schemas.openxmlformats.org/drawingml/2006/main" noGrp="1"/>
          </p:cNvSpPr>
          <p:nvPr/>
        </p:nvSpPr>
        <p:spPr>
          <a:xfrm xmlns:a="http://schemas.openxmlformats.org/drawingml/2006/main">
            <a:off x="762000" y="5362575"/>
            <a:ext cx="67151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0">
                <a:solidFill>
                  <a:srgbClr val="FFFFFF"/>
                </a:solidFill>
              </a:defRPr>
            </a:defPPr>
            <a:lvl1pPr algn="l">
              <a:buNone/>
              <a:defRPr sz="2175" b="0">
                <a:solidFill>
                  <a:srgbClr val="FFFFFF"/>
                </a:solidFill>
              </a:defRPr>
            </a:lvl1pPr>
            <a:lvl2pPr algn="l">
              <a:buNone/>
              <a:defRPr sz="2175" b="0">
                <a:solidFill>
                  <a:srgbClr val="FFFFFF"/>
                </a:solidFill>
              </a:defRPr>
            </a:lvl2pPr>
            <a:lvl3pPr algn="l">
              <a:buNone/>
              <a:defRPr sz="2175" b="0">
                <a:solidFill>
                  <a:srgbClr val="FFFFFF"/>
                </a:solidFill>
              </a:defRPr>
            </a:lvl3pPr>
            <a:lvl4pPr algn="l">
              <a:buNone/>
              <a:defRPr sz="2175" b="0">
                <a:solidFill>
                  <a:srgbClr val="FFFFFF"/>
                </a:solidFill>
              </a:defRPr>
            </a:lvl4pPr>
            <a:lvl5pPr algn="l">
              <a:buNone/>
              <a:defRPr sz="2175" b="0">
                <a:solidFill>
                  <a:srgbClr val="FFFFFF"/>
                </a:solidFill>
              </a:defRPr>
            </a:lvl5pPr>
            <a:lvl6pPr algn="l">
              <a:buNone/>
              <a:defRPr sz="2175" b="0">
                <a:solidFill>
                  <a:srgbClr val="FFFFFF"/>
                </a:solidFill>
              </a:defRPr>
            </a:lvl6pPr>
            <a:lvl7pPr algn="l">
              <a:buNone/>
              <a:defRPr sz="2175" b="0">
                <a:solidFill>
                  <a:srgbClr val="FFFFFF"/>
                </a:solidFill>
              </a:defRPr>
            </a:lvl7pPr>
            <a:lvl8pPr algn="l">
              <a:buNone/>
              <a:defRPr sz="2175" b="0">
                <a:solidFill>
                  <a:srgbClr val="FFFFFF"/>
                </a:solidFill>
              </a:defRPr>
            </a:lvl8pPr>
            <a:lvl9pPr algn="l">
              <a:buNone/>
              <a:defRPr sz="2175" b="0">
                <a:solidFill>
                  <a:srgbClr val="FFFFFF"/>
                </a:solidFill>
              </a:defRPr>
            </a:lvl9pPr>
          </a:lstStyle>
          <a:p xmlns:a="http://schemas.openxmlformats.org/drawingml/2006/main">
            <a:pPr algn="l">
              <a:buNone/>
              <a:defRPr sz="2175" b="0">
                <a:solidFill>
                  <a:srgbClr val="FFFFFF"/>
                </a:solidFill>
              </a:defRPr>
            </a:pPr>
            <a:r>
              <a:rPr sz="2175" b="0">
                <a:solidFill>
                  <a:srgbClr val="FFFFFF"/>
                </a:solidFill>
              </a:rPr>
              <a:t>thekineticgroup.com/careers.html</a:t>
            </a:r>
          </a:p>
        </p:txBody>
      </p:sp>
      <p:sp>
        <p:nvSpPr>
          <p:cNvPr id="26" name="">
            <a:extLst xmlns:a="http://schemas.openxmlformats.org/drawingml/2006/main">
              <a:ext uri="{FF2B5EF4-FFF2-40B4-BE49-F238E27FC236}">
                <a16:creationId xmlns:a16="http://schemas.microsoft.com/office/drawing/2014/main" id="{A942469C-4372-4CA2-9C63-FC31461D39A2}"/>
              </a:ext>
            </a:extLst>
          </p:cNvPr>
          <p:cNvSpPr>
            <a:spLocks xmlns:a="http://schemas.openxmlformats.org/drawingml/2006/main" noGrp="1"/>
          </p:cNvSpPr>
          <p:nvPr/>
        </p:nvSpPr>
        <p:spPr>
          <a:xfrm xmlns:a="http://schemas.openxmlformats.org/drawingml/2006/main">
            <a:off x="7667625" y="3457575"/>
            <a:ext cx="371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B89B68"/>
                </a:solidFill>
              </a:defRPr>
            </a:defPPr>
            <a:lvl1pPr algn="l">
              <a:buNone/>
              <a:defRPr sz="1650" b="1">
                <a:solidFill>
                  <a:srgbClr val="B89B68"/>
                </a:solidFill>
              </a:defRPr>
            </a:lvl1pPr>
            <a:lvl2pPr algn="l">
              <a:buNone/>
              <a:defRPr sz="1650" b="1">
                <a:solidFill>
                  <a:srgbClr val="B89B68"/>
                </a:solidFill>
              </a:defRPr>
            </a:lvl2pPr>
            <a:lvl3pPr algn="l">
              <a:buNone/>
              <a:defRPr sz="1650" b="1">
                <a:solidFill>
                  <a:srgbClr val="B89B68"/>
                </a:solidFill>
              </a:defRPr>
            </a:lvl3pPr>
            <a:lvl4pPr algn="l">
              <a:buNone/>
              <a:defRPr sz="1650" b="1">
                <a:solidFill>
                  <a:srgbClr val="B89B68"/>
                </a:solidFill>
              </a:defRPr>
            </a:lvl4pPr>
            <a:lvl5pPr algn="l">
              <a:buNone/>
              <a:defRPr sz="1650" b="1">
                <a:solidFill>
                  <a:srgbClr val="B89B68"/>
                </a:solidFill>
              </a:defRPr>
            </a:lvl5pPr>
            <a:lvl6pPr algn="l">
              <a:buNone/>
              <a:defRPr sz="1650" b="1">
                <a:solidFill>
                  <a:srgbClr val="B89B68"/>
                </a:solidFill>
              </a:defRPr>
            </a:lvl6pPr>
            <a:lvl7pPr algn="l">
              <a:buNone/>
              <a:defRPr sz="1650" b="1">
                <a:solidFill>
                  <a:srgbClr val="B89B68"/>
                </a:solidFill>
              </a:defRPr>
            </a:lvl7pPr>
            <a:lvl8pPr algn="l">
              <a:buNone/>
              <a:defRPr sz="1650" b="1">
                <a:solidFill>
                  <a:srgbClr val="B89B68"/>
                </a:solidFill>
              </a:defRPr>
            </a:lvl8pPr>
            <a:lvl9pPr algn="l">
              <a:buNone/>
              <a:defRPr sz="1650" b="1">
                <a:solidFill>
                  <a:srgbClr val="B89B68"/>
                </a:solidFill>
              </a:defRPr>
            </a:lvl9pPr>
          </a:lstStyle>
          <a:p xmlns:a="http://schemas.openxmlformats.org/drawingml/2006/main">
            <a:pPr algn="l">
              <a:buNone/>
              <a:defRPr sz="1650" b="1">
                <a:solidFill>
                  <a:srgbClr val="B89B68"/>
                </a:solidFill>
              </a:defRPr>
            </a:pPr>
            <a:r>
              <a:rPr sz="1650" b="1">
                <a:solidFill>
                  <a:srgbClr val="B89B68"/>
                </a:solidFill>
              </a:rPr>
              <a:t>4FOUNDERS</a:t>
            </a:r>
          </a:p>
        </p:txBody>
      </p:sp>
      <p:sp>
        <p:nvSpPr>
          <p:cNvPr id="27" name="">
            <a:extLst xmlns:a="http://schemas.openxmlformats.org/drawingml/2006/main">
              <a:ext uri="{FF2B5EF4-FFF2-40B4-BE49-F238E27FC236}">
                <a16:creationId xmlns:a16="http://schemas.microsoft.com/office/drawing/2014/main" id="{E4B48B17-1633-4EBB-B73A-6B45B9CE4B01}"/>
              </a:ext>
            </a:extLst>
          </p:cNvPr>
          <p:cNvSpPr>
            <a:spLocks xmlns:a="http://schemas.openxmlformats.org/drawingml/2006/main" noGrp="1"/>
          </p:cNvSpPr>
          <p:nvPr/>
        </p:nvSpPr>
        <p:spPr>
          <a:xfrm xmlns:a="http://schemas.openxmlformats.org/drawingml/2006/main">
            <a:off x="7667625" y="3876675"/>
            <a:ext cx="3714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FFFFFF"/>
                </a:solidFill>
              </a:defRPr>
            </a:defPPr>
            <a:lvl1pPr algn="l">
              <a:buNone/>
              <a:defRPr sz="2700" b="1">
                <a:solidFill>
                  <a:srgbClr val="FFFFFF"/>
                </a:solidFill>
              </a:defRPr>
            </a:lvl1pPr>
            <a:lvl2pPr algn="l">
              <a:buNone/>
              <a:defRPr sz="2700" b="1">
                <a:solidFill>
                  <a:srgbClr val="FFFFFF"/>
                </a:solidFill>
              </a:defRPr>
            </a:lvl2pPr>
            <a:lvl3pPr algn="l">
              <a:buNone/>
              <a:defRPr sz="2700" b="1">
                <a:solidFill>
                  <a:srgbClr val="FFFFFF"/>
                </a:solidFill>
              </a:defRPr>
            </a:lvl3pPr>
            <a:lvl4pPr algn="l">
              <a:buNone/>
              <a:defRPr sz="2700" b="1">
                <a:solidFill>
                  <a:srgbClr val="FFFFFF"/>
                </a:solidFill>
              </a:defRPr>
            </a:lvl4pPr>
            <a:lvl5pPr algn="l">
              <a:buNone/>
              <a:defRPr sz="2700" b="1">
                <a:solidFill>
                  <a:srgbClr val="FFFFFF"/>
                </a:solidFill>
              </a:defRPr>
            </a:lvl5pPr>
            <a:lvl6pPr algn="l">
              <a:buNone/>
              <a:defRPr sz="2700" b="1">
                <a:solidFill>
                  <a:srgbClr val="FFFFFF"/>
                </a:solidFill>
              </a:defRPr>
            </a:lvl6pPr>
            <a:lvl7pPr algn="l">
              <a:buNone/>
              <a:defRPr sz="2700" b="1">
                <a:solidFill>
                  <a:srgbClr val="FFFFFF"/>
                </a:solidFill>
              </a:defRPr>
            </a:lvl7pPr>
            <a:lvl8pPr algn="l">
              <a:buNone/>
              <a:defRPr sz="2700" b="1">
                <a:solidFill>
                  <a:srgbClr val="FFFFFF"/>
                </a:solidFill>
              </a:defRPr>
            </a:lvl8pPr>
            <a:lvl9pPr algn="l">
              <a:buNone/>
              <a:defRPr sz="2700" b="1">
                <a:solidFill>
                  <a:srgbClr val="FFFFFF"/>
                </a:solidFill>
              </a:defRPr>
            </a:lvl9pPr>
          </a:lstStyle>
          <a:p xmlns:a="http://schemas.openxmlformats.org/drawingml/2006/main">
            <a:pPr algn="l">
              <a:buNone/>
              <a:defRPr sz="2700" b="1">
                <a:solidFill>
                  <a:srgbClr val="FFFFFF"/>
                </a:solidFill>
              </a:defRPr>
            </a:pPr>
            <a:r>
              <a:rPr sz="2700" b="1">
                <a:solidFill>
                  <a:srgbClr val="FFFFFF"/>
                </a:solidFill>
              </a:rPr>
              <a:t>4founders.dev</a:t>
            </a:r>
          </a:p>
        </p:txBody>
      </p:sp>
      <p:sp>
        <p:nvSpPr>
          <p:cNvPr id="28" name="">
            <a:extLst xmlns:a="http://schemas.openxmlformats.org/drawingml/2006/main">
              <a:ext uri="{FF2B5EF4-FFF2-40B4-BE49-F238E27FC236}">
                <a16:creationId xmlns:a16="http://schemas.microsoft.com/office/drawing/2014/main" id="{45968E78-20E0-4B2B-8042-D68405F1CFDB}"/>
              </a:ext>
            </a:extLst>
          </p:cNvPr>
          <p:cNvSpPr>
            <a:spLocks xmlns:a="http://schemas.openxmlformats.org/drawingml/2006/main" noGrp="1"/>
          </p:cNvSpPr>
          <p:nvPr/>
        </p:nvSpPr>
        <p:spPr>
          <a:xfrm xmlns:a="http://schemas.openxmlformats.org/drawingml/2006/main">
            <a:off x="7667625" y="4514850"/>
            <a:ext cx="371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D7D3CC"/>
                </a:solidFill>
              </a:defRPr>
            </a:defPPr>
            <a:lvl1pPr algn="l">
              <a:buNone/>
              <a:defRPr sz="1650" b="0">
                <a:solidFill>
                  <a:srgbClr val="D7D3CC"/>
                </a:solidFill>
              </a:defRPr>
            </a:lvl1pPr>
            <a:lvl2pPr algn="l">
              <a:buNone/>
              <a:defRPr sz="1650" b="0">
                <a:solidFill>
                  <a:srgbClr val="D7D3CC"/>
                </a:solidFill>
              </a:defRPr>
            </a:lvl2pPr>
            <a:lvl3pPr algn="l">
              <a:buNone/>
              <a:defRPr sz="1650" b="0">
                <a:solidFill>
                  <a:srgbClr val="D7D3CC"/>
                </a:solidFill>
              </a:defRPr>
            </a:lvl3pPr>
            <a:lvl4pPr algn="l">
              <a:buNone/>
              <a:defRPr sz="1650" b="0">
                <a:solidFill>
                  <a:srgbClr val="D7D3CC"/>
                </a:solidFill>
              </a:defRPr>
            </a:lvl4pPr>
            <a:lvl5pPr algn="l">
              <a:buNone/>
              <a:defRPr sz="1650" b="0">
                <a:solidFill>
                  <a:srgbClr val="D7D3CC"/>
                </a:solidFill>
              </a:defRPr>
            </a:lvl5pPr>
            <a:lvl6pPr algn="l">
              <a:buNone/>
              <a:defRPr sz="1650" b="0">
                <a:solidFill>
                  <a:srgbClr val="D7D3CC"/>
                </a:solidFill>
              </a:defRPr>
            </a:lvl6pPr>
            <a:lvl7pPr algn="l">
              <a:buNone/>
              <a:defRPr sz="1650" b="0">
                <a:solidFill>
                  <a:srgbClr val="D7D3CC"/>
                </a:solidFill>
              </a:defRPr>
            </a:lvl7pPr>
            <a:lvl8pPr algn="l">
              <a:buNone/>
              <a:defRPr sz="1650" b="0">
                <a:solidFill>
                  <a:srgbClr val="D7D3CC"/>
                </a:solidFill>
              </a:defRPr>
            </a:lvl8pPr>
            <a:lvl9pPr algn="l">
              <a:buNone/>
              <a:defRPr sz="1650" b="0">
                <a:solidFill>
                  <a:srgbClr val="D7D3CC"/>
                </a:solidFill>
              </a:defRPr>
            </a:lvl9pPr>
          </a:lstStyle>
          <a:p xmlns:a="http://schemas.openxmlformats.org/drawingml/2006/main">
            <a:pPr algn="l">
              <a:buNone/>
              <a:defRPr sz="1650" b="0">
                <a:solidFill>
                  <a:srgbClr val="D7D3CC"/>
                </a:solidFill>
              </a:defRPr>
            </a:pPr>
            <a:r>
              <a:rPr sz="1650" b="0">
                <a:solidFill>
                  <a:srgbClr val="D7D3CC"/>
                </a:solidFill>
              </a:rPr>
              <a:t>Independent project platform</a:t>
            </a:r>
          </a:p>
        </p:txBody>
      </p:sp>
      <p:pic>
        <p:nvPicPr>
          <p:cNvPr id="29" name="">
            <a:extLst xmlns:a="http://schemas.openxmlformats.org/drawingml/2006/main">
              <a:ext uri="{FF2B5EF4-FFF2-40B4-BE49-F238E27FC236}">
                <a16:creationId xmlns:a16="http://schemas.microsoft.com/office/drawing/2014/main" id="{5E1C3825-BF41-49C3-B660-391D74D22269}"/>
              </a:ext>
            </a:extLst>
          </p:cNvPr>
          <p:cNvPicPr>
            <a:picLocks xmlns:a="http://schemas.openxmlformats.org/drawingml/2006/main" noChangeAspect="1"/>
          </p:cNvPicPr>
          <p:nvPr/>
        </p:nvPicPr>
        <p:blipFill>
          <a:blip xmlns:r="http://schemas.openxmlformats.org/officeDocument/2006/relationships" xmlns:a="http://schemas.openxmlformats.org/drawingml/2006/main" r:embed="R7bf7fc33c7d2452f"/>
          <a:stretch xmlns:a="http://schemas.openxmlformats.org/drawingml/2006/main"/>
        </p:blipFill>
        <p:spPr>
          <a:xfrm xmlns:a="http://schemas.openxmlformats.org/drawingml/2006/main">
            <a:off x="817055" y="6515107"/>
            <a:ext cx="918591" cy="295261"/>
          </a:xfrm>
          <a:prstGeom xmlns:a="http://schemas.openxmlformats.org/drawingml/2006/main" prst="rect">
            <a:avLst/>
          </a:prstGeom>
        </p:spPr>
      </p:pic>
    </p:spTree>
    <p:extLst>
      <p:ext uri="{BB962C8B-B14F-4D97-AF65-F5344CB8AC3E}">
        <p14:creationId xmlns:p14="http://schemas.microsoft.com/office/powerpoint/2010/main" val="19590112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2026-10-22T17:47:39.6720000Z</dcterms:created>
  <dcterms:modified xsi:type="dcterms:W3CDTF">2026-10-22T17:47:39.6720000Z</dcterms:modified>
</coreProperties>
</file>