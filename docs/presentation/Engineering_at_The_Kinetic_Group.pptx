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the familiar company/project visual flow. The personal introduction runs over the cover and CSG slide; do not advance for each story beat. Demo 0:16–0:36; homepage slide 16; lab slide 17; activity 0:41–0:49; questions to 1:00.</a:t>
            </a:r>
          </a:p>
          <a:p>
            <a:r>
              <a:t/>
            </a:r>
          </a:p>
          <a:p>
            <a:r>
              <a:t>Cue: Use the cover as a visual anchor for your personal introduction. Do not advance for every story beat. About 3 minutes, with room to speak naturally.</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Bridge: Advance to the CSG slide for the company context and the opportunity to try.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Bridge from the personal introduction: The slides now return to the original company/project flow. Use the history as context rather than retelling the internship.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Real machinery, real operators, real consequences.</a:t>
            </a:r>
          </a:p>
          <a:p>
            <a:r>
              <a:t/>
            </a:r>
          </a:p>
          <a:p>
            <a:r>
              <a:t>Brad: “We work around energetic materials and moving machinery. That makes timing, clear information, and recovery part of the engineering problem. We build with operators, maintenance, quality, and safety. The software has to fit their workflow and the established safeguards.”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Capture, inference, decision, response.</a:t>
            </a:r>
          </a:p>
          <a:p>
            <a:r>
              <a:t/>
            </a:r>
          </a:p>
          <a:p>
            <a:r>
              <a:t>Brad: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Two live inspection systems, two broader capabilities. Finish this context block by about 0:10.</a:t>
            </a:r>
          </a:p>
          <a:p>
            <a:r>
              <a:t/>
            </a:r>
          </a:p>
          <a:p>
            <a:r>
              <a:t>Brad: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Vision pipeline, visible evidence, operator trust.</a:t>
            </a:r>
          </a:p>
          <a:p>
            <a:r>
              <a:t/>
            </a:r>
          </a:p>
          <a:p>
            <a:r>
              <a:t>Brad: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 different product changes the image and the data.</a:t>
            </a:r>
          </a:p>
          <a:p>
            <a:r>
              <a:t/>
            </a:r>
          </a:p>
          <a:p>
            <a:r>
              <a:t>Wesley: “A different product creates a different visual problem. We have to check the camera view, the examples used to train and test the model, and how the result fits the line. We carry the tooling forward, then validate the application in its own conditions.”</a:t>
            </a:r>
          </a:p>
          <a:p>
            <a:r>
              <a:t/>
            </a:r>
          </a:p>
          <a:p>
            <a:r>
              <a:t>Brad: “This is also live and being refined. Reusing software still leaves real integration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Collect, score, retain the source.</a:t>
            </a:r>
          </a:p>
          <a:p>
            <a:r>
              <a:t/>
            </a:r>
          </a:p>
          <a:p>
            <a:r>
              <a:t>Brad: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Retrieve project material, generate an answer, check the source.</a:t>
            </a:r>
          </a:p>
          <a:p>
            <a:r>
              <a:t/>
            </a:r>
          </a:p>
          <a:p>
            <a:r>
              <a:t>Wesley: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Variety, freedom, ownership, and a real result. Demo at 0:16.</a:t>
            </a:r>
          </a:p>
          <a:p>
            <a:r>
              <a:t/>
            </a:r>
          </a:p>
          <a:p>
            <a:r>
              <a:t>Brad: “Wesley, what do you enjoy most about working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“Following ideas through and seeing people get invested feels like helping pave the way for Remington. I enjoy figuring it out.”</a:t>
            </a:r>
          </a:p>
          <a:p>
            <a:r>
              <a:t/>
            </a:r>
          </a:p>
          <a:p>
            <a:r>
              <a:t>Brad: “Let's show that connection between an image, a decision, and a visible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Mechanical, controls, software, and testing. Close before the two final QR slides.</a:t>
            </a:r>
          </a:p>
          <a:p>
            <a:r>
              <a:t/>
            </a:r>
          </a:p>
          <a:p>
            <a:r>
              <a:t>Brad: “Building the next generation of manufacturing means connecting AI to real work. These problems cross mechanical engineering, controls, software, and testing. We want people who will follow a problem from the first question through deployment and improvement. Tell us what you have built and what you want to take on next.”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four personal sections; his wording is retained.</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“The generations before us built the foundation. We want to build what the next generation can stand on. Our history was made on the factory floor. The future will be, too. Let's bring AI into real work and build the next generation of manufacturing together. Come build and fight with us. Turn AI into action.”</a:t>
            </a:r>
          </a:p>
          <a:p>
            <a:r>
              <a:t/>
            </a:r>
          </a:p>
          <a:p>
            <a:r>
              <a:t/>
            </a:r>
          </a:p>
          <a:p>
            <a:r>
              <a:t>Bridge: “Before we finish, here are two ways to keep exploring.”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CSG context, approval, and the call to Wesley. Complete the personal introduction by about 0:06.</a:t>
            </a:r>
          </a:p>
          <a:p>
            <a:r>
              <a:t/>
            </a:r>
          </a:p>
          <a:p>
            <a:r>
              <a:t>Brad: “CSG is Czechoslovak Group, an industrial and technology group. The Kinetic Group is part of its Ammo+ division,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Tell them your part of the story.”</a:t>
            </a:r>
          </a:p>
          <a:p>
            <a:r>
              <a:t/>
            </a:r>
          </a:p>
          <a:p>
            <a:r>
              <a:t>Wesley: “Hi, I’m Wesley Siharath. I’m an engineer here at Remington. I got started as an intern focused on software, with some prototyping on machines.”</a:t>
            </a:r>
          </a:p>
          <a:p>
            <a:r>
              <a:t/>
            </a:r>
          </a:p>
          <a:p>
            <a:r>
              <a:t>“I came on full time this February, and now I work on AI tools and machines. One of the things that drew me here was being able to build a solution and see it put to use on the floor.”</a:t>
            </a:r>
          </a:p>
          <a:p>
            <a:r>
              <a:t/>
            </a:r>
          </a:p>
          <a:p>
            <a:r>
              <a:t>Wesley's optional story slot, 30–60 seconds: [Add your own memory of the call, coming to central Arkansas, or the first problem you tackled together. The supplied introduction works without an added anecdote.]</a:t>
            </a:r>
          </a:p>
          <a:p>
            <a:r>
              <a:t/>
            </a:r>
          </a:p>
          <a:p>
            <a:r>
              <a:t>Brad: “We want to turn that opportunity into useful capability on the floor. That is how we want to help build the next generation of manufacturing. Here is the company and the work that story sits inside.”</a:t>
            </a:r>
          </a:p>
          <a:p>
            <a:r>
              <a:t/>
            </a:r>
          </a:p>
          <a:p>
            <a:r>
              <a:t>Sources for company context: The Kinetic Group About Us (https://www.thekineticgroup.com/aboutus.html); CSG companies (https://csg.com/en/companies), checked October 22, 2026.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CSG: Czechoslovak Group</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CSG</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Industrial and</a:t>
            </a:r>
          </a:p>
          <a:p>
            <a:pPr algn="l">
              <a:buNone/>
              <a:defRPr sz="1875" b="0" i="0">
                <a:solidFill>
                  <a:srgbClr val="FFFFFF"/>
                </a:solidFill>
              </a:defRPr>
            </a:pPr>
            <a:r>
              <a:rPr sz="1875" b="0" i="0">
                <a:solidFill>
                  <a:srgbClr val="FFFFFF"/>
                </a:solidFill>
              </a:rPr>
              <a:t>technology group</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TKG</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Part of</a:t>
            </a:r>
          </a:p>
          <a:p>
            <a:pPr algn="l">
              <a:buNone/>
              <a:defRPr sz="1875" b="0" i="0">
                <a:solidFill>
                  <a:srgbClr val="FFFFFF"/>
                </a:solidFill>
              </a:defRPr>
            </a:pPr>
            <a:r>
              <a:rPr sz="1875" b="0" i="0">
                <a:solidFill>
                  <a:srgbClr val="FFFFFF"/>
                </a:solidFill>
              </a:rPr>
              <a:t>CSG Ammo+</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REMINGTON</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Manufacturing in</a:t>
            </a:r>
          </a:p>
          <a:p>
            <a:pPr algn="l">
              <a:buNone/>
              <a:defRPr sz="1875" b="0" i="0">
                <a:solidFill>
                  <a:srgbClr val="FFFFFF"/>
                </a:solidFill>
              </a:defRPr>
            </a:pPr>
            <a:r>
              <a:rPr sz="1875" b="0" i="0">
                <a:solidFill>
                  <a:srgbClr val="FFFFFF"/>
                </a:solidFill>
              </a:rPr>
              <a:t>Lonoke, Arkansas</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AI for the next generation of manufacturing.</a:t>
            </a:r>
          </a:p>
        </p:txBody>
      </p:sp>
    </p:spTree>
    <p:extLst>
      <p:ext uri="{BB962C8B-B14F-4D97-AF65-F5344CB8AC3E}">
        <ns3: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